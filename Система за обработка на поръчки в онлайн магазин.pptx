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9" autoAdjust="0"/>
    <p:restoredTop sz="94660"/>
  </p:normalViewPr>
  <p:slideViewPr>
    <p:cSldViewPr snapToGrid="0">
      <p:cViewPr>
        <p:scale>
          <a:sx n="66" d="100"/>
          <a:sy n="66" d="100"/>
        </p:scale>
        <p:origin x="2160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974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35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91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28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74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6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64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6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50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8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644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932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449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2461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687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74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27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F2CEE20-1AC2-4F4B-9596-B0C3C35FC3FC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157FE70-19D2-47F6-A576-90AC225A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702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raphic 14" descr="An organic corner shape">
            <a:extLst>
              <a:ext uri="{FF2B5EF4-FFF2-40B4-BE49-F238E27FC236}">
                <a16:creationId xmlns:a16="http://schemas.microsoft.com/office/drawing/2014/main" id="{4A9550F9-C7F0-F9E4-6629-94C3974B1CCB}"/>
              </a:ext>
            </a:extLst>
          </p:cNvPr>
          <p:cNvSpPr/>
          <p:nvPr/>
        </p:nvSpPr>
        <p:spPr>
          <a:xfrm>
            <a:off x="0" y="0"/>
            <a:ext cx="4800600" cy="2527300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9C49A9F-0D94-A295-1BAC-686CFB9939FA}"/>
              </a:ext>
            </a:extLst>
          </p:cNvPr>
          <p:cNvSpPr/>
          <p:nvPr/>
        </p:nvSpPr>
        <p:spPr>
          <a:xfrm>
            <a:off x="2479224" y="3942263"/>
            <a:ext cx="7765708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E498CFCD-001E-8A93-1C57-9C30F063BB3E}"/>
              </a:ext>
            </a:extLst>
          </p:cNvPr>
          <p:cNvSpPr/>
          <p:nvPr/>
        </p:nvSpPr>
        <p:spPr>
          <a:xfrm>
            <a:off x="1806806" y="1278615"/>
            <a:ext cx="8438126" cy="3860800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D2B9-CFF0-1B8F-D560-7153D50A9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744" y="4028127"/>
            <a:ext cx="6894512" cy="753751"/>
          </a:xfrm>
        </p:spPr>
        <p:txBody>
          <a:bodyPr/>
          <a:lstStyle/>
          <a:p>
            <a:pPr algn="ctr"/>
            <a:r>
              <a:rPr lang="bg-BG" sz="2800" dirty="0">
                <a:solidFill>
                  <a:schemeClr val="tx1"/>
                </a:solidFill>
              </a:rPr>
              <a:t>Изработено от: Атанас Йотов 11. А</a:t>
            </a:r>
          </a:p>
          <a:p>
            <a:endParaRPr lang="en-GB" dirty="0"/>
          </a:p>
        </p:txBody>
      </p:sp>
      <p:sp>
        <p:nvSpPr>
          <p:cNvPr id="16" name="Graphic 4" descr="A brushstroke">
            <a:extLst>
              <a:ext uri="{FF2B5EF4-FFF2-40B4-BE49-F238E27FC236}">
                <a16:creationId xmlns:a16="http://schemas.microsoft.com/office/drawing/2014/main" id="{B41104BB-4344-95F7-A07C-D276CDBE255B}"/>
              </a:ext>
            </a:extLst>
          </p:cNvPr>
          <p:cNvSpPr/>
          <p:nvPr/>
        </p:nvSpPr>
        <p:spPr>
          <a:xfrm>
            <a:off x="8093075" y="-1075555"/>
            <a:ext cx="3429066" cy="779148"/>
          </a:xfrm>
          <a:custGeom>
            <a:avLst/>
            <a:gdLst>
              <a:gd name="csX0" fmla="*/ 1926831 w 3429066"/>
              <a:gd name="csY0" fmla="*/ 593365 h 779148"/>
              <a:gd name="csX1" fmla="*/ 1923669 w 3429066"/>
              <a:gd name="csY1" fmla="*/ 611491 h 779148"/>
              <a:gd name="csX2" fmla="*/ 1919088 w 3429066"/>
              <a:gd name="csY2" fmla="*/ 611243 h 779148"/>
              <a:gd name="csX3" fmla="*/ 1920697 w 3429066"/>
              <a:gd name="csY3" fmla="*/ 597594 h 779148"/>
              <a:gd name="csX4" fmla="*/ 1926831 w 3429066"/>
              <a:gd name="csY4" fmla="*/ 593365 h 779148"/>
              <a:gd name="csX5" fmla="*/ 1946882 w 3429066"/>
              <a:gd name="csY5" fmla="*/ 562418 h 779148"/>
              <a:gd name="csX6" fmla="*/ 1943767 w 3429066"/>
              <a:gd name="csY6" fmla="*/ 571428 h 779148"/>
              <a:gd name="csX7" fmla="*/ 1940776 w 3429066"/>
              <a:gd name="csY7" fmla="*/ 562104 h 779148"/>
              <a:gd name="csX8" fmla="*/ 1933204 w 3429066"/>
              <a:gd name="csY8" fmla="*/ 552550 h 779148"/>
              <a:gd name="csX9" fmla="*/ 1946882 w 3429066"/>
              <a:gd name="csY9" fmla="*/ 562418 h 779148"/>
              <a:gd name="csX10" fmla="*/ 1926774 w 3429066"/>
              <a:gd name="csY10" fmla="*/ 602490 h 779148"/>
              <a:gd name="csX11" fmla="*/ 1934413 w 3429066"/>
              <a:gd name="csY11" fmla="*/ 602918 h 779148"/>
              <a:gd name="csX12" fmla="*/ 1926774 w 3429066"/>
              <a:gd name="csY12" fmla="*/ 602490 h 779148"/>
              <a:gd name="csX13" fmla="*/ 2012718 w 3429066"/>
              <a:gd name="csY13" fmla="*/ 538558 h 779148"/>
              <a:gd name="csX14" fmla="*/ 2005051 w 3429066"/>
              <a:gd name="csY14" fmla="*/ 542720 h 779148"/>
              <a:gd name="csX15" fmla="*/ 2001879 w 3429066"/>
              <a:gd name="csY15" fmla="*/ 560827 h 779148"/>
              <a:gd name="csX16" fmla="*/ 1986601 w 3429066"/>
              <a:gd name="csY16" fmla="*/ 559999 h 779148"/>
              <a:gd name="csX17" fmla="*/ 1991211 w 3429066"/>
              <a:gd name="csY17" fmla="*/ 555693 h 779148"/>
              <a:gd name="csX18" fmla="*/ 1986763 w 3429066"/>
              <a:gd name="csY18" fmla="*/ 532586 h 779148"/>
              <a:gd name="csX19" fmla="*/ 1983600 w 3429066"/>
              <a:gd name="csY19" fmla="*/ 550712 h 779148"/>
              <a:gd name="csX20" fmla="*/ 1970018 w 3429066"/>
              <a:gd name="csY20" fmla="*/ 522546 h 779148"/>
              <a:gd name="csX21" fmla="*/ 1957826 w 3429066"/>
              <a:gd name="csY21" fmla="*/ 517298 h 779148"/>
              <a:gd name="csX22" fmla="*/ 1982181 w 3429066"/>
              <a:gd name="csY22" fmla="*/ 532347 h 779148"/>
              <a:gd name="csX23" fmla="*/ 1979209 w 3429066"/>
              <a:gd name="csY23" fmla="*/ 518441 h 779148"/>
              <a:gd name="csX24" fmla="*/ 1991316 w 3429066"/>
              <a:gd name="csY24" fmla="*/ 537396 h 779148"/>
              <a:gd name="csX25" fmla="*/ 2012785 w 3429066"/>
              <a:gd name="csY25" fmla="*/ 524832 h 779148"/>
              <a:gd name="csX26" fmla="*/ 2015785 w 3429066"/>
              <a:gd name="csY26" fmla="*/ 534167 h 779148"/>
              <a:gd name="csX27" fmla="*/ 2012899 w 3429066"/>
              <a:gd name="csY27" fmla="*/ 506554 h 779148"/>
              <a:gd name="csX28" fmla="*/ 2023615 w 3429066"/>
              <a:gd name="csY28" fmla="*/ 502582 h 779148"/>
              <a:gd name="csX29" fmla="*/ 2032749 w 3429066"/>
              <a:gd name="csY29" fmla="*/ 507630 h 779148"/>
              <a:gd name="csX30" fmla="*/ 2029663 w 3429066"/>
              <a:gd name="csY30" fmla="*/ 512040 h 779148"/>
              <a:gd name="csX31" fmla="*/ 2017166 w 3429066"/>
              <a:gd name="csY31" fmla="*/ 557112 h 779148"/>
              <a:gd name="csX32" fmla="*/ 2023472 w 3429066"/>
              <a:gd name="csY32" fmla="*/ 525413 h 779148"/>
              <a:gd name="csX33" fmla="*/ 2018919 w 3429066"/>
              <a:gd name="csY33" fmla="*/ 520613 h 779148"/>
              <a:gd name="csX34" fmla="*/ 2015671 w 3429066"/>
              <a:gd name="csY34" fmla="*/ 552464 h 779148"/>
              <a:gd name="csX35" fmla="*/ 2012718 w 3429066"/>
              <a:gd name="csY35" fmla="*/ 538558 h 779148"/>
              <a:gd name="csX36" fmla="*/ 1957349 w 3429066"/>
              <a:gd name="csY36" fmla="*/ 599575 h 779148"/>
              <a:gd name="csX37" fmla="*/ 1949663 w 3429066"/>
              <a:gd name="csY37" fmla="*/ 608309 h 779148"/>
              <a:gd name="csX38" fmla="*/ 1957349 w 3429066"/>
              <a:gd name="csY38" fmla="*/ 599575 h 779148"/>
              <a:gd name="csX39" fmla="*/ 1990954 w 3429066"/>
              <a:gd name="csY39" fmla="*/ 601404 h 779148"/>
              <a:gd name="csX40" fmla="*/ 1987896 w 3429066"/>
              <a:gd name="csY40" fmla="*/ 601223 h 779148"/>
              <a:gd name="csX41" fmla="*/ 1980314 w 3429066"/>
              <a:gd name="csY41" fmla="*/ 591679 h 779148"/>
              <a:gd name="csX42" fmla="*/ 1984953 w 3429066"/>
              <a:gd name="csY42" fmla="*/ 582763 h 779148"/>
              <a:gd name="csX43" fmla="*/ 1990954 w 3429066"/>
              <a:gd name="csY43" fmla="*/ 601404 h 779148"/>
              <a:gd name="csX44" fmla="*/ 1967989 w 3429066"/>
              <a:gd name="csY44" fmla="*/ 609290 h 779148"/>
              <a:gd name="csX45" fmla="*/ 1961912 w 3429066"/>
              <a:gd name="csY45" fmla="*/ 604385 h 779148"/>
              <a:gd name="csX46" fmla="*/ 1968160 w 3429066"/>
              <a:gd name="csY46" fmla="*/ 581858 h 779148"/>
              <a:gd name="csX47" fmla="*/ 1967989 w 3429066"/>
              <a:gd name="csY47" fmla="*/ 609290 h 779148"/>
              <a:gd name="csX48" fmla="*/ 1949939 w 3429066"/>
              <a:gd name="csY48" fmla="*/ 562599 h 779148"/>
              <a:gd name="csX49" fmla="*/ 1953044 w 3429066"/>
              <a:gd name="csY49" fmla="*/ 553607 h 779148"/>
              <a:gd name="csX50" fmla="*/ 1940881 w 3429066"/>
              <a:gd name="csY50" fmla="*/ 543806 h 779148"/>
              <a:gd name="csX51" fmla="*/ 1951596 w 3429066"/>
              <a:gd name="csY51" fmla="*/ 539815 h 779148"/>
              <a:gd name="csX52" fmla="*/ 1956045 w 3429066"/>
              <a:gd name="csY52" fmla="*/ 562923 h 779148"/>
              <a:gd name="csX53" fmla="*/ 1949939 w 3429066"/>
              <a:gd name="csY53" fmla="*/ 562599 h 779148"/>
              <a:gd name="csX54" fmla="*/ 1917811 w 3429066"/>
              <a:gd name="csY54" fmla="*/ 570009 h 779148"/>
              <a:gd name="csX55" fmla="*/ 1928498 w 3429066"/>
              <a:gd name="csY55" fmla="*/ 570600 h 779148"/>
              <a:gd name="csX56" fmla="*/ 1917811 w 3429066"/>
              <a:gd name="csY56" fmla="*/ 570009 h 779148"/>
              <a:gd name="csX57" fmla="*/ 951500 w 3429066"/>
              <a:gd name="csY57" fmla="*/ 440088 h 779148"/>
              <a:gd name="csX58" fmla="*/ 943918 w 3429066"/>
              <a:gd name="csY58" fmla="*/ 430506 h 779148"/>
              <a:gd name="csX59" fmla="*/ 951547 w 3429066"/>
              <a:gd name="csY59" fmla="*/ 430935 h 779148"/>
              <a:gd name="csX60" fmla="*/ 954719 w 3429066"/>
              <a:gd name="csY60" fmla="*/ 412790 h 779148"/>
              <a:gd name="csX61" fmla="*/ 966911 w 3429066"/>
              <a:gd name="csY61" fmla="*/ 418067 h 779148"/>
              <a:gd name="csX62" fmla="*/ 966835 w 3429066"/>
              <a:gd name="csY62" fmla="*/ 431754 h 779148"/>
              <a:gd name="csX63" fmla="*/ 972893 w 3429066"/>
              <a:gd name="csY63" fmla="*/ 441231 h 779148"/>
              <a:gd name="csX64" fmla="*/ 963806 w 3429066"/>
              <a:gd name="csY64" fmla="*/ 427001 h 779148"/>
              <a:gd name="csX65" fmla="*/ 954596 w 3429066"/>
              <a:gd name="csY65" fmla="*/ 435659 h 779148"/>
              <a:gd name="csX66" fmla="*/ 963759 w 3429066"/>
              <a:gd name="csY66" fmla="*/ 436164 h 779148"/>
              <a:gd name="csX67" fmla="*/ 1001859 w 3429066"/>
              <a:gd name="csY67" fmla="*/ 451918 h 779148"/>
              <a:gd name="csX68" fmla="*/ 930078 w 3429066"/>
              <a:gd name="csY68" fmla="*/ 448051 h 779148"/>
              <a:gd name="csX69" fmla="*/ 951500 w 3429066"/>
              <a:gd name="csY69" fmla="*/ 440088 h 779148"/>
              <a:gd name="csX70" fmla="*/ 902265 w 3429066"/>
              <a:gd name="csY70" fmla="*/ 496848 h 779148"/>
              <a:gd name="csX71" fmla="*/ 889968 w 3429066"/>
              <a:gd name="csY71" fmla="*/ 509897 h 779148"/>
              <a:gd name="csX72" fmla="*/ 883853 w 3429066"/>
              <a:gd name="csY72" fmla="*/ 509564 h 779148"/>
              <a:gd name="csX73" fmla="*/ 902265 w 3429066"/>
              <a:gd name="csY73" fmla="*/ 496848 h 779148"/>
              <a:gd name="csX74" fmla="*/ 915934 w 3429066"/>
              <a:gd name="csY74" fmla="*/ 511316 h 779148"/>
              <a:gd name="csX75" fmla="*/ 916019 w 3429066"/>
              <a:gd name="csY75" fmla="*/ 497610 h 779148"/>
              <a:gd name="csX76" fmla="*/ 914429 w 3429066"/>
              <a:gd name="csY76" fmla="*/ 506639 h 779148"/>
              <a:gd name="csX77" fmla="*/ 902217 w 3429066"/>
              <a:gd name="csY77" fmla="*/ 505992 h 779148"/>
              <a:gd name="csX78" fmla="*/ 902265 w 3429066"/>
              <a:gd name="csY78" fmla="*/ 496848 h 779148"/>
              <a:gd name="csX79" fmla="*/ 934450 w 3429066"/>
              <a:gd name="csY79" fmla="*/ 480303 h 779148"/>
              <a:gd name="csX80" fmla="*/ 946642 w 3429066"/>
              <a:gd name="csY80" fmla="*/ 485532 h 779148"/>
              <a:gd name="csX81" fmla="*/ 946556 w 3429066"/>
              <a:gd name="csY81" fmla="*/ 499258 h 779148"/>
              <a:gd name="csX82" fmla="*/ 958691 w 3429066"/>
              <a:gd name="csY82" fmla="*/ 513621 h 779148"/>
              <a:gd name="csX83" fmla="*/ 949471 w 3429066"/>
              <a:gd name="csY83" fmla="*/ 522241 h 779148"/>
              <a:gd name="csX84" fmla="*/ 943470 w 3429066"/>
              <a:gd name="csY84" fmla="*/ 503649 h 779148"/>
              <a:gd name="csX85" fmla="*/ 938936 w 3429066"/>
              <a:gd name="csY85" fmla="*/ 494276 h 779148"/>
              <a:gd name="csX86" fmla="*/ 932831 w 3429066"/>
              <a:gd name="csY86" fmla="*/ 493933 h 779148"/>
              <a:gd name="csX87" fmla="*/ 929840 w 3429066"/>
              <a:gd name="csY87" fmla="*/ 484627 h 779148"/>
              <a:gd name="csX88" fmla="*/ 929783 w 3429066"/>
              <a:gd name="csY88" fmla="*/ 493781 h 779148"/>
              <a:gd name="csX89" fmla="*/ 937374 w 3429066"/>
              <a:gd name="csY89" fmla="*/ 503325 h 779148"/>
              <a:gd name="csX90" fmla="*/ 935784 w 3429066"/>
              <a:gd name="csY90" fmla="*/ 512412 h 779148"/>
              <a:gd name="csX91" fmla="*/ 943366 w 3429066"/>
              <a:gd name="csY91" fmla="*/ 521946 h 779148"/>
              <a:gd name="csX92" fmla="*/ 915934 w 3429066"/>
              <a:gd name="csY92" fmla="*/ 511316 h 779148"/>
              <a:gd name="csX93" fmla="*/ 919067 w 3429066"/>
              <a:gd name="csY93" fmla="*/ 497772 h 779148"/>
              <a:gd name="csX94" fmla="*/ 926640 w 3429066"/>
              <a:gd name="csY94" fmla="*/ 507306 h 779148"/>
              <a:gd name="csX95" fmla="*/ 919067 w 3429066"/>
              <a:gd name="csY95" fmla="*/ 497772 h 779148"/>
              <a:gd name="csX96" fmla="*/ 1937823 w 3429066"/>
              <a:gd name="csY96" fmla="*/ 543644 h 779148"/>
              <a:gd name="csX97" fmla="*/ 1924164 w 3429066"/>
              <a:gd name="csY97" fmla="*/ 529195 h 779148"/>
              <a:gd name="csX98" fmla="*/ 1936385 w 3429066"/>
              <a:gd name="csY98" fmla="*/ 529862 h 779148"/>
              <a:gd name="csX99" fmla="*/ 1950158 w 3429066"/>
              <a:gd name="csY99" fmla="*/ 526042 h 779148"/>
              <a:gd name="csX100" fmla="*/ 1942519 w 3429066"/>
              <a:gd name="csY100" fmla="*/ 525594 h 779148"/>
              <a:gd name="csX101" fmla="*/ 1937823 w 3429066"/>
              <a:gd name="csY101" fmla="*/ 543644 h 779148"/>
              <a:gd name="csX102" fmla="*/ 871566 w 3429066"/>
              <a:gd name="csY102" fmla="*/ 522632 h 779148"/>
              <a:gd name="csX103" fmla="*/ 867118 w 3429066"/>
              <a:gd name="csY103" fmla="*/ 499524 h 779148"/>
              <a:gd name="csX104" fmla="*/ 871566 w 3429066"/>
              <a:gd name="csY104" fmla="*/ 522632 h 779148"/>
              <a:gd name="csX105" fmla="*/ 883977 w 3429066"/>
              <a:gd name="csY105" fmla="*/ 491295 h 779148"/>
              <a:gd name="csX106" fmla="*/ 876338 w 3429066"/>
              <a:gd name="csY106" fmla="*/ 490885 h 779148"/>
              <a:gd name="csX107" fmla="*/ 883977 w 3429066"/>
              <a:gd name="csY107" fmla="*/ 491295 h 779148"/>
              <a:gd name="csX108" fmla="*/ 1913058 w 3429066"/>
              <a:gd name="csY108" fmla="*/ 597184 h 779148"/>
              <a:gd name="csX109" fmla="*/ 1917640 w 3429066"/>
              <a:gd name="csY109" fmla="*/ 597413 h 779148"/>
              <a:gd name="csX110" fmla="*/ 1917535 w 3429066"/>
              <a:gd name="csY110" fmla="*/ 615720 h 779148"/>
              <a:gd name="csX111" fmla="*/ 1912963 w 3429066"/>
              <a:gd name="csY111" fmla="*/ 615453 h 779148"/>
              <a:gd name="csX112" fmla="*/ 1913058 w 3429066"/>
              <a:gd name="csY112" fmla="*/ 597184 h 779148"/>
              <a:gd name="csX113" fmla="*/ 963187 w 3429066"/>
              <a:gd name="csY113" fmla="*/ 527595 h 779148"/>
              <a:gd name="csX114" fmla="*/ 955424 w 3429066"/>
              <a:gd name="csY114" fmla="*/ 550026 h 779148"/>
              <a:gd name="csX115" fmla="*/ 923373 w 3429066"/>
              <a:gd name="csY115" fmla="*/ 543701 h 779148"/>
              <a:gd name="csX116" fmla="*/ 952414 w 3429066"/>
              <a:gd name="csY116" fmla="*/ 540729 h 779148"/>
              <a:gd name="csX117" fmla="*/ 963187 w 3429066"/>
              <a:gd name="csY117" fmla="*/ 527595 h 779148"/>
              <a:gd name="csX118" fmla="*/ 1454429 w 3429066"/>
              <a:gd name="csY118" fmla="*/ 645552 h 779148"/>
              <a:gd name="csX119" fmla="*/ 1429912 w 3429066"/>
              <a:gd name="csY119" fmla="*/ 657973 h 779148"/>
              <a:gd name="csX120" fmla="*/ 1442161 w 3429066"/>
              <a:gd name="csY120" fmla="*/ 654048 h 779148"/>
              <a:gd name="csX121" fmla="*/ 1454429 w 3429066"/>
              <a:gd name="csY121" fmla="*/ 645552 h 779148"/>
              <a:gd name="csX122" fmla="*/ 2029387 w 3429066"/>
              <a:gd name="csY122" fmla="*/ 562313 h 779148"/>
              <a:gd name="csX123" fmla="*/ 2024691 w 3429066"/>
              <a:gd name="csY123" fmla="*/ 580344 h 779148"/>
              <a:gd name="csX124" fmla="*/ 2027663 w 3429066"/>
              <a:gd name="csY124" fmla="*/ 594231 h 779148"/>
              <a:gd name="csX125" fmla="*/ 2020053 w 3429066"/>
              <a:gd name="csY125" fmla="*/ 589250 h 779148"/>
              <a:gd name="csX126" fmla="*/ 2012480 w 3429066"/>
              <a:gd name="csY126" fmla="*/ 579696 h 779148"/>
              <a:gd name="csX127" fmla="*/ 2020091 w 3429066"/>
              <a:gd name="csY127" fmla="*/ 584678 h 779148"/>
              <a:gd name="csX128" fmla="*/ 2020176 w 3429066"/>
              <a:gd name="csY128" fmla="*/ 570962 h 779148"/>
              <a:gd name="csX129" fmla="*/ 2024872 w 3429066"/>
              <a:gd name="csY129" fmla="*/ 552912 h 779148"/>
              <a:gd name="csX130" fmla="*/ 2038626 w 3429066"/>
              <a:gd name="csY130" fmla="*/ 553674 h 779148"/>
              <a:gd name="csX131" fmla="*/ 2037016 w 3429066"/>
              <a:gd name="csY131" fmla="*/ 567304 h 779148"/>
              <a:gd name="csX132" fmla="*/ 2029387 w 3429066"/>
              <a:gd name="csY132" fmla="*/ 562313 h 779148"/>
              <a:gd name="csX133" fmla="*/ 992105 w 3429066"/>
              <a:gd name="csY133" fmla="*/ 547435 h 779148"/>
              <a:gd name="csX134" fmla="*/ 982942 w 3429066"/>
              <a:gd name="csY134" fmla="*/ 546940 h 779148"/>
              <a:gd name="csX135" fmla="*/ 981361 w 3429066"/>
              <a:gd name="csY135" fmla="*/ 556008 h 779148"/>
              <a:gd name="csX136" fmla="*/ 970636 w 3429066"/>
              <a:gd name="csY136" fmla="*/ 559999 h 779148"/>
              <a:gd name="csX137" fmla="*/ 964578 w 3429066"/>
              <a:gd name="csY137" fmla="*/ 550521 h 779148"/>
              <a:gd name="csX138" fmla="*/ 978408 w 3429066"/>
              <a:gd name="csY138" fmla="*/ 537567 h 779148"/>
              <a:gd name="csX139" fmla="*/ 992105 w 3429066"/>
              <a:gd name="csY139" fmla="*/ 547435 h 779148"/>
              <a:gd name="csX140" fmla="*/ 284074 w 3429066"/>
              <a:gd name="csY140" fmla="*/ 404036 h 779148"/>
              <a:gd name="csX141" fmla="*/ 296323 w 3429066"/>
              <a:gd name="csY141" fmla="*/ 400102 h 779148"/>
              <a:gd name="csX142" fmla="*/ 290265 w 3429066"/>
              <a:gd name="csY142" fmla="*/ 390625 h 779148"/>
              <a:gd name="csX143" fmla="*/ 293246 w 3429066"/>
              <a:gd name="csY143" fmla="*/ 404541 h 779148"/>
              <a:gd name="csX144" fmla="*/ 304076 w 3429066"/>
              <a:gd name="csY144" fmla="*/ 382243 h 779148"/>
              <a:gd name="csX145" fmla="*/ 291665 w 3429066"/>
              <a:gd name="csY145" fmla="*/ 413561 h 779148"/>
              <a:gd name="csX146" fmla="*/ 284074 w 3429066"/>
              <a:gd name="csY146" fmla="*/ 404036 h 779148"/>
              <a:gd name="csX147" fmla="*/ 410766 w 3429066"/>
              <a:gd name="csY147" fmla="*/ 424563 h 779148"/>
              <a:gd name="csX148" fmla="*/ 419872 w 3429066"/>
              <a:gd name="csY148" fmla="*/ 434230 h 779148"/>
              <a:gd name="csX149" fmla="*/ 412299 w 3429066"/>
              <a:gd name="csY149" fmla="*/ 424667 h 779148"/>
              <a:gd name="csX150" fmla="*/ 416738 w 3429066"/>
              <a:gd name="csY150" fmla="*/ 447794 h 779148"/>
              <a:gd name="csX151" fmla="*/ 404517 w 3429066"/>
              <a:gd name="csY151" fmla="*/ 447099 h 779148"/>
              <a:gd name="csX152" fmla="*/ 396964 w 3429066"/>
              <a:gd name="csY152" fmla="*/ 433002 h 779148"/>
              <a:gd name="csX153" fmla="*/ 403069 w 3429066"/>
              <a:gd name="csY153" fmla="*/ 433307 h 779148"/>
              <a:gd name="csX154" fmla="*/ 404660 w 3429066"/>
              <a:gd name="csY154" fmla="*/ 424258 h 779148"/>
              <a:gd name="csX155" fmla="*/ 410766 w 3429066"/>
              <a:gd name="csY155" fmla="*/ 424563 h 779148"/>
              <a:gd name="csX156" fmla="*/ 388210 w 3429066"/>
              <a:gd name="csY156" fmla="*/ 363917 h 779148"/>
              <a:gd name="csX157" fmla="*/ 411147 w 3429066"/>
              <a:gd name="csY157" fmla="*/ 360574 h 779148"/>
              <a:gd name="csX158" fmla="*/ 407899 w 3429066"/>
              <a:gd name="csY158" fmla="*/ 392397 h 779148"/>
              <a:gd name="csX159" fmla="*/ 404974 w 3429066"/>
              <a:gd name="csY159" fmla="*/ 369384 h 779148"/>
              <a:gd name="csX160" fmla="*/ 401831 w 3429066"/>
              <a:gd name="csY160" fmla="*/ 382948 h 779148"/>
              <a:gd name="csX161" fmla="*/ 398774 w 3429066"/>
              <a:gd name="csY161" fmla="*/ 382767 h 779148"/>
              <a:gd name="csX162" fmla="*/ 400193 w 3429066"/>
              <a:gd name="csY162" fmla="*/ 401122 h 779148"/>
              <a:gd name="csX163" fmla="*/ 401745 w 3429066"/>
              <a:gd name="csY163" fmla="*/ 396664 h 779148"/>
              <a:gd name="csX164" fmla="*/ 410823 w 3429066"/>
              <a:gd name="csY164" fmla="*/ 410866 h 779148"/>
              <a:gd name="csX165" fmla="*/ 401669 w 3429066"/>
              <a:gd name="csY165" fmla="*/ 410351 h 779148"/>
              <a:gd name="csX166" fmla="*/ 386372 w 3429066"/>
              <a:gd name="csY166" fmla="*/ 414133 h 779148"/>
              <a:gd name="csX167" fmla="*/ 395592 w 3429066"/>
              <a:gd name="csY167" fmla="*/ 405474 h 779148"/>
              <a:gd name="csX168" fmla="*/ 395669 w 3429066"/>
              <a:gd name="csY168" fmla="*/ 391758 h 779148"/>
              <a:gd name="csX169" fmla="*/ 383429 w 3429066"/>
              <a:gd name="csY169" fmla="*/ 395654 h 779148"/>
              <a:gd name="csX170" fmla="*/ 381819 w 3429066"/>
              <a:gd name="csY170" fmla="*/ 409313 h 779148"/>
              <a:gd name="csX171" fmla="*/ 375761 w 3429066"/>
              <a:gd name="csY171" fmla="*/ 399836 h 779148"/>
              <a:gd name="csX172" fmla="*/ 366541 w 3429066"/>
              <a:gd name="csY172" fmla="*/ 408475 h 779148"/>
              <a:gd name="csX173" fmla="*/ 375818 w 3429066"/>
              <a:gd name="csY173" fmla="*/ 390692 h 779148"/>
              <a:gd name="csX174" fmla="*/ 382114 w 3429066"/>
              <a:gd name="csY174" fmla="*/ 359011 h 779148"/>
              <a:gd name="csX175" fmla="*/ 388144 w 3429066"/>
              <a:gd name="csY175" fmla="*/ 373042 h 779148"/>
              <a:gd name="csX176" fmla="*/ 388210 w 3429066"/>
              <a:gd name="csY176" fmla="*/ 363917 h 779148"/>
              <a:gd name="csX177" fmla="*/ 303628 w 3429066"/>
              <a:gd name="csY177" fmla="*/ 455376 h 779148"/>
              <a:gd name="csX178" fmla="*/ 297542 w 3429066"/>
              <a:gd name="csY178" fmla="*/ 450461 h 779148"/>
              <a:gd name="csX179" fmla="*/ 291408 w 3429066"/>
              <a:gd name="csY179" fmla="*/ 454700 h 779148"/>
              <a:gd name="csX180" fmla="*/ 280807 w 3429066"/>
              <a:gd name="csY180" fmla="*/ 440403 h 779148"/>
              <a:gd name="csX181" fmla="*/ 297637 w 3429066"/>
              <a:gd name="csY181" fmla="*/ 436755 h 779148"/>
              <a:gd name="csX182" fmla="*/ 303628 w 3429066"/>
              <a:gd name="csY182" fmla="*/ 455376 h 779148"/>
              <a:gd name="csX183" fmla="*/ 325098 w 3429066"/>
              <a:gd name="csY183" fmla="*/ 442822 h 779148"/>
              <a:gd name="csX184" fmla="*/ 317421 w 3429066"/>
              <a:gd name="csY184" fmla="*/ 446994 h 779148"/>
              <a:gd name="csX185" fmla="*/ 305133 w 3429066"/>
              <a:gd name="csY185" fmla="*/ 460024 h 779148"/>
              <a:gd name="csX186" fmla="*/ 302209 w 3429066"/>
              <a:gd name="csY186" fmla="*/ 437002 h 779148"/>
              <a:gd name="csX187" fmla="*/ 323621 w 3429066"/>
              <a:gd name="csY187" fmla="*/ 433592 h 779148"/>
              <a:gd name="csX188" fmla="*/ 325098 w 3429066"/>
              <a:gd name="csY188" fmla="*/ 442822 h 779148"/>
              <a:gd name="csX189" fmla="*/ 461162 w 3429066"/>
              <a:gd name="csY189" fmla="*/ 427306 h 779148"/>
              <a:gd name="csX190" fmla="*/ 456581 w 3429066"/>
              <a:gd name="csY190" fmla="*/ 427049 h 779148"/>
              <a:gd name="csX191" fmla="*/ 462829 w 3429066"/>
              <a:gd name="csY191" fmla="*/ 404541 h 779148"/>
              <a:gd name="csX192" fmla="*/ 461162 w 3429066"/>
              <a:gd name="csY192" fmla="*/ 427306 h 779148"/>
              <a:gd name="csX193" fmla="*/ 459991 w 3429066"/>
              <a:gd name="csY193" fmla="*/ 367794 h 779148"/>
              <a:gd name="csX194" fmla="*/ 452409 w 3429066"/>
              <a:gd name="csY194" fmla="*/ 358250 h 779148"/>
              <a:gd name="csX195" fmla="*/ 447761 w 3429066"/>
              <a:gd name="csY195" fmla="*/ 367136 h 779148"/>
              <a:gd name="csX196" fmla="*/ 446313 w 3429066"/>
              <a:gd name="csY196" fmla="*/ 353354 h 779148"/>
              <a:gd name="csX197" fmla="*/ 459991 w 3429066"/>
              <a:gd name="csY197" fmla="*/ 367794 h 779148"/>
              <a:gd name="csX198" fmla="*/ 444770 w 3429066"/>
              <a:gd name="csY198" fmla="*/ 357840 h 779148"/>
              <a:gd name="csX199" fmla="*/ 430997 w 3429066"/>
              <a:gd name="csY199" fmla="*/ 361640 h 779148"/>
              <a:gd name="csX200" fmla="*/ 415661 w 3429066"/>
              <a:gd name="csY200" fmla="*/ 369984 h 779148"/>
              <a:gd name="csX201" fmla="*/ 427977 w 3429066"/>
              <a:gd name="csY201" fmla="*/ 356935 h 779148"/>
              <a:gd name="csX202" fmla="*/ 444770 w 3429066"/>
              <a:gd name="csY202" fmla="*/ 357840 h 779148"/>
              <a:gd name="csX203" fmla="*/ 447685 w 3429066"/>
              <a:gd name="csY203" fmla="*/ 380852 h 779148"/>
              <a:gd name="csX204" fmla="*/ 444598 w 3429066"/>
              <a:gd name="csY204" fmla="*/ 385243 h 779148"/>
              <a:gd name="csX205" fmla="*/ 447570 w 3429066"/>
              <a:gd name="csY205" fmla="*/ 399140 h 779148"/>
              <a:gd name="csX206" fmla="*/ 444437 w 3429066"/>
              <a:gd name="csY206" fmla="*/ 412675 h 779148"/>
              <a:gd name="csX207" fmla="*/ 438360 w 3429066"/>
              <a:gd name="csY207" fmla="*/ 407799 h 779148"/>
              <a:gd name="csX208" fmla="*/ 432254 w 3429066"/>
              <a:gd name="csY208" fmla="*/ 407456 h 779148"/>
              <a:gd name="csX209" fmla="*/ 430778 w 3429066"/>
              <a:gd name="csY209" fmla="*/ 398207 h 779148"/>
              <a:gd name="csX210" fmla="*/ 426263 w 3429066"/>
              <a:gd name="csY210" fmla="*/ 388853 h 779148"/>
              <a:gd name="csX211" fmla="*/ 420205 w 3429066"/>
              <a:gd name="csY211" fmla="*/ 379347 h 779148"/>
              <a:gd name="csX212" fmla="*/ 433902 w 3429066"/>
              <a:gd name="csY212" fmla="*/ 389234 h 779148"/>
              <a:gd name="csX213" fmla="*/ 442998 w 3429066"/>
              <a:gd name="csY213" fmla="*/ 398883 h 779148"/>
              <a:gd name="csX214" fmla="*/ 433978 w 3429066"/>
              <a:gd name="csY214" fmla="*/ 375556 h 779148"/>
              <a:gd name="csX215" fmla="*/ 447685 w 3429066"/>
              <a:gd name="csY215" fmla="*/ 380852 h 779148"/>
              <a:gd name="csX216" fmla="*/ 283836 w 3429066"/>
              <a:gd name="csY216" fmla="*/ 445184 h 779148"/>
              <a:gd name="csX217" fmla="*/ 283769 w 3429066"/>
              <a:gd name="csY217" fmla="*/ 454309 h 779148"/>
              <a:gd name="csX218" fmla="*/ 251698 w 3429066"/>
              <a:gd name="csY218" fmla="*/ 452595 h 779148"/>
              <a:gd name="csX219" fmla="*/ 251727 w 3429066"/>
              <a:gd name="csY219" fmla="*/ 448023 h 779148"/>
              <a:gd name="csX220" fmla="*/ 283836 w 3429066"/>
              <a:gd name="csY220" fmla="*/ 445184 h 779148"/>
              <a:gd name="csX221" fmla="*/ 438169 w 3429066"/>
              <a:gd name="csY221" fmla="*/ 439784 h 779148"/>
              <a:gd name="csX222" fmla="*/ 430397 w 3429066"/>
              <a:gd name="csY222" fmla="*/ 462215 h 779148"/>
              <a:gd name="csX223" fmla="*/ 433597 w 3429066"/>
              <a:gd name="csY223" fmla="*/ 439536 h 779148"/>
              <a:gd name="csX224" fmla="*/ 427606 w 3429066"/>
              <a:gd name="csY224" fmla="*/ 420915 h 779148"/>
              <a:gd name="csX225" fmla="*/ 448923 w 3429066"/>
              <a:gd name="csY225" fmla="*/ 431230 h 779148"/>
              <a:gd name="csX226" fmla="*/ 450342 w 3429066"/>
              <a:gd name="csY226" fmla="*/ 449585 h 779148"/>
              <a:gd name="csX227" fmla="*/ 438169 w 3429066"/>
              <a:gd name="csY227" fmla="*/ 439784 h 779148"/>
              <a:gd name="csX228" fmla="*/ 434845 w 3429066"/>
              <a:gd name="csY228" fmla="*/ 485323 h 779148"/>
              <a:gd name="csX229" fmla="*/ 424101 w 3429066"/>
              <a:gd name="csY229" fmla="*/ 493886 h 779148"/>
              <a:gd name="csX230" fmla="*/ 413433 w 3429066"/>
              <a:gd name="csY230" fmla="*/ 488752 h 779148"/>
              <a:gd name="csX231" fmla="*/ 430311 w 3429066"/>
              <a:gd name="csY231" fmla="*/ 475931 h 779148"/>
              <a:gd name="csX232" fmla="*/ 434845 w 3429066"/>
              <a:gd name="csY232" fmla="*/ 485323 h 779148"/>
              <a:gd name="csX233" fmla="*/ 328365 w 3429066"/>
              <a:gd name="csY233" fmla="*/ 406427 h 779148"/>
              <a:gd name="csX234" fmla="*/ 323726 w 3429066"/>
              <a:gd name="csY234" fmla="*/ 415314 h 779148"/>
              <a:gd name="csX235" fmla="*/ 317697 w 3429066"/>
              <a:gd name="csY235" fmla="*/ 401264 h 779148"/>
              <a:gd name="csX236" fmla="*/ 323974 w 3429066"/>
              <a:gd name="csY236" fmla="*/ 374175 h 779148"/>
              <a:gd name="csX237" fmla="*/ 322278 w 3429066"/>
              <a:gd name="csY237" fmla="*/ 401503 h 779148"/>
              <a:gd name="csX238" fmla="*/ 327003 w 3429066"/>
              <a:gd name="csY238" fmla="*/ 378900 h 779148"/>
              <a:gd name="csX239" fmla="*/ 328536 w 3429066"/>
              <a:gd name="csY239" fmla="*/ 378995 h 779148"/>
              <a:gd name="csX240" fmla="*/ 331594 w 3429066"/>
              <a:gd name="csY240" fmla="*/ 379147 h 779148"/>
              <a:gd name="csX241" fmla="*/ 328393 w 3429066"/>
              <a:gd name="csY241" fmla="*/ 401865 h 779148"/>
              <a:gd name="csX242" fmla="*/ 342167 w 3429066"/>
              <a:gd name="csY242" fmla="*/ 398007 h 779148"/>
              <a:gd name="csX243" fmla="*/ 335918 w 3429066"/>
              <a:gd name="csY243" fmla="*/ 420543 h 779148"/>
              <a:gd name="csX244" fmla="*/ 328365 w 3429066"/>
              <a:gd name="csY244" fmla="*/ 406427 h 779148"/>
              <a:gd name="csX245" fmla="*/ 146342 w 3429066"/>
              <a:gd name="csY245" fmla="*/ 442298 h 779148"/>
              <a:gd name="csX246" fmla="*/ 129511 w 3429066"/>
              <a:gd name="csY246" fmla="*/ 445975 h 779148"/>
              <a:gd name="csX247" fmla="*/ 146342 w 3429066"/>
              <a:gd name="csY247" fmla="*/ 442298 h 779148"/>
              <a:gd name="csX248" fmla="*/ 206464 w 3429066"/>
              <a:gd name="csY248" fmla="*/ 354087 h 779148"/>
              <a:gd name="csX249" fmla="*/ 194301 w 3429066"/>
              <a:gd name="csY249" fmla="*/ 344286 h 779148"/>
              <a:gd name="csX250" fmla="*/ 205026 w 3429066"/>
              <a:gd name="csY250" fmla="*/ 340314 h 779148"/>
              <a:gd name="csX251" fmla="*/ 212741 w 3429066"/>
              <a:gd name="csY251" fmla="*/ 326988 h 779148"/>
              <a:gd name="csX252" fmla="*/ 195920 w 3429066"/>
              <a:gd name="csY252" fmla="*/ 330646 h 779148"/>
              <a:gd name="csX253" fmla="*/ 195977 w 3429066"/>
              <a:gd name="csY253" fmla="*/ 321521 h 779148"/>
              <a:gd name="csX254" fmla="*/ 189757 w 3429066"/>
              <a:gd name="csY254" fmla="*/ 339504 h 779148"/>
              <a:gd name="csX255" fmla="*/ 185233 w 3429066"/>
              <a:gd name="csY255" fmla="*/ 330084 h 779148"/>
              <a:gd name="csX256" fmla="*/ 174508 w 3429066"/>
              <a:gd name="csY256" fmla="*/ 334085 h 779148"/>
              <a:gd name="csX257" fmla="*/ 168478 w 3429066"/>
              <a:gd name="csY257" fmla="*/ 320026 h 779148"/>
              <a:gd name="csX258" fmla="*/ 169955 w 3429066"/>
              <a:gd name="csY258" fmla="*/ 329265 h 779148"/>
              <a:gd name="csX259" fmla="*/ 157705 w 3429066"/>
              <a:gd name="csY259" fmla="*/ 333180 h 779148"/>
              <a:gd name="csX260" fmla="*/ 165430 w 3429066"/>
              <a:gd name="csY260" fmla="*/ 319892 h 779148"/>
              <a:gd name="csX261" fmla="*/ 163963 w 3429066"/>
              <a:gd name="csY261" fmla="*/ 310653 h 779148"/>
              <a:gd name="csX262" fmla="*/ 156239 w 3429066"/>
              <a:gd name="csY262" fmla="*/ 323969 h 779148"/>
              <a:gd name="csX263" fmla="*/ 141056 w 3429066"/>
              <a:gd name="csY263" fmla="*/ 309386 h 779148"/>
              <a:gd name="csX264" fmla="*/ 150295 w 3429066"/>
              <a:gd name="csY264" fmla="*/ 296194 h 779148"/>
              <a:gd name="csX265" fmla="*/ 144218 w 3429066"/>
              <a:gd name="csY265" fmla="*/ 291298 h 779148"/>
              <a:gd name="csX266" fmla="*/ 176403 w 3429066"/>
              <a:gd name="csY266" fmla="*/ 274753 h 779148"/>
              <a:gd name="csX267" fmla="*/ 179403 w 3429066"/>
              <a:gd name="csY267" fmla="*/ 284059 h 779148"/>
              <a:gd name="csX268" fmla="*/ 182509 w 3429066"/>
              <a:gd name="csY268" fmla="*/ 275068 h 779148"/>
              <a:gd name="csX269" fmla="*/ 185509 w 3429066"/>
              <a:gd name="csY269" fmla="*/ 284393 h 779148"/>
              <a:gd name="csX270" fmla="*/ 190148 w 3429066"/>
              <a:gd name="csY270" fmla="*/ 275487 h 779148"/>
              <a:gd name="csX271" fmla="*/ 202311 w 3429066"/>
              <a:gd name="csY271" fmla="*/ 285278 h 779148"/>
              <a:gd name="csX272" fmla="*/ 222190 w 3429066"/>
              <a:gd name="csY272" fmla="*/ 281802 h 779148"/>
              <a:gd name="csX273" fmla="*/ 240440 w 3429066"/>
              <a:gd name="csY273" fmla="*/ 296508 h 779148"/>
              <a:gd name="csX274" fmla="*/ 245040 w 3429066"/>
              <a:gd name="csY274" fmla="*/ 292165 h 779148"/>
              <a:gd name="csX275" fmla="*/ 274063 w 3429066"/>
              <a:gd name="csY275" fmla="*/ 293737 h 779148"/>
              <a:gd name="csX276" fmla="*/ 278587 w 3429066"/>
              <a:gd name="csY276" fmla="*/ 303138 h 779148"/>
              <a:gd name="csX277" fmla="*/ 270843 w 3429066"/>
              <a:gd name="csY277" fmla="*/ 320997 h 779148"/>
              <a:gd name="csX278" fmla="*/ 283197 w 3429066"/>
              <a:gd name="csY278" fmla="*/ 298795 h 779148"/>
              <a:gd name="csX279" fmla="*/ 313687 w 3429066"/>
              <a:gd name="csY279" fmla="*/ 309615 h 779148"/>
              <a:gd name="csX280" fmla="*/ 319726 w 3429066"/>
              <a:gd name="csY280" fmla="*/ 323664 h 779148"/>
              <a:gd name="csX281" fmla="*/ 330327 w 3429066"/>
              <a:gd name="csY281" fmla="*/ 337923 h 779148"/>
              <a:gd name="csX282" fmla="*/ 318078 w 3429066"/>
              <a:gd name="csY282" fmla="*/ 341848 h 779148"/>
              <a:gd name="csX283" fmla="*/ 304333 w 3429066"/>
              <a:gd name="csY283" fmla="*/ 341114 h 779148"/>
              <a:gd name="csX284" fmla="*/ 301247 w 3429066"/>
              <a:gd name="csY284" fmla="*/ 345505 h 779148"/>
              <a:gd name="csX285" fmla="*/ 296732 w 3429066"/>
              <a:gd name="csY285" fmla="*/ 336104 h 779148"/>
              <a:gd name="csX286" fmla="*/ 289065 w 3429066"/>
              <a:gd name="csY286" fmla="*/ 340285 h 779148"/>
              <a:gd name="csX287" fmla="*/ 276816 w 3429066"/>
              <a:gd name="csY287" fmla="*/ 344191 h 779148"/>
              <a:gd name="csX288" fmla="*/ 276949 w 3429066"/>
              <a:gd name="csY288" fmla="*/ 321350 h 779148"/>
              <a:gd name="csX289" fmla="*/ 276863 w 3429066"/>
              <a:gd name="csY289" fmla="*/ 335047 h 779148"/>
              <a:gd name="csX290" fmla="*/ 267595 w 3429066"/>
              <a:gd name="csY290" fmla="*/ 352839 h 779148"/>
              <a:gd name="csX291" fmla="*/ 238658 w 3429066"/>
              <a:gd name="csY291" fmla="*/ 337542 h 779148"/>
              <a:gd name="csX292" fmla="*/ 226266 w 3429066"/>
              <a:gd name="csY292" fmla="*/ 364336 h 779148"/>
              <a:gd name="csX293" fmla="*/ 212550 w 3429066"/>
              <a:gd name="csY293" fmla="*/ 359011 h 779148"/>
              <a:gd name="csX294" fmla="*/ 212665 w 3429066"/>
              <a:gd name="csY294" fmla="*/ 340724 h 779148"/>
              <a:gd name="csX295" fmla="*/ 206464 w 3429066"/>
              <a:gd name="csY295" fmla="*/ 354087 h 779148"/>
              <a:gd name="csX296" fmla="*/ 261528 w 3429066"/>
              <a:gd name="csY296" fmla="*/ 343352 h 779148"/>
              <a:gd name="csX297" fmla="*/ 258528 w 3429066"/>
              <a:gd name="csY297" fmla="*/ 334047 h 779148"/>
              <a:gd name="csX298" fmla="*/ 267643 w 3429066"/>
              <a:gd name="csY298" fmla="*/ 343695 h 779148"/>
              <a:gd name="csX299" fmla="*/ 264757 w 3429066"/>
              <a:gd name="csY299" fmla="*/ 316101 h 779148"/>
              <a:gd name="csX300" fmla="*/ 261528 w 3429066"/>
              <a:gd name="csY300" fmla="*/ 343352 h 779148"/>
              <a:gd name="csX301" fmla="*/ 250879 w 3429066"/>
              <a:gd name="csY301" fmla="*/ 333637 h 779148"/>
              <a:gd name="csX302" fmla="*/ 258604 w 3429066"/>
              <a:gd name="csY302" fmla="*/ 320331 h 779148"/>
              <a:gd name="csX303" fmla="*/ 261661 w 3429066"/>
              <a:gd name="csY303" fmla="*/ 320502 h 779148"/>
              <a:gd name="csX304" fmla="*/ 254108 w 3429066"/>
              <a:gd name="csY304" fmla="*/ 306376 h 779148"/>
              <a:gd name="csX305" fmla="*/ 250879 w 3429066"/>
              <a:gd name="csY305" fmla="*/ 333637 h 779148"/>
              <a:gd name="csX306" fmla="*/ 240249 w 3429066"/>
              <a:gd name="csY306" fmla="*/ 323893 h 779148"/>
              <a:gd name="csX307" fmla="*/ 249298 w 3429066"/>
              <a:gd name="csY307" fmla="*/ 342705 h 779148"/>
              <a:gd name="csX308" fmla="*/ 247907 w 3429066"/>
              <a:gd name="csY308" fmla="*/ 319740 h 779148"/>
              <a:gd name="csX309" fmla="*/ 240249 w 3429066"/>
              <a:gd name="csY309" fmla="*/ 323893 h 779148"/>
              <a:gd name="csX310" fmla="*/ 174746 w 3429066"/>
              <a:gd name="csY310" fmla="*/ 292946 h 779148"/>
              <a:gd name="csX311" fmla="*/ 173269 w 3429066"/>
              <a:gd name="csY311" fmla="*/ 283716 h 779148"/>
              <a:gd name="csX312" fmla="*/ 165525 w 3429066"/>
              <a:gd name="csY312" fmla="*/ 301595 h 779148"/>
              <a:gd name="csX313" fmla="*/ 174746 w 3429066"/>
              <a:gd name="csY313" fmla="*/ 292946 h 779148"/>
              <a:gd name="csX314" fmla="*/ 220485 w 3429066"/>
              <a:gd name="csY314" fmla="*/ 309139 h 779148"/>
              <a:gd name="csX315" fmla="*/ 232705 w 3429066"/>
              <a:gd name="csY315" fmla="*/ 309805 h 779148"/>
              <a:gd name="csX316" fmla="*/ 220485 w 3429066"/>
              <a:gd name="csY316" fmla="*/ 309139 h 779148"/>
              <a:gd name="csX317" fmla="*/ 215713 w 3429066"/>
              <a:gd name="csY317" fmla="*/ 340885 h 779148"/>
              <a:gd name="csX318" fmla="*/ 232581 w 3429066"/>
              <a:gd name="csY318" fmla="*/ 328084 h 779148"/>
              <a:gd name="csX319" fmla="*/ 215713 w 3429066"/>
              <a:gd name="csY319" fmla="*/ 340885 h 779148"/>
              <a:gd name="csX320" fmla="*/ 860917 w 3429066"/>
              <a:gd name="csY320" fmla="*/ 512917 h 779148"/>
              <a:gd name="csX321" fmla="*/ 853202 w 3429066"/>
              <a:gd name="csY321" fmla="*/ 526214 h 779148"/>
              <a:gd name="csX322" fmla="*/ 857974 w 3429066"/>
              <a:gd name="csY322" fmla="*/ 494467 h 779148"/>
              <a:gd name="csX323" fmla="*/ 860917 w 3429066"/>
              <a:gd name="csY323" fmla="*/ 512917 h 779148"/>
              <a:gd name="csX324" fmla="*/ 0 w 3429066"/>
              <a:gd name="csY324" fmla="*/ 388682 h 779148"/>
              <a:gd name="csX325" fmla="*/ 13773 w 3429066"/>
              <a:gd name="csY325" fmla="*/ 384843 h 779148"/>
              <a:gd name="csX326" fmla="*/ 0 w 3429066"/>
              <a:gd name="csY326" fmla="*/ 388682 h 779148"/>
              <a:gd name="csX327" fmla="*/ 281054 w 3429066"/>
              <a:gd name="csY327" fmla="*/ 399293 h 779148"/>
              <a:gd name="csX328" fmla="*/ 273463 w 3429066"/>
              <a:gd name="csY328" fmla="*/ 389720 h 779148"/>
              <a:gd name="csX329" fmla="*/ 282654 w 3429066"/>
              <a:gd name="csY329" fmla="*/ 385672 h 779148"/>
              <a:gd name="csX330" fmla="*/ 281054 w 3429066"/>
              <a:gd name="csY330" fmla="*/ 399293 h 779148"/>
              <a:gd name="csX331" fmla="*/ 270596 w 3429066"/>
              <a:gd name="csY331" fmla="*/ 357554 h 779148"/>
              <a:gd name="csX332" fmla="*/ 273739 w 3429066"/>
              <a:gd name="csY332" fmla="*/ 344010 h 779148"/>
              <a:gd name="csX333" fmla="*/ 284426 w 3429066"/>
              <a:gd name="csY333" fmla="*/ 344591 h 779148"/>
              <a:gd name="csX334" fmla="*/ 270596 w 3429066"/>
              <a:gd name="csY334" fmla="*/ 357554 h 779148"/>
              <a:gd name="csX335" fmla="*/ 236420 w 3429066"/>
              <a:gd name="csY335" fmla="*/ 451747 h 779148"/>
              <a:gd name="csX336" fmla="*/ 230315 w 3429066"/>
              <a:gd name="csY336" fmla="*/ 451423 h 779148"/>
              <a:gd name="csX337" fmla="*/ 231934 w 3429066"/>
              <a:gd name="csY337" fmla="*/ 437783 h 779148"/>
              <a:gd name="csX338" fmla="*/ 228886 w 3429066"/>
              <a:gd name="csY338" fmla="*/ 437631 h 779148"/>
              <a:gd name="csX339" fmla="*/ 228829 w 3429066"/>
              <a:gd name="csY339" fmla="*/ 446756 h 779148"/>
              <a:gd name="csX340" fmla="*/ 221218 w 3429066"/>
              <a:gd name="csY340" fmla="*/ 441793 h 779148"/>
              <a:gd name="csX341" fmla="*/ 222637 w 3429066"/>
              <a:gd name="csY341" fmla="*/ 460157 h 779148"/>
              <a:gd name="csX342" fmla="*/ 207426 w 3429066"/>
              <a:gd name="csY342" fmla="*/ 450175 h 779148"/>
              <a:gd name="csX343" fmla="*/ 213646 w 3429066"/>
              <a:gd name="csY343" fmla="*/ 432202 h 779148"/>
              <a:gd name="csX344" fmla="*/ 218170 w 3429066"/>
              <a:gd name="csY344" fmla="*/ 441622 h 779148"/>
              <a:gd name="csX345" fmla="*/ 219751 w 3429066"/>
              <a:gd name="csY345" fmla="*/ 432535 h 779148"/>
              <a:gd name="csX346" fmla="*/ 233505 w 3429066"/>
              <a:gd name="csY346" fmla="*/ 433287 h 779148"/>
              <a:gd name="csX347" fmla="*/ 236420 w 3429066"/>
              <a:gd name="csY347" fmla="*/ 451747 h 779148"/>
              <a:gd name="csX348" fmla="*/ 2056791 w 3429066"/>
              <a:gd name="csY348" fmla="*/ 577505 h 779148"/>
              <a:gd name="csX349" fmla="*/ 2049094 w 3429066"/>
              <a:gd name="csY349" fmla="*/ 586221 h 779148"/>
              <a:gd name="csX350" fmla="*/ 2056791 w 3429066"/>
              <a:gd name="csY350" fmla="*/ 577505 h 779148"/>
              <a:gd name="csX351" fmla="*/ 247364 w 3429066"/>
              <a:gd name="csY351" fmla="*/ 411180 h 779148"/>
              <a:gd name="csX352" fmla="*/ 233591 w 3429066"/>
              <a:gd name="csY352" fmla="*/ 414990 h 779148"/>
              <a:gd name="csX353" fmla="*/ 224476 w 3429066"/>
              <a:gd name="csY353" fmla="*/ 405370 h 779148"/>
              <a:gd name="csX354" fmla="*/ 212227 w 3429066"/>
              <a:gd name="csY354" fmla="*/ 409256 h 779148"/>
              <a:gd name="csX355" fmla="*/ 224533 w 3429066"/>
              <a:gd name="csY355" fmla="*/ 396207 h 779148"/>
              <a:gd name="csX356" fmla="*/ 247364 w 3429066"/>
              <a:gd name="csY356" fmla="*/ 411180 h 779148"/>
              <a:gd name="csX357" fmla="*/ 250441 w 3429066"/>
              <a:gd name="csY357" fmla="*/ 406779 h 779148"/>
              <a:gd name="csX358" fmla="*/ 270405 w 3429066"/>
              <a:gd name="csY358" fmla="*/ 389530 h 779148"/>
              <a:gd name="csX359" fmla="*/ 273387 w 3429066"/>
              <a:gd name="csY359" fmla="*/ 403446 h 779148"/>
              <a:gd name="csX360" fmla="*/ 250441 w 3429066"/>
              <a:gd name="csY360" fmla="*/ 406779 h 779148"/>
              <a:gd name="csX361" fmla="*/ 238477 w 3429066"/>
              <a:gd name="csY361" fmla="*/ 364984 h 779148"/>
              <a:gd name="csX362" fmla="*/ 232343 w 3429066"/>
              <a:gd name="csY362" fmla="*/ 369203 h 779148"/>
              <a:gd name="csX363" fmla="*/ 238535 w 3429066"/>
              <a:gd name="csY363" fmla="*/ 355830 h 779148"/>
              <a:gd name="csX364" fmla="*/ 261385 w 3429066"/>
              <a:gd name="csY364" fmla="*/ 366222 h 779148"/>
              <a:gd name="csX365" fmla="*/ 238477 w 3429066"/>
              <a:gd name="csY365" fmla="*/ 364984 h 779148"/>
              <a:gd name="csX366" fmla="*/ 7125 w 3429066"/>
              <a:gd name="csY366" fmla="*/ 727448 h 779148"/>
              <a:gd name="csX367" fmla="*/ 19698 w 3429066"/>
              <a:gd name="csY367" fmla="*/ 668650 h 779148"/>
              <a:gd name="csX368" fmla="*/ 27365 w 3429066"/>
              <a:gd name="csY368" fmla="*/ 664498 h 779148"/>
              <a:gd name="csX369" fmla="*/ 41167 w 3429066"/>
              <a:gd name="csY369" fmla="*/ 656087 h 779148"/>
              <a:gd name="csX370" fmla="*/ 48892 w 3429066"/>
              <a:gd name="csY370" fmla="*/ 642809 h 779148"/>
              <a:gd name="csX371" fmla="*/ 99289 w 3429066"/>
              <a:gd name="csY371" fmla="*/ 645533 h 779148"/>
              <a:gd name="csX372" fmla="*/ 94650 w 3429066"/>
              <a:gd name="csY372" fmla="*/ 654410 h 779148"/>
              <a:gd name="csX373" fmla="*/ 102260 w 3429066"/>
              <a:gd name="csY373" fmla="*/ 659392 h 779148"/>
              <a:gd name="csX374" fmla="*/ 114367 w 3429066"/>
              <a:gd name="csY374" fmla="*/ 678347 h 779148"/>
              <a:gd name="csX375" fmla="*/ 100794 w 3429066"/>
              <a:gd name="csY375" fmla="*/ 650153 h 779148"/>
              <a:gd name="csX376" fmla="*/ 119139 w 3429066"/>
              <a:gd name="csY376" fmla="*/ 646590 h 779148"/>
              <a:gd name="csX377" fmla="*/ 115976 w 3429066"/>
              <a:gd name="csY377" fmla="*/ 664707 h 779148"/>
              <a:gd name="csX378" fmla="*/ 125111 w 3429066"/>
              <a:gd name="csY378" fmla="*/ 669765 h 779148"/>
              <a:gd name="csX379" fmla="*/ 120720 w 3429066"/>
              <a:gd name="csY379" fmla="*/ 637513 h 779148"/>
              <a:gd name="csX380" fmla="*/ 128349 w 3429066"/>
              <a:gd name="csY380" fmla="*/ 637923 h 779148"/>
              <a:gd name="csX381" fmla="*/ 134350 w 3429066"/>
              <a:gd name="csY381" fmla="*/ 656534 h 779148"/>
              <a:gd name="csX382" fmla="*/ 129797 w 3429066"/>
              <a:gd name="csY382" fmla="*/ 651715 h 779148"/>
              <a:gd name="csX383" fmla="*/ 142065 w 3429066"/>
              <a:gd name="csY383" fmla="*/ 643237 h 779148"/>
              <a:gd name="csX384" fmla="*/ 145047 w 3429066"/>
              <a:gd name="csY384" fmla="*/ 657125 h 779148"/>
              <a:gd name="csX385" fmla="*/ 161754 w 3429066"/>
              <a:gd name="csY385" fmla="*/ 671717 h 779148"/>
              <a:gd name="csX386" fmla="*/ 143208 w 3429066"/>
              <a:gd name="csY386" fmla="*/ 707284 h 779148"/>
              <a:gd name="csX387" fmla="*/ 140208 w 3429066"/>
              <a:gd name="csY387" fmla="*/ 697997 h 779148"/>
              <a:gd name="csX388" fmla="*/ 140103 w 3429066"/>
              <a:gd name="csY388" fmla="*/ 716294 h 779148"/>
              <a:gd name="csX389" fmla="*/ 127854 w 3429066"/>
              <a:gd name="csY389" fmla="*/ 720190 h 779148"/>
              <a:gd name="csX390" fmla="*/ 134017 w 3429066"/>
              <a:gd name="csY390" fmla="*/ 711351 h 779148"/>
              <a:gd name="csX391" fmla="*/ 121796 w 3429066"/>
              <a:gd name="csY391" fmla="*/ 710713 h 779148"/>
              <a:gd name="csX392" fmla="*/ 112690 w 3429066"/>
              <a:gd name="csY392" fmla="*/ 701092 h 779148"/>
              <a:gd name="csX393" fmla="*/ 108023 w 3429066"/>
              <a:gd name="csY393" fmla="*/ 714532 h 779148"/>
              <a:gd name="csX394" fmla="*/ 112605 w 3429066"/>
              <a:gd name="csY394" fmla="*/ 714799 h 779148"/>
              <a:gd name="csX395" fmla="*/ 117129 w 3429066"/>
              <a:gd name="csY395" fmla="*/ 724200 h 779148"/>
              <a:gd name="csX396" fmla="*/ 129350 w 3429066"/>
              <a:gd name="csY396" fmla="*/ 724848 h 779148"/>
              <a:gd name="csX397" fmla="*/ 88021 w 3429066"/>
              <a:gd name="csY397" fmla="*/ 736325 h 779148"/>
              <a:gd name="csX398" fmla="*/ 88297 w 3429066"/>
              <a:gd name="csY398" fmla="*/ 690586 h 779148"/>
              <a:gd name="csX399" fmla="*/ 79115 w 3429066"/>
              <a:gd name="csY399" fmla="*/ 694711 h 779148"/>
              <a:gd name="csX400" fmla="*/ 80505 w 3429066"/>
              <a:gd name="csY400" fmla="*/ 717637 h 779148"/>
              <a:gd name="csX401" fmla="*/ 72866 w 3429066"/>
              <a:gd name="csY401" fmla="*/ 717228 h 779148"/>
              <a:gd name="csX402" fmla="*/ 83468 w 3429066"/>
              <a:gd name="csY402" fmla="*/ 731525 h 779148"/>
              <a:gd name="csX403" fmla="*/ 60446 w 3429066"/>
              <a:gd name="csY403" fmla="*/ 748565 h 779148"/>
              <a:gd name="csX404" fmla="*/ 62065 w 3429066"/>
              <a:gd name="csY404" fmla="*/ 734906 h 779148"/>
              <a:gd name="csX405" fmla="*/ 54369 w 3429066"/>
              <a:gd name="csY405" fmla="*/ 743650 h 779148"/>
              <a:gd name="csX406" fmla="*/ 57360 w 3429066"/>
              <a:gd name="csY406" fmla="*/ 752966 h 779148"/>
              <a:gd name="csX407" fmla="*/ 29766 w 3429066"/>
              <a:gd name="csY407" fmla="*/ 769768 h 779148"/>
              <a:gd name="csX408" fmla="*/ 28327 w 3429066"/>
              <a:gd name="csY408" fmla="*/ 755985 h 779148"/>
              <a:gd name="csX409" fmla="*/ 25156 w 3429066"/>
              <a:gd name="csY409" fmla="*/ 774082 h 779148"/>
              <a:gd name="csX410" fmla="*/ 15973 w 3429066"/>
              <a:gd name="csY410" fmla="*/ 778140 h 779148"/>
              <a:gd name="csX411" fmla="*/ 7125 w 3429066"/>
              <a:gd name="csY411" fmla="*/ 727448 h 779148"/>
              <a:gd name="csX412" fmla="*/ 115862 w 3429066"/>
              <a:gd name="csY412" fmla="*/ 683033 h 779148"/>
              <a:gd name="csX413" fmla="*/ 128054 w 3429066"/>
              <a:gd name="csY413" fmla="*/ 688243 h 779148"/>
              <a:gd name="csX414" fmla="*/ 115862 w 3429066"/>
              <a:gd name="csY414" fmla="*/ 683033 h 779148"/>
              <a:gd name="csX415" fmla="*/ 88344 w 3429066"/>
              <a:gd name="csY415" fmla="*/ 686081 h 779148"/>
              <a:gd name="csX416" fmla="*/ 92707 w 3429066"/>
              <a:gd name="csY416" fmla="*/ 722924 h 779148"/>
              <a:gd name="csX417" fmla="*/ 97460 w 3429066"/>
              <a:gd name="csY417" fmla="*/ 695740 h 779148"/>
              <a:gd name="csX418" fmla="*/ 111262 w 3429066"/>
              <a:gd name="csY418" fmla="*/ 687348 h 779148"/>
              <a:gd name="csX419" fmla="*/ 105099 w 3429066"/>
              <a:gd name="csY419" fmla="*/ 696168 h 779148"/>
              <a:gd name="csX420" fmla="*/ 88344 w 3429066"/>
              <a:gd name="csY420" fmla="*/ 686081 h 779148"/>
              <a:gd name="csX421" fmla="*/ 56102 w 3429066"/>
              <a:gd name="csY421" fmla="*/ 711789 h 779148"/>
              <a:gd name="csX422" fmla="*/ 66818 w 3429066"/>
              <a:gd name="csY422" fmla="*/ 707788 h 779148"/>
              <a:gd name="csX423" fmla="*/ 74514 w 3429066"/>
              <a:gd name="csY423" fmla="*/ 699092 h 779148"/>
              <a:gd name="csX424" fmla="*/ 66942 w 3429066"/>
              <a:gd name="csY424" fmla="*/ 689520 h 779148"/>
              <a:gd name="csX425" fmla="*/ 56102 w 3429066"/>
              <a:gd name="csY425" fmla="*/ 711789 h 779148"/>
              <a:gd name="csX426" fmla="*/ 59331 w 3429066"/>
              <a:gd name="csY426" fmla="*/ 684538 h 779148"/>
              <a:gd name="csX427" fmla="*/ 53302 w 3429066"/>
              <a:gd name="csY427" fmla="*/ 670498 h 779148"/>
              <a:gd name="csX428" fmla="*/ 59331 w 3429066"/>
              <a:gd name="csY428" fmla="*/ 684538 h 779148"/>
              <a:gd name="csX429" fmla="*/ 48416 w 3429066"/>
              <a:gd name="csY429" fmla="*/ 720552 h 779148"/>
              <a:gd name="csX430" fmla="*/ 54607 w 3429066"/>
              <a:gd name="csY430" fmla="*/ 707141 h 779148"/>
              <a:gd name="csX431" fmla="*/ 48520 w 3429066"/>
              <a:gd name="csY431" fmla="*/ 702255 h 779148"/>
              <a:gd name="csX432" fmla="*/ 48416 w 3429066"/>
              <a:gd name="csY432" fmla="*/ 720552 h 779148"/>
              <a:gd name="csX433" fmla="*/ 43748 w 3429066"/>
              <a:gd name="csY433" fmla="*/ 734001 h 779148"/>
              <a:gd name="csX434" fmla="*/ 42396 w 3429066"/>
              <a:gd name="csY434" fmla="*/ 706484 h 779148"/>
              <a:gd name="csX435" fmla="*/ 43748 w 3429066"/>
              <a:gd name="csY435" fmla="*/ 734001 h 779148"/>
              <a:gd name="csX436" fmla="*/ 22260 w 3429066"/>
              <a:gd name="csY436" fmla="*/ 751137 h 779148"/>
              <a:gd name="csX437" fmla="*/ 23755 w 3429066"/>
              <a:gd name="csY437" fmla="*/ 755785 h 779148"/>
              <a:gd name="csX438" fmla="*/ 17774 w 3429066"/>
              <a:gd name="csY438" fmla="*/ 732601 h 779148"/>
              <a:gd name="csX439" fmla="*/ 22260 w 3429066"/>
              <a:gd name="csY439" fmla="*/ 751137 h 779148"/>
              <a:gd name="csX440" fmla="*/ 746379 w 3429066"/>
              <a:gd name="csY440" fmla="*/ 506735 h 779148"/>
              <a:gd name="csX441" fmla="*/ 758514 w 3429066"/>
              <a:gd name="csY441" fmla="*/ 521108 h 779148"/>
              <a:gd name="csX442" fmla="*/ 743264 w 3429066"/>
              <a:gd name="csY442" fmla="*/ 515717 h 779148"/>
              <a:gd name="csX443" fmla="*/ 746379 w 3429066"/>
              <a:gd name="csY443" fmla="*/ 506735 h 779148"/>
              <a:gd name="csX444" fmla="*/ 750856 w 3429066"/>
              <a:gd name="csY444" fmla="*/ 525261 h 779148"/>
              <a:gd name="csX445" fmla="*/ 741626 w 3429066"/>
              <a:gd name="csY445" fmla="*/ 533900 h 779148"/>
              <a:gd name="csX446" fmla="*/ 750856 w 3429066"/>
              <a:gd name="csY446" fmla="*/ 525261 h 779148"/>
              <a:gd name="csX447" fmla="*/ 700402 w 3429066"/>
              <a:gd name="csY447" fmla="*/ 531681 h 779148"/>
              <a:gd name="csX448" fmla="*/ 718785 w 3429066"/>
              <a:gd name="csY448" fmla="*/ 523518 h 779148"/>
              <a:gd name="csX449" fmla="*/ 728005 w 3429066"/>
              <a:gd name="csY449" fmla="*/ 514879 h 779148"/>
              <a:gd name="csX450" fmla="*/ 726453 w 3429066"/>
              <a:gd name="csY450" fmla="*/ 519374 h 779148"/>
              <a:gd name="csX451" fmla="*/ 727948 w 3429066"/>
              <a:gd name="csY451" fmla="*/ 524023 h 779148"/>
              <a:gd name="csX452" fmla="*/ 708012 w 3429066"/>
              <a:gd name="csY452" fmla="*/ 536653 h 779148"/>
              <a:gd name="csX453" fmla="*/ 700402 w 3429066"/>
              <a:gd name="csY453" fmla="*/ 531681 h 779148"/>
              <a:gd name="csX454" fmla="*/ 763124 w 3429066"/>
              <a:gd name="csY454" fmla="*/ 516765 h 779148"/>
              <a:gd name="csX455" fmla="*/ 778450 w 3429066"/>
              <a:gd name="csY455" fmla="*/ 508478 h 779148"/>
              <a:gd name="csX456" fmla="*/ 766086 w 3429066"/>
              <a:gd name="csY456" fmla="*/ 530681 h 779148"/>
              <a:gd name="csX457" fmla="*/ 761676 w 3429066"/>
              <a:gd name="csY457" fmla="*/ 502992 h 779148"/>
              <a:gd name="csX458" fmla="*/ 755571 w 3429066"/>
              <a:gd name="csY458" fmla="*/ 502658 h 779148"/>
              <a:gd name="csX459" fmla="*/ 766315 w 3429066"/>
              <a:gd name="csY459" fmla="*/ 494095 h 779148"/>
              <a:gd name="csX460" fmla="*/ 763124 w 3429066"/>
              <a:gd name="csY460" fmla="*/ 516765 h 779148"/>
              <a:gd name="csX461" fmla="*/ 722052 w 3429066"/>
              <a:gd name="csY461" fmla="*/ 487132 h 779148"/>
              <a:gd name="csX462" fmla="*/ 746465 w 3429066"/>
              <a:gd name="csY462" fmla="*/ 493009 h 779148"/>
              <a:gd name="csX463" fmla="*/ 731025 w 3429066"/>
              <a:gd name="csY463" fmla="*/ 519641 h 779148"/>
              <a:gd name="csX464" fmla="*/ 737226 w 3429066"/>
              <a:gd name="csY464" fmla="*/ 506230 h 779148"/>
              <a:gd name="csX465" fmla="*/ 722052 w 3429066"/>
              <a:gd name="csY465" fmla="*/ 487132 h 779148"/>
              <a:gd name="csX466" fmla="*/ 395164 w 3429066"/>
              <a:gd name="csY466" fmla="*/ 478598 h 779148"/>
              <a:gd name="csX467" fmla="*/ 395078 w 3429066"/>
              <a:gd name="csY467" fmla="*/ 492295 h 779148"/>
              <a:gd name="csX468" fmla="*/ 389049 w 3429066"/>
              <a:gd name="csY468" fmla="*/ 478274 h 779148"/>
              <a:gd name="csX469" fmla="*/ 395164 w 3429066"/>
              <a:gd name="csY469" fmla="*/ 478598 h 779148"/>
              <a:gd name="csX470" fmla="*/ 789194 w 3429066"/>
              <a:gd name="csY470" fmla="*/ 499877 h 779148"/>
              <a:gd name="csX471" fmla="*/ 773916 w 3429066"/>
              <a:gd name="csY471" fmla="*/ 499067 h 779148"/>
              <a:gd name="csX472" fmla="*/ 780145 w 3429066"/>
              <a:gd name="csY472" fmla="*/ 481093 h 779148"/>
              <a:gd name="csX473" fmla="*/ 789194 w 3429066"/>
              <a:gd name="csY473" fmla="*/ 499877 h 779148"/>
              <a:gd name="csX474" fmla="*/ 848458 w 3429066"/>
              <a:gd name="csY474" fmla="*/ 553398 h 779148"/>
              <a:gd name="csX475" fmla="*/ 828608 w 3429066"/>
              <a:gd name="csY475" fmla="*/ 552331 h 779148"/>
              <a:gd name="csX476" fmla="*/ 833190 w 3429066"/>
              <a:gd name="csY476" fmla="*/ 552588 h 779148"/>
              <a:gd name="csX477" fmla="*/ 848458 w 3429066"/>
              <a:gd name="csY477" fmla="*/ 553398 h 779148"/>
              <a:gd name="csX478" fmla="*/ 705222 w 3429066"/>
              <a:gd name="csY478" fmla="*/ 490780 h 779148"/>
              <a:gd name="csX479" fmla="*/ 694363 w 3429066"/>
              <a:gd name="csY479" fmla="*/ 517641 h 779148"/>
              <a:gd name="csX480" fmla="*/ 699145 w 3429066"/>
              <a:gd name="csY480" fmla="*/ 485894 h 779148"/>
              <a:gd name="csX481" fmla="*/ 714365 w 3429066"/>
              <a:gd name="csY481" fmla="*/ 495848 h 779148"/>
              <a:gd name="csX482" fmla="*/ 705222 w 3429066"/>
              <a:gd name="csY482" fmla="*/ 490780 h 779148"/>
              <a:gd name="csX483" fmla="*/ 820912 w 3429066"/>
              <a:gd name="csY483" fmla="*/ 561046 h 779148"/>
              <a:gd name="csX484" fmla="*/ 801034 w 3429066"/>
              <a:gd name="csY484" fmla="*/ 564552 h 779148"/>
              <a:gd name="csX485" fmla="*/ 820912 w 3429066"/>
              <a:gd name="csY485" fmla="*/ 561046 h 779148"/>
              <a:gd name="csX486" fmla="*/ 804358 w 3429066"/>
              <a:gd name="csY486" fmla="*/ 519003 h 779148"/>
              <a:gd name="csX487" fmla="*/ 795223 w 3429066"/>
              <a:gd name="csY487" fmla="*/ 513926 h 779148"/>
              <a:gd name="csX488" fmla="*/ 801414 w 3429066"/>
              <a:gd name="csY488" fmla="*/ 500553 h 779148"/>
              <a:gd name="csX489" fmla="*/ 804358 w 3429066"/>
              <a:gd name="csY489" fmla="*/ 519003 h 779148"/>
              <a:gd name="csX490" fmla="*/ 844153 w 3429066"/>
              <a:gd name="csY490" fmla="*/ 507449 h 779148"/>
              <a:gd name="csX491" fmla="*/ 850173 w 3429066"/>
              <a:gd name="csY491" fmla="*/ 521460 h 779148"/>
              <a:gd name="csX492" fmla="*/ 831790 w 3429066"/>
              <a:gd name="csY492" fmla="*/ 529642 h 779148"/>
              <a:gd name="csX493" fmla="*/ 827322 w 3429066"/>
              <a:gd name="csY493" fmla="*/ 511097 h 779148"/>
              <a:gd name="csX494" fmla="*/ 827208 w 3429066"/>
              <a:gd name="csY494" fmla="*/ 529385 h 779148"/>
              <a:gd name="csX495" fmla="*/ 821141 w 3429066"/>
              <a:gd name="csY495" fmla="*/ 524489 h 779148"/>
              <a:gd name="csX496" fmla="*/ 821246 w 3429066"/>
              <a:gd name="csY496" fmla="*/ 506211 h 779148"/>
              <a:gd name="csX497" fmla="*/ 830428 w 3429066"/>
              <a:gd name="csY497" fmla="*/ 502125 h 779148"/>
              <a:gd name="csX498" fmla="*/ 836590 w 3429066"/>
              <a:gd name="csY498" fmla="*/ 493305 h 779148"/>
              <a:gd name="csX499" fmla="*/ 831952 w 3429066"/>
              <a:gd name="csY499" fmla="*/ 502201 h 779148"/>
              <a:gd name="csX500" fmla="*/ 833399 w 3429066"/>
              <a:gd name="csY500" fmla="*/ 515993 h 779148"/>
              <a:gd name="csX501" fmla="*/ 848830 w 3429066"/>
              <a:gd name="csY501" fmla="*/ 489399 h 779148"/>
              <a:gd name="csX502" fmla="*/ 854907 w 3429066"/>
              <a:gd name="csY502" fmla="*/ 494314 h 779148"/>
              <a:gd name="csX503" fmla="*/ 853278 w 3429066"/>
              <a:gd name="csY503" fmla="*/ 512507 h 779148"/>
              <a:gd name="csX504" fmla="*/ 844153 w 3429066"/>
              <a:gd name="csY504" fmla="*/ 507449 h 779148"/>
              <a:gd name="csX505" fmla="*/ 785708 w 3429066"/>
              <a:gd name="csY505" fmla="*/ 572857 h 779148"/>
              <a:gd name="csX506" fmla="*/ 770430 w 3429066"/>
              <a:gd name="csY506" fmla="*/ 572048 h 779148"/>
              <a:gd name="csX507" fmla="*/ 764343 w 3429066"/>
              <a:gd name="csY507" fmla="*/ 567142 h 779148"/>
              <a:gd name="csX508" fmla="*/ 758200 w 3429066"/>
              <a:gd name="csY508" fmla="*/ 571372 h 779148"/>
              <a:gd name="csX509" fmla="*/ 715432 w 3429066"/>
              <a:gd name="csY509" fmla="*/ 569076 h 779148"/>
              <a:gd name="csX510" fmla="*/ 729234 w 3429066"/>
              <a:gd name="csY510" fmla="*/ 560656 h 779148"/>
              <a:gd name="csX511" fmla="*/ 739950 w 3429066"/>
              <a:gd name="csY511" fmla="*/ 556665 h 779148"/>
              <a:gd name="csX512" fmla="*/ 739997 w 3429066"/>
              <a:gd name="csY512" fmla="*/ 547521 h 779148"/>
              <a:gd name="csX513" fmla="*/ 746027 w 3429066"/>
              <a:gd name="csY513" fmla="*/ 561589 h 779148"/>
              <a:gd name="csX514" fmla="*/ 778164 w 3429066"/>
              <a:gd name="csY514" fmla="*/ 554160 h 779148"/>
              <a:gd name="csX515" fmla="*/ 785708 w 3429066"/>
              <a:gd name="csY515" fmla="*/ 572857 h 779148"/>
              <a:gd name="csX516" fmla="*/ 381362 w 3429066"/>
              <a:gd name="csY516" fmla="*/ 487008 h 779148"/>
              <a:gd name="csX517" fmla="*/ 369094 w 3429066"/>
              <a:gd name="csY517" fmla="*/ 495486 h 779148"/>
              <a:gd name="csX518" fmla="*/ 381362 w 3429066"/>
              <a:gd name="csY518" fmla="*/ 487008 h 779148"/>
              <a:gd name="csX519" fmla="*/ 363712 w 3429066"/>
              <a:gd name="csY519" fmla="*/ 371737 h 779148"/>
              <a:gd name="csX520" fmla="*/ 372818 w 3429066"/>
              <a:gd name="csY520" fmla="*/ 381367 h 779148"/>
              <a:gd name="csX521" fmla="*/ 363693 w 3429066"/>
              <a:gd name="csY521" fmla="*/ 376290 h 779148"/>
              <a:gd name="csX522" fmla="*/ 351444 w 3429066"/>
              <a:gd name="csY522" fmla="*/ 380205 h 779148"/>
              <a:gd name="csX523" fmla="*/ 339233 w 3429066"/>
              <a:gd name="csY523" fmla="*/ 379566 h 779148"/>
              <a:gd name="csX524" fmla="*/ 333175 w 3429066"/>
              <a:gd name="csY524" fmla="*/ 370070 h 779148"/>
              <a:gd name="csX525" fmla="*/ 351473 w 3429066"/>
              <a:gd name="csY525" fmla="*/ 375633 h 779148"/>
              <a:gd name="csX526" fmla="*/ 363712 w 3429066"/>
              <a:gd name="csY526" fmla="*/ 371737 h 779148"/>
              <a:gd name="csX527" fmla="*/ 376933 w 3429066"/>
              <a:gd name="csY527" fmla="*/ 459348 h 779148"/>
              <a:gd name="csX528" fmla="*/ 380133 w 3429066"/>
              <a:gd name="csY528" fmla="*/ 436640 h 779148"/>
              <a:gd name="csX529" fmla="*/ 384658 w 3429066"/>
              <a:gd name="csY529" fmla="*/ 446022 h 779148"/>
              <a:gd name="csX530" fmla="*/ 376933 w 3429066"/>
              <a:gd name="csY530" fmla="*/ 459348 h 779148"/>
              <a:gd name="csX531" fmla="*/ 384658 w 3429066"/>
              <a:gd name="csY531" fmla="*/ 446032 h 779148"/>
              <a:gd name="csX532" fmla="*/ 389372 w 3429066"/>
              <a:gd name="csY532" fmla="*/ 423420 h 779148"/>
              <a:gd name="csX533" fmla="*/ 389239 w 3429066"/>
              <a:gd name="csY533" fmla="*/ 446270 h 779148"/>
              <a:gd name="csX534" fmla="*/ 384658 w 3429066"/>
              <a:gd name="csY534" fmla="*/ 446032 h 779148"/>
              <a:gd name="csX535" fmla="*/ 378990 w 3429066"/>
              <a:gd name="csY535" fmla="*/ 372575 h 779148"/>
              <a:gd name="csX536" fmla="*/ 369856 w 3429066"/>
              <a:gd name="csY536" fmla="*/ 367517 h 779148"/>
              <a:gd name="csX537" fmla="*/ 378990 w 3429066"/>
              <a:gd name="csY537" fmla="*/ 372575 h 779148"/>
              <a:gd name="csX538" fmla="*/ 626640 w 3429066"/>
              <a:gd name="csY538" fmla="*/ 600851 h 779148"/>
              <a:gd name="csX539" fmla="*/ 615944 w 3429066"/>
              <a:gd name="csY539" fmla="*/ 600270 h 779148"/>
              <a:gd name="csX540" fmla="*/ 623726 w 3429066"/>
              <a:gd name="csY540" fmla="*/ 577839 h 779148"/>
              <a:gd name="csX541" fmla="*/ 626640 w 3429066"/>
              <a:gd name="csY541" fmla="*/ 600851 h 779148"/>
              <a:gd name="csX542" fmla="*/ 458591 w 3429066"/>
              <a:gd name="csY542" fmla="*/ 600928 h 779148"/>
              <a:gd name="csX543" fmla="*/ 431092 w 3429066"/>
              <a:gd name="csY543" fmla="*/ 599432 h 779148"/>
              <a:gd name="csX544" fmla="*/ 415766 w 3429066"/>
              <a:gd name="csY544" fmla="*/ 607757 h 779148"/>
              <a:gd name="csX545" fmla="*/ 424986 w 3429066"/>
              <a:gd name="csY545" fmla="*/ 599089 h 779148"/>
              <a:gd name="csX546" fmla="*/ 432683 w 3429066"/>
              <a:gd name="csY546" fmla="*/ 590383 h 779148"/>
              <a:gd name="csX547" fmla="*/ 435702 w 3429066"/>
              <a:gd name="csY547" fmla="*/ 595108 h 779148"/>
              <a:gd name="csX548" fmla="*/ 443313 w 3429066"/>
              <a:gd name="csY548" fmla="*/ 600089 h 779148"/>
              <a:gd name="csX549" fmla="*/ 458591 w 3429066"/>
              <a:gd name="csY549" fmla="*/ 600928 h 779148"/>
              <a:gd name="csX550" fmla="*/ 355911 w 3429066"/>
              <a:gd name="csY550" fmla="*/ 398740 h 779148"/>
              <a:gd name="csX551" fmla="*/ 363607 w 3429066"/>
              <a:gd name="csY551" fmla="*/ 390025 h 779148"/>
              <a:gd name="csX552" fmla="*/ 355911 w 3429066"/>
              <a:gd name="csY552" fmla="*/ 398740 h 779148"/>
              <a:gd name="csX553" fmla="*/ 340252 w 3429066"/>
              <a:gd name="csY553" fmla="*/ 461939 h 779148"/>
              <a:gd name="csX554" fmla="*/ 331184 w 3429066"/>
              <a:gd name="csY554" fmla="*/ 447718 h 779148"/>
              <a:gd name="csX555" fmla="*/ 360312 w 3429066"/>
              <a:gd name="csY555" fmla="*/ 431011 h 779148"/>
              <a:gd name="csX556" fmla="*/ 361921 w 3429066"/>
              <a:gd name="csY556" fmla="*/ 417352 h 779148"/>
              <a:gd name="csX557" fmla="*/ 375695 w 3429066"/>
              <a:gd name="csY557" fmla="*/ 413552 h 779148"/>
              <a:gd name="csX558" fmla="*/ 383248 w 3429066"/>
              <a:gd name="csY558" fmla="*/ 427658 h 779148"/>
              <a:gd name="csX559" fmla="*/ 366417 w 3429066"/>
              <a:gd name="csY559" fmla="*/ 431335 h 779148"/>
              <a:gd name="csX560" fmla="*/ 358645 w 3429066"/>
              <a:gd name="csY560" fmla="*/ 453747 h 779148"/>
              <a:gd name="csX561" fmla="*/ 360255 w 3429066"/>
              <a:gd name="csY561" fmla="*/ 440155 h 779148"/>
              <a:gd name="csX562" fmla="*/ 340252 w 3429066"/>
              <a:gd name="csY562" fmla="*/ 461939 h 779148"/>
              <a:gd name="csX563" fmla="*/ 367141 w 3429066"/>
              <a:gd name="csY563" fmla="*/ 563980 h 779148"/>
              <a:gd name="csX564" fmla="*/ 353311 w 3429066"/>
              <a:gd name="csY564" fmla="*/ 576944 h 779148"/>
              <a:gd name="csX565" fmla="*/ 341119 w 3429066"/>
              <a:gd name="csY565" fmla="*/ 571714 h 779148"/>
              <a:gd name="csX566" fmla="*/ 367141 w 3429066"/>
              <a:gd name="csY566" fmla="*/ 563980 h 779148"/>
              <a:gd name="csX567" fmla="*/ 2796464 w 3429066"/>
              <a:gd name="csY567" fmla="*/ 539720 h 779148"/>
              <a:gd name="csX568" fmla="*/ 2768918 w 3429066"/>
              <a:gd name="csY568" fmla="*/ 547388 h 779148"/>
              <a:gd name="csX569" fmla="*/ 2796464 w 3429066"/>
              <a:gd name="csY569" fmla="*/ 539720 h 779148"/>
              <a:gd name="csX570" fmla="*/ 955881 w 3429066"/>
              <a:gd name="csY570" fmla="*/ 220813 h 779148"/>
              <a:gd name="csX571" fmla="*/ 946690 w 3429066"/>
              <a:gd name="csY571" fmla="*/ 224900 h 779148"/>
              <a:gd name="csX572" fmla="*/ 955881 w 3429066"/>
              <a:gd name="csY572" fmla="*/ 220813 h 779148"/>
              <a:gd name="csX573" fmla="*/ 945052 w 3429066"/>
              <a:gd name="csY573" fmla="*/ 243111 h 779148"/>
              <a:gd name="csX574" fmla="*/ 958796 w 3429066"/>
              <a:gd name="csY574" fmla="*/ 243826 h 779148"/>
              <a:gd name="csX575" fmla="*/ 945052 w 3429066"/>
              <a:gd name="csY575" fmla="*/ 243111 h 779148"/>
              <a:gd name="csX576" fmla="*/ 946842 w 3429066"/>
              <a:gd name="csY576" fmla="*/ 197449 h 779148"/>
              <a:gd name="csX577" fmla="*/ 954510 w 3429066"/>
              <a:gd name="csY577" fmla="*/ 193324 h 779148"/>
              <a:gd name="csX578" fmla="*/ 946842 w 3429066"/>
              <a:gd name="csY578" fmla="*/ 197449 h 779148"/>
              <a:gd name="csX579" fmla="*/ 1039711 w 3429066"/>
              <a:gd name="csY579" fmla="*/ 252770 h 779148"/>
              <a:gd name="csX580" fmla="*/ 1050436 w 3429066"/>
              <a:gd name="csY580" fmla="*/ 248769 h 779148"/>
              <a:gd name="csX581" fmla="*/ 1039711 w 3429066"/>
              <a:gd name="csY581" fmla="*/ 252770 h 779148"/>
              <a:gd name="csX582" fmla="*/ 944051 w 3429066"/>
              <a:gd name="csY582" fmla="*/ 156167 h 779148"/>
              <a:gd name="csX583" fmla="*/ 919610 w 3429066"/>
              <a:gd name="csY583" fmla="*/ 154853 h 779148"/>
              <a:gd name="csX584" fmla="*/ 915143 w 3429066"/>
              <a:gd name="csY584" fmla="*/ 136307 h 779148"/>
              <a:gd name="csX585" fmla="*/ 928849 w 3429066"/>
              <a:gd name="csY585" fmla="*/ 141632 h 779148"/>
              <a:gd name="csX586" fmla="*/ 928802 w 3429066"/>
              <a:gd name="csY586" fmla="*/ 150776 h 779148"/>
              <a:gd name="csX587" fmla="*/ 936431 w 3429066"/>
              <a:gd name="csY587" fmla="*/ 151176 h 779148"/>
              <a:gd name="csX588" fmla="*/ 938070 w 3429066"/>
              <a:gd name="csY588" fmla="*/ 132974 h 779148"/>
              <a:gd name="csX589" fmla="*/ 951767 w 3429066"/>
              <a:gd name="csY589" fmla="*/ 142851 h 779148"/>
              <a:gd name="csX590" fmla="*/ 951786 w 3429066"/>
              <a:gd name="csY590" fmla="*/ 138298 h 779148"/>
              <a:gd name="csX591" fmla="*/ 957872 w 3429066"/>
              <a:gd name="csY591" fmla="*/ 143166 h 779148"/>
              <a:gd name="csX592" fmla="*/ 953176 w 3429066"/>
              <a:gd name="csY592" fmla="*/ 161215 h 779148"/>
              <a:gd name="csX593" fmla="*/ 948709 w 3429066"/>
              <a:gd name="csY593" fmla="*/ 142680 h 779148"/>
              <a:gd name="csX594" fmla="*/ 944051 w 3429066"/>
              <a:gd name="csY594" fmla="*/ 156167 h 779148"/>
              <a:gd name="csX595" fmla="*/ 912924 w 3429066"/>
              <a:gd name="csY595" fmla="*/ 250512 h 779148"/>
              <a:gd name="csX596" fmla="*/ 929773 w 3429066"/>
              <a:gd name="csY596" fmla="*/ 242273 h 779148"/>
              <a:gd name="csX597" fmla="*/ 912924 w 3429066"/>
              <a:gd name="csY597" fmla="*/ 250512 h 779148"/>
              <a:gd name="csX598" fmla="*/ 1064533 w 3429066"/>
              <a:gd name="csY598" fmla="*/ 190114 h 779148"/>
              <a:gd name="csX599" fmla="*/ 1069000 w 3429066"/>
              <a:gd name="csY599" fmla="*/ 208640 h 779148"/>
              <a:gd name="csX600" fmla="*/ 1072144 w 3429066"/>
              <a:gd name="csY600" fmla="*/ 195077 h 779148"/>
              <a:gd name="csX601" fmla="*/ 1082802 w 3429066"/>
              <a:gd name="csY601" fmla="*/ 200230 h 779148"/>
              <a:gd name="csX602" fmla="*/ 1078078 w 3429066"/>
              <a:gd name="csY602" fmla="*/ 222842 h 779148"/>
              <a:gd name="csX603" fmla="*/ 1078192 w 3429066"/>
              <a:gd name="csY603" fmla="*/ 204564 h 779148"/>
              <a:gd name="csX604" fmla="*/ 1064362 w 3429066"/>
              <a:gd name="csY604" fmla="*/ 217537 h 779148"/>
              <a:gd name="csX605" fmla="*/ 1055275 w 3429066"/>
              <a:gd name="csY605" fmla="*/ 203316 h 779148"/>
              <a:gd name="csX606" fmla="*/ 1067629 w 3429066"/>
              <a:gd name="csY606" fmla="*/ 181142 h 779148"/>
              <a:gd name="csX607" fmla="*/ 1064533 w 3429066"/>
              <a:gd name="csY607" fmla="*/ 190114 h 779148"/>
              <a:gd name="csX608" fmla="*/ 917915 w 3429066"/>
              <a:gd name="csY608" fmla="*/ 182170 h 779148"/>
              <a:gd name="csX609" fmla="*/ 904170 w 3429066"/>
              <a:gd name="csY609" fmla="*/ 181427 h 779148"/>
              <a:gd name="csX610" fmla="*/ 917915 w 3429066"/>
              <a:gd name="csY610" fmla="*/ 182170 h 779148"/>
              <a:gd name="csX611" fmla="*/ 933583 w 3429066"/>
              <a:gd name="csY611" fmla="*/ 119029 h 779148"/>
              <a:gd name="csX612" fmla="*/ 941241 w 3429066"/>
              <a:gd name="csY612" fmla="*/ 114867 h 779148"/>
              <a:gd name="csX613" fmla="*/ 933583 w 3429066"/>
              <a:gd name="csY613" fmla="*/ 119029 h 779148"/>
              <a:gd name="csX614" fmla="*/ 1093603 w 3429066"/>
              <a:gd name="csY614" fmla="*/ 182523 h 779148"/>
              <a:gd name="csX615" fmla="*/ 1102852 w 3429066"/>
              <a:gd name="csY615" fmla="*/ 169293 h 779148"/>
              <a:gd name="csX616" fmla="*/ 1093603 w 3429066"/>
              <a:gd name="csY616" fmla="*/ 182523 h 779148"/>
              <a:gd name="csX617" fmla="*/ 1136352 w 3429066"/>
              <a:gd name="csY617" fmla="*/ 189400 h 779148"/>
              <a:gd name="csX618" fmla="*/ 1131799 w 3429066"/>
              <a:gd name="csY618" fmla="*/ 184599 h 779148"/>
              <a:gd name="csX619" fmla="*/ 1141038 w 3429066"/>
              <a:gd name="csY619" fmla="*/ 171379 h 779148"/>
              <a:gd name="csX620" fmla="*/ 1136352 w 3429066"/>
              <a:gd name="csY620" fmla="*/ 189400 h 779148"/>
              <a:gd name="csX621" fmla="*/ 906809 w 3429066"/>
              <a:gd name="csY621" fmla="*/ 250179 h 779148"/>
              <a:gd name="csX622" fmla="*/ 859488 w 3429066"/>
              <a:gd name="csY622" fmla="*/ 243045 h 779148"/>
              <a:gd name="csX623" fmla="*/ 868680 w 3429066"/>
              <a:gd name="csY623" fmla="*/ 238978 h 779148"/>
              <a:gd name="csX624" fmla="*/ 909923 w 3429066"/>
              <a:gd name="csY624" fmla="*/ 241187 h 779148"/>
              <a:gd name="csX625" fmla="*/ 906809 w 3429066"/>
              <a:gd name="csY625" fmla="*/ 250179 h 779148"/>
              <a:gd name="csX626" fmla="*/ 1199045 w 3429066"/>
              <a:gd name="csY626" fmla="*/ 179065 h 779148"/>
              <a:gd name="csX627" fmla="*/ 1203493 w 3429066"/>
              <a:gd name="csY627" fmla="*/ 202192 h 779148"/>
              <a:gd name="csX628" fmla="*/ 1199045 w 3429066"/>
              <a:gd name="csY628" fmla="*/ 179065 h 779148"/>
              <a:gd name="csX629" fmla="*/ 1268111 w 3429066"/>
              <a:gd name="csY629" fmla="*/ 127926 h 779148"/>
              <a:gd name="csX630" fmla="*/ 1274131 w 3429066"/>
              <a:gd name="csY630" fmla="*/ 141984 h 779148"/>
              <a:gd name="csX631" fmla="*/ 1268111 w 3429066"/>
              <a:gd name="csY631" fmla="*/ 127926 h 779148"/>
              <a:gd name="csX632" fmla="*/ 1208513 w 3429066"/>
              <a:gd name="csY632" fmla="*/ 129297 h 779148"/>
              <a:gd name="csX633" fmla="*/ 1239031 w 3429066"/>
              <a:gd name="csY633" fmla="*/ 135526 h 779148"/>
              <a:gd name="csX634" fmla="*/ 1248251 w 3429066"/>
              <a:gd name="csY634" fmla="*/ 126878 h 779148"/>
              <a:gd name="csX635" fmla="*/ 1246661 w 3429066"/>
              <a:gd name="csY635" fmla="*/ 135908 h 779148"/>
              <a:gd name="csX636" fmla="*/ 1263529 w 3429066"/>
              <a:gd name="csY636" fmla="*/ 127678 h 779148"/>
              <a:gd name="csX637" fmla="*/ 1270997 w 3429066"/>
              <a:gd name="csY637" fmla="*/ 155538 h 779148"/>
              <a:gd name="csX638" fmla="*/ 1254252 w 3429066"/>
              <a:gd name="csY638" fmla="*/ 145471 h 779148"/>
              <a:gd name="csX639" fmla="*/ 1241860 w 3429066"/>
              <a:gd name="csY639" fmla="*/ 172236 h 779148"/>
              <a:gd name="csX640" fmla="*/ 1248051 w 3429066"/>
              <a:gd name="csY640" fmla="*/ 158844 h 779148"/>
              <a:gd name="csX641" fmla="*/ 1241917 w 3429066"/>
              <a:gd name="csY641" fmla="*/ 163092 h 779148"/>
              <a:gd name="csX642" fmla="*/ 1232754 w 3429066"/>
              <a:gd name="csY642" fmla="*/ 162606 h 779148"/>
              <a:gd name="csX643" fmla="*/ 1232811 w 3429066"/>
              <a:gd name="csY643" fmla="*/ 153462 h 779148"/>
              <a:gd name="csX644" fmla="*/ 1226649 w 3429066"/>
              <a:gd name="csY644" fmla="*/ 162292 h 779148"/>
              <a:gd name="csX645" fmla="*/ 1223610 w 3429066"/>
              <a:gd name="csY645" fmla="*/ 157520 h 779148"/>
              <a:gd name="csX646" fmla="*/ 1215971 w 3429066"/>
              <a:gd name="csY646" fmla="*/ 157120 h 779148"/>
              <a:gd name="csX647" fmla="*/ 1212942 w 3429066"/>
              <a:gd name="csY647" fmla="*/ 152395 h 779148"/>
              <a:gd name="csX648" fmla="*/ 1208513 w 3429066"/>
              <a:gd name="csY648" fmla="*/ 129297 h 779148"/>
              <a:gd name="csX649" fmla="*/ 1214533 w 3429066"/>
              <a:gd name="csY649" fmla="*/ 143318 h 779148"/>
              <a:gd name="csX650" fmla="*/ 1226810 w 3429066"/>
              <a:gd name="csY650" fmla="*/ 134879 h 779148"/>
              <a:gd name="csX651" fmla="*/ 1214533 w 3429066"/>
              <a:gd name="csY651" fmla="*/ 143318 h 779148"/>
              <a:gd name="csX652" fmla="*/ 1087079 w 3429066"/>
              <a:gd name="csY652" fmla="*/ 250760 h 779148"/>
              <a:gd name="csX653" fmla="*/ 1076363 w 3429066"/>
              <a:gd name="csY653" fmla="*/ 254760 h 779148"/>
              <a:gd name="csX654" fmla="*/ 1087079 w 3429066"/>
              <a:gd name="csY654" fmla="*/ 250760 h 779148"/>
              <a:gd name="csX655" fmla="*/ 1090279 w 3429066"/>
              <a:gd name="csY655" fmla="*/ 228090 h 779148"/>
              <a:gd name="csX656" fmla="*/ 1071924 w 3429066"/>
              <a:gd name="csY656" fmla="*/ 231653 h 779148"/>
              <a:gd name="csX657" fmla="*/ 1090279 w 3429066"/>
              <a:gd name="csY657" fmla="*/ 228090 h 779148"/>
              <a:gd name="csX658" fmla="*/ 1297848 w 3429066"/>
              <a:gd name="csY658" fmla="*/ 262133 h 779148"/>
              <a:gd name="csX659" fmla="*/ 1310097 w 3429066"/>
              <a:gd name="csY659" fmla="*/ 258228 h 779148"/>
              <a:gd name="csX660" fmla="*/ 1297848 w 3429066"/>
              <a:gd name="csY660" fmla="*/ 262133 h 779148"/>
              <a:gd name="csX661" fmla="*/ 1245918 w 3429066"/>
              <a:gd name="csY661" fmla="*/ 259351 h 779148"/>
              <a:gd name="csX662" fmla="*/ 1267339 w 3429066"/>
              <a:gd name="csY662" fmla="*/ 255932 h 779148"/>
              <a:gd name="csX663" fmla="*/ 1285627 w 3429066"/>
              <a:gd name="csY663" fmla="*/ 261495 h 779148"/>
              <a:gd name="csX664" fmla="*/ 1245918 w 3429066"/>
              <a:gd name="csY664" fmla="*/ 259351 h 779148"/>
              <a:gd name="csX665" fmla="*/ 1747476 w 3429066"/>
              <a:gd name="csY665" fmla="*/ 441917 h 779148"/>
              <a:gd name="csX666" fmla="*/ 1730607 w 3429066"/>
              <a:gd name="csY666" fmla="*/ 450128 h 779148"/>
              <a:gd name="csX667" fmla="*/ 1742856 w 3429066"/>
              <a:gd name="csY667" fmla="*/ 446241 h 779148"/>
              <a:gd name="csX668" fmla="*/ 1747476 w 3429066"/>
              <a:gd name="csY668" fmla="*/ 441917 h 779148"/>
              <a:gd name="csX669" fmla="*/ 1770298 w 3429066"/>
              <a:gd name="csY669" fmla="*/ 456862 h 779148"/>
              <a:gd name="csX670" fmla="*/ 1752000 w 3429066"/>
              <a:gd name="csY670" fmla="*/ 451290 h 779148"/>
              <a:gd name="csX671" fmla="*/ 1770298 w 3429066"/>
              <a:gd name="csY671" fmla="*/ 456862 h 779148"/>
              <a:gd name="csX672" fmla="*/ 1780765 w 3429066"/>
              <a:gd name="csY672" fmla="*/ 494009 h 779148"/>
              <a:gd name="csX673" fmla="*/ 1780651 w 3429066"/>
              <a:gd name="csY673" fmla="*/ 512297 h 779148"/>
              <a:gd name="csX674" fmla="*/ 1773079 w 3429066"/>
              <a:gd name="csY674" fmla="*/ 502744 h 779148"/>
              <a:gd name="csX675" fmla="*/ 1780765 w 3429066"/>
              <a:gd name="csY675" fmla="*/ 494009 h 779148"/>
              <a:gd name="csX676" fmla="*/ 847306 w 3429066"/>
              <a:gd name="csY676" fmla="*/ 237806 h 779148"/>
              <a:gd name="csX677" fmla="*/ 824389 w 3429066"/>
              <a:gd name="csY677" fmla="*/ 236568 h 779148"/>
              <a:gd name="csX678" fmla="*/ 847306 w 3429066"/>
              <a:gd name="csY678" fmla="*/ 237806 h 779148"/>
              <a:gd name="csX679" fmla="*/ 1272445 w 3429066"/>
              <a:gd name="csY679" fmla="*/ 169321 h 779148"/>
              <a:gd name="csX680" fmla="*/ 1295486 w 3429066"/>
              <a:gd name="csY680" fmla="*/ 147709 h 779148"/>
              <a:gd name="csX681" fmla="*/ 1294019 w 3429066"/>
              <a:gd name="csY681" fmla="*/ 138498 h 779148"/>
              <a:gd name="csX682" fmla="*/ 1307716 w 3429066"/>
              <a:gd name="csY682" fmla="*/ 148357 h 779148"/>
              <a:gd name="csX683" fmla="*/ 1307745 w 3429066"/>
              <a:gd name="csY683" fmla="*/ 143775 h 779148"/>
              <a:gd name="csX684" fmla="*/ 1324508 w 3429066"/>
              <a:gd name="csY684" fmla="*/ 149261 h 779148"/>
              <a:gd name="csX685" fmla="*/ 1332262 w 3429066"/>
              <a:gd name="csY685" fmla="*/ 131402 h 779148"/>
              <a:gd name="csX686" fmla="*/ 1353617 w 3429066"/>
              <a:gd name="csY686" fmla="*/ 137117 h 779148"/>
              <a:gd name="csX687" fmla="*/ 1362637 w 3429066"/>
              <a:gd name="csY687" fmla="*/ 160491 h 779148"/>
              <a:gd name="csX688" fmla="*/ 1359751 w 3429066"/>
              <a:gd name="csY688" fmla="*/ 132869 h 779148"/>
              <a:gd name="csX689" fmla="*/ 1364285 w 3429066"/>
              <a:gd name="csY689" fmla="*/ 142280 h 779148"/>
              <a:gd name="csX690" fmla="*/ 1396384 w 3429066"/>
              <a:gd name="csY690" fmla="*/ 139460 h 779148"/>
              <a:gd name="csX691" fmla="*/ 1400880 w 3429066"/>
              <a:gd name="csY691" fmla="*/ 153376 h 779148"/>
              <a:gd name="csX692" fmla="*/ 1419254 w 3429066"/>
              <a:gd name="csY692" fmla="*/ 145252 h 779148"/>
              <a:gd name="csX693" fmla="*/ 1431560 w 3429066"/>
              <a:gd name="csY693" fmla="*/ 132174 h 779148"/>
              <a:gd name="csX694" fmla="*/ 1426921 w 3429066"/>
              <a:gd name="csY694" fmla="*/ 141089 h 779148"/>
              <a:gd name="csX695" fmla="*/ 1440637 w 3429066"/>
              <a:gd name="csY695" fmla="*/ 146404 h 779148"/>
              <a:gd name="csX696" fmla="*/ 1440666 w 3429066"/>
              <a:gd name="csY696" fmla="*/ 141842 h 779148"/>
              <a:gd name="csX697" fmla="*/ 1445219 w 3429066"/>
              <a:gd name="csY697" fmla="*/ 146642 h 779148"/>
              <a:gd name="csX698" fmla="*/ 1452858 w 3429066"/>
              <a:gd name="csY698" fmla="*/ 147071 h 779148"/>
              <a:gd name="csX699" fmla="*/ 1460497 w 3429066"/>
              <a:gd name="csY699" fmla="*/ 147480 h 779148"/>
              <a:gd name="csX700" fmla="*/ 1465012 w 3429066"/>
              <a:gd name="csY700" fmla="*/ 156862 h 779148"/>
              <a:gd name="csX701" fmla="*/ 1471212 w 3429066"/>
              <a:gd name="csY701" fmla="*/ 143480 h 779148"/>
              <a:gd name="csX702" fmla="*/ 1475766 w 3429066"/>
              <a:gd name="csY702" fmla="*/ 148280 h 779148"/>
              <a:gd name="csX703" fmla="*/ 1478852 w 3429066"/>
              <a:gd name="csY703" fmla="*/ 143889 h 779148"/>
              <a:gd name="csX704" fmla="*/ 1492568 w 3429066"/>
              <a:gd name="csY704" fmla="*/ 149214 h 779148"/>
              <a:gd name="csX705" fmla="*/ 1488739 w 3429066"/>
              <a:gd name="csY705" fmla="*/ 143823 h 779148"/>
              <a:gd name="csX706" fmla="*/ 1509370 w 3429066"/>
              <a:gd name="csY706" fmla="*/ 150109 h 779148"/>
              <a:gd name="csX707" fmla="*/ 1517037 w 3429066"/>
              <a:gd name="csY707" fmla="*/ 145947 h 779148"/>
              <a:gd name="csX708" fmla="*/ 1523114 w 3429066"/>
              <a:gd name="csY708" fmla="*/ 150843 h 779148"/>
              <a:gd name="csX709" fmla="*/ 1524705 w 3429066"/>
              <a:gd name="csY709" fmla="*/ 141813 h 779148"/>
              <a:gd name="csX710" fmla="*/ 1535392 w 3429066"/>
              <a:gd name="csY710" fmla="*/ 142394 h 779148"/>
              <a:gd name="csX711" fmla="*/ 1529229 w 3429066"/>
              <a:gd name="csY711" fmla="*/ 151186 h 779148"/>
              <a:gd name="csX712" fmla="*/ 1530601 w 3429066"/>
              <a:gd name="csY712" fmla="*/ 178713 h 779148"/>
              <a:gd name="csX713" fmla="*/ 1533678 w 3429066"/>
              <a:gd name="csY713" fmla="*/ 174274 h 779148"/>
              <a:gd name="csX714" fmla="*/ 1533782 w 3429066"/>
              <a:gd name="csY714" fmla="*/ 155986 h 779148"/>
              <a:gd name="csX715" fmla="*/ 1539888 w 3429066"/>
              <a:gd name="csY715" fmla="*/ 156319 h 779148"/>
              <a:gd name="csX716" fmla="*/ 1544536 w 3429066"/>
              <a:gd name="csY716" fmla="*/ 147433 h 779148"/>
              <a:gd name="csX717" fmla="*/ 1550670 w 3429066"/>
              <a:gd name="csY717" fmla="*/ 143213 h 779148"/>
              <a:gd name="csX718" fmla="*/ 1555194 w 3429066"/>
              <a:gd name="csY718" fmla="*/ 152586 h 779148"/>
              <a:gd name="csX719" fmla="*/ 1558309 w 3429066"/>
              <a:gd name="csY719" fmla="*/ 143623 h 779148"/>
              <a:gd name="csX720" fmla="*/ 1576645 w 3429066"/>
              <a:gd name="csY720" fmla="*/ 144594 h 779148"/>
              <a:gd name="csX721" fmla="*/ 1588780 w 3429066"/>
              <a:gd name="csY721" fmla="*/ 158958 h 779148"/>
              <a:gd name="csX722" fmla="*/ 1585779 w 3429066"/>
              <a:gd name="csY722" fmla="*/ 149662 h 779148"/>
              <a:gd name="csX723" fmla="*/ 1596495 w 3429066"/>
              <a:gd name="csY723" fmla="*/ 145671 h 779148"/>
              <a:gd name="csX724" fmla="*/ 1599667 w 3429066"/>
              <a:gd name="csY724" fmla="*/ 127554 h 779148"/>
              <a:gd name="csX725" fmla="*/ 1608906 w 3429066"/>
              <a:gd name="csY725" fmla="*/ 114333 h 779148"/>
              <a:gd name="csX726" fmla="*/ 1616545 w 3429066"/>
              <a:gd name="csY726" fmla="*/ 114752 h 779148"/>
              <a:gd name="csX727" fmla="*/ 1665427 w 3429066"/>
              <a:gd name="csY727" fmla="*/ 117381 h 779148"/>
              <a:gd name="csX728" fmla="*/ 1676095 w 3429066"/>
              <a:gd name="csY728" fmla="*/ 122515 h 779148"/>
              <a:gd name="csX729" fmla="*/ 1680724 w 3429066"/>
              <a:gd name="csY729" fmla="*/ 113648 h 779148"/>
              <a:gd name="csX730" fmla="*/ 1723435 w 3429066"/>
              <a:gd name="csY730" fmla="*/ 125087 h 779148"/>
              <a:gd name="csX731" fmla="*/ 1705080 w 3429066"/>
              <a:gd name="csY731" fmla="*/ 128668 h 779148"/>
              <a:gd name="csX732" fmla="*/ 1714195 w 3429066"/>
              <a:gd name="csY732" fmla="*/ 138308 h 779148"/>
              <a:gd name="csX733" fmla="*/ 1718739 w 3429066"/>
              <a:gd name="csY733" fmla="*/ 143099 h 779148"/>
              <a:gd name="csX734" fmla="*/ 1726444 w 3429066"/>
              <a:gd name="csY734" fmla="*/ 134393 h 779148"/>
              <a:gd name="csX735" fmla="*/ 1749381 w 3429066"/>
              <a:gd name="csY735" fmla="*/ 131050 h 779148"/>
              <a:gd name="csX736" fmla="*/ 1782918 w 3429066"/>
              <a:gd name="csY736" fmla="*/ 142023 h 779148"/>
              <a:gd name="csX737" fmla="*/ 1819580 w 3429066"/>
              <a:gd name="csY737" fmla="*/ 143975 h 779148"/>
              <a:gd name="csX738" fmla="*/ 1845564 w 3429066"/>
              <a:gd name="csY738" fmla="*/ 140832 h 779148"/>
              <a:gd name="csX739" fmla="*/ 1868529 w 3429066"/>
              <a:gd name="csY739" fmla="*/ 132907 h 779148"/>
              <a:gd name="csX740" fmla="*/ 1896028 w 3429066"/>
              <a:gd name="csY740" fmla="*/ 134393 h 779148"/>
              <a:gd name="csX741" fmla="*/ 1918964 w 3429066"/>
              <a:gd name="csY741" fmla="*/ 131069 h 779148"/>
              <a:gd name="csX742" fmla="*/ 1931175 w 3429066"/>
              <a:gd name="csY742" fmla="*/ 131736 h 779148"/>
              <a:gd name="csX743" fmla="*/ 1935737 w 3429066"/>
              <a:gd name="csY743" fmla="*/ 136536 h 779148"/>
              <a:gd name="csX744" fmla="*/ 1964807 w 3429066"/>
              <a:gd name="csY744" fmla="*/ 128964 h 779148"/>
              <a:gd name="csX745" fmla="*/ 1980048 w 3429066"/>
              <a:gd name="csY745" fmla="*/ 134374 h 779148"/>
              <a:gd name="csX746" fmla="*/ 1989268 w 3429066"/>
              <a:gd name="csY746" fmla="*/ 125716 h 779148"/>
              <a:gd name="csX747" fmla="*/ 1999936 w 3429066"/>
              <a:gd name="csY747" fmla="*/ 130869 h 779148"/>
              <a:gd name="csX748" fmla="*/ 2015233 w 3429066"/>
              <a:gd name="csY748" fmla="*/ 127116 h 779148"/>
              <a:gd name="csX749" fmla="*/ 2016814 w 3429066"/>
              <a:gd name="csY749" fmla="*/ 118048 h 779148"/>
              <a:gd name="csX750" fmla="*/ 2029006 w 3429066"/>
              <a:gd name="csY750" fmla="*/ 123277 h 779148"/>
              <a:gd name="csX751" fmla="*/ 2045665 w 3429066"/>
              <a:gd name="csY751" fmla="*/ 147052 h 779148"/>
              <a:gd name="csX752" fmla="*/ 2040807 w 3429066"/>
              <a:gd name="csY752" fmla="*/ 192524 h 779148"/>
              <a:gd name="csX753" fmla="*/ 2051495 w 3429066"/>
              <a:gd name="csY753" fmla="*/ 193105 h 779148"/>
              <a:gd name="csX754" fmla="*/ 2053133 w 3429066"/>
              <a:gd name="csY754" fmla="*/ 174893 h 779148"/>
              <a:gd name="csX755" fmla="*/ 2060667 w 3429066"/>
              <a:gd name="csY755" fmla="*/ 193610 h 779148"/>
              <a:gd name="csX756" fmla="*/ 2069878 w 3429066"/>
              <a:gd name="csY756" fmla="*/ 184942 h 779148"/>
              <a:gd name="csX757" fmla="*/ 2071297 w 3429066"/>
              <a:gd name="csY757" fmla="*/ 203316 h 779148"/>
              <a:gd name="csX758" fmla="*/ 2082013 w 3429066"/>
              <a:gd name="csY758" fmla="*/ 199334 h 779148"/>
              <a:gd name="csX759" fmla="*/ 2080403 w 3429066"/>
              <a:gd name="csY759" fmla="*/ 212946 h 779148"/>
              <a:gd name="csX760" fmla="*/ 2094119 w 3429066"/>
              <a:gd name="csY760" fmla="*/ 218270 h 779148"/>
              <a:gd name="csX761" fmla="*/ 2094148 w 3429066"/>
              <a:gd name="csY761" fmla="*/ 213698 h 779148"/>
              <a:gd name="csX762" fmla="*/ 2112445 w 3429066"/>
              <a:gd name="csY762" fmla="*/ 219270 h 779148"/>
              <a:gd name="csX763" fmla="*/ 2117055 w 3429066"/>
              <a:gd name="csY763" fmla="*/ 214955 h 779148"/>
              <a:gd name="csX764" fmla="*/ 2126333 w 3429066"/>
              <a:gd name="csY764" fmla="*/ 197153 h 779148"/>
              <a:gd name="csX765" fmla="*/ 2130800 w 3429066"/>
              <a:gd name="csY765" fmla="*/ 215679 h 779148"/>
              <a:gd name="csX766" fmla="*/ 2135410 w 3429066"/>
              <a:gd name="csY766" fmla="*/ 211345 h 779148"/>
              <a:gd name="csX767" fmla="*/ 2134048 w 3429066"/>
              <a:gd name="csY767" fmla="*/ 183856 h 779148"/>
              <a:gd name="csX768" fmla="*/ 2135524 w 3429066"/>
              <a:gd name="csY768" fmla="*/ 193058 h 779148"/>
              <a:gd name="csX769" fmla="*/ 2143192 w 3429066"/>
              <a:gd name="csY769" fmla="*/ 188914 h 779148"/>
              <a:gd name="csX770" fmla="*/ 2153822 w 3429066"/>
              <a:gd name="csY770" fmla="*/ 198630 h 779148"/>
              <a:gd name="csX771" fmla="*/ 2149240 w 3429066"/>
              <a:gd name="csY771" fmla="*/ 198391 h 779148"/>
              <a:gd name="csX772" fmla="*/ 2146354 w 3429066"/>
              <a:gd name="csY772" fmla="*/ 170788 h 779148"/>
              <a:gd name="csX773" fmla="*/ 2158594 w 3429066"/>
              <a:gd name="csY773" fmla="*/ 166873 h 779148"/>
              <a:gd name="csX774" fmla="*/ 2150878 w 3429066"/>
              <a:gd name="csY774" fmla="*/ 180170 h 779148"/>
              <a:gd name="csX775" fmla="*/ 2170814 w 3429066"/>
              <a:gd name="csY775" fmla="*/ 167521 h 779148"/>
              <a:gd name="csX776" fmla="*/ 2184454 w 3429066"/>
              <a:gd name="csY776" fmla="*/ 186571 h 779148"/>
              <a:gd name="csX777" fmla="*/ 2193674 w 3429066"/>
              <a:gd name="csY777" fmla="*/ 177932 h 779148"/>
              <a:gd name="csX778" fmla="*/ 2190598 w 3429066"/>
              <a:gd name="csY778" fmla="*/ 182351 h 779148"/>
              <a:gd name="csX779" fmla="*/ 2194960 w 3429066"/>
              <a:gd name="csY779" fmla="*/ 219156 h 779148"/>
              <a:gd name="csX780" fmla="*/ 2205647 w 3429066"/>
              <a:gd name="csY780" fmla="*/ 219737 h 779148"/>
              <a:gd name="csX781" fmla="*/ 2198065 w 3429066"/>
              <a:gd name="csY781" fmla="*/ 210155 h 779148"/>
              <a:gd name="csX782" fmla="*/ 2202818 w 3429066"/>
              <a:gd name="csY782" fmla="*/ 182990 h 779148"/>
              <a:gd name="csX783" fmla="*/ 2202704 w 3429066"/>
              <a:gd name="csY783" fmla="*/ 201278 h 779148"/>
              <a:gd name="csX784" fmla="*/ 2211867 w 3429066"/>
              <a:gd name="csY784" fmla="*/ 201754 h 779148"/>
              <a:gd name="csX785" fmla="*/ 2211981 w 3429066"/>
              <a:gd name="csY785" fmla="*/ 183466 h 779148"/>
              <a:gd name="csX786" fmla="*/ 2227231 w 3429066"/>
              <a:gd name="csY786" fmla="*/ 188886 h 779148"/>
              <a:gd name="csX787" fmla="*/ 2230145 w 3429066"/>
              <a:gd name="csY787" fmla="*/ 211898 h 779148"/>
              <a:gd name="csX788" fmla="*/ 2234784 w 3429066"/>
              <a:gd name="csY788" fmla="*/ 202992 h 779148"/>
              <a:gd name="csX789" fmla="*/ 2230260 w 3429066"/>
              <a:gd name="csY789" fmla="*/ 193610 h 779148"/>
              <a:gd name="csX790" fmla="*/ 2237956 w 3429066"/>
              <a:gd name="csY790" fmla="*/ 184875 h 779148"/>
              <a:gd name="csX791" fmla="*/ 2227288 w 3429066"/>
              <a:gd name="csY791" fmla="*/ 179732 h 779148"/>
              <a:gd name="csX792" fmla="*/ 2245671 w 3429066"/>
              <a:gd name="csY792" fmla="*/ 171569 h 779148"/>
              <a:gd name="csX793" fmla="*/ 2242528 w 3429066"/>
              <a:gd name="csY793" fmla="*/ 185114 h 779148"/>
              <a:gd name="csX794" fmla="*/ 2256139 w 3429066"/>
              <a:gd name="csY794" fmla="*/ 208707 h 779148"/>
              <a:gd name="csX795" fmla="*/ 2259225 w 3429066"/>
              <a:gd name="csY795" fmla="*/ 204316 h 779148"/>
              <a:gd name="csX796" fmla="*/ 2251834 w 3429066"/>
              <a:gd name="csY796" fmla="*/ 162749 h 779148"/>
              <a:gd name="csX797" fmla="*/ 2257806 w 3429066"/>
              <a:gd name="csY797" fmla="*/ 185952 h 779148"/>
              <a:gd name="csX798" fmla="*/ 2265531 w 3429066"/>
              <a:gd name="csY798" fmla="*/ 172636 h 779148"/>
              <a:gd name="csX799" fmla="*/ 2268474 w 3429066"/>
              <a:gd name="csY799" fmla="*/ 191086 h 779148"/>
              <a:gd name="csX800" fmla="*/ 2277666 w 3429066"/>
              <a:gd name="csY800" fmla="*/ 187019 h 779148"/>
              <a:gd name="csX801" fmla="*/ 2283724 w 3429066"/>
              <a:gd name="csY801" fmla="*/ 196487 h 779148"/>
              <a:gd name="csX802" fmla="*/ 2286915 w 3429066"/>
              <a:gd name="csY802" fmla="*/ 173788 h 779148"/>
              <a:gd name="csX803" fmla="*/ 2282324 w 3429066"/>
              <a:gd name="csY803" fmla="*/ 173550 h 779148"/>
              <a:gd name="csX804" fmla="*/ 2291410 w 3429066"/>
              <a:gd name="csY804" fmla="*/ 187781 h 779148"/>
              <a:gd name="csX805" fmla="*/ 2306650 w 3429066"/>
              <a:gd name="csY805" fmla="*/ 193172 h 779148"/>
              <a:gd name="csX806" fmla="*/ 2294601 w 3429066"/>
              <a:gd name="csY806" fmla="*/ 165054 h 779148"/>
              <a:gd name="csX807" fmla="*/ 2302155 w 3429066"/>
              <a:gd name="csY807" fmla="*/ 179208 h 779148"/>
              <a:gd name="csX808" fmla="*/ 2305231 w 3429066"/>
              <a:gd name="csY808" fmla="*/ 174770 h 779148"/>
              <a:gd name="csX809" fmla="*/ 2303821 w 3429066"/>
              <a:gd name="csY809" fmla="*/ 156405 h 779148"/>
              <a:gd name="csX810" fmla="*/ 2297678 w 3429066"/>
              <a:gd name="csY810" fmla="*/ 160663 h 779148"/>
              <a:gd name="csX811" fmla="*/ 2309889 w 3429066"/>
              <a:gd name="csY811" fmla="*/ 161311 h 779148"/>
              <a:gd name="csX812" fmla="*/ 2308260 w 3429066"/>
              <a:gd name="csY812" fmla="*/ 179522 h 779148"/>
              <a:gd name="csX813" fmla="*/ 2326529 w 3429066"/>
              <a:gd name="csY813" fmla="*/ 189657 h 779148"/>
              <a:gd name="csX814" fmla="*/ 2323614 w 3429066"/>
              <a:gd name="csY814" fmla="*/ 166645 h 779148"/>
              <a:gd name="csX815" fmla="*/ 2349532 w 3429066"/>
              <a:gd name="csY815" fmla="*/ 177179 h 779148"/>
              <a:gd name="csX816" fmla="*/ 2357114 w 3429066"/>
              <a:gd name="csY816" fmla="*/ 186733 h 779148"/>
              <a:gd name="csX817" fmla="*/ 2363305 w 3429066"/>
              <a:gd name="csY817" fmla="*/ 173369 h 779148"/>
              <a:gd name="csX818" fmla="*/ 2380021 w 3429066"/>
              <a:gd name="csY818" fmla="*/ 187990 h 779148"/>
              <a:gd name="csX819" fmla="*/ 2384660 w 3429066"/>
              <a:gd name="csY819" fmla="*/ 179075 h 779148"/>
              <a:gd name="csX820" fmla="*/ 2389346 w 3429066"/>
              <a:gd name="csY820" fmla="*/ 161044 h 779148"/>
              <a:gd name="csX821" fmla="*/ 2390937 w 3429066"/>
              <a:gd name="csY821" fmla="*/ 151995 h 779148"/>
              <a:gd name="csX822" fmla="*/ 2392271 w 3429066"/>
              <a:gd name="csY822" fmla="*/ 184056 h 779148"/>
              <a:gd name="csX823" fmla="*/ 2392385 w 3429066"/>
              <a:gd name="csY823" fmla="*/ 165768 h 779148"/>
              <a:gd name="csX824" fmla="*/ 2406187 w 3429066"/>
              <a:gd name="csY824" fmla="*/ 157386 h 779148"/>
              <a:gd name="csX825" fmla="*/ 2422903 w 3429066"/>
              <a:gd name="csY825" fmla="*/ 172007 h 779148"/>
              <a:gd name="csX826" fmla="*/ 2427570 w 3429066"/>
              <a:gd name="csY826" fmla="*/ 158539 h 779148"/>
              <a:gd name="csX827" fmla="*/ 2429047 w 3429066"/>
              <a:gd name="csY827" fmla="*/ 167750 h 779148"/>
              <a:gd name="csX828" fmla="*/ 2433542 w 3429066"/>
              <a:gd name="csY828" fmla="*/ 181704 h 779148"/>
              <a:gd name="csX829" fmla="*/ 2438286 w 3429066"/>
              <a:gd name="csY829" fmla="*/ 154548 h 779148"/>
              <a:gd name="csX830" fmla="*/ 2455088 w 3429066"/>
              <a:gd name="csY830" fmla="*/ 155443 h 779148"/>
              <a:gd name="csX831" fmla="*/ 2453421 w 3429066"/>
              <a:gd name="csY831" fmla="*/ 178208 h 779148"/>
              <a:gd name="csX832" fmla="*/ 2468728 w 3429066"/>
              <a:gd name="csY832" fmla="*/ 174474 h 779148"/>
              <a:gd name="csX833" fmla="*/ 2463975 w 3429066"/>
              <a:gd name="csY833" fmla="*/ 201640 h 779148"/>
              <a:gd name="csX834" fmla="*/ 2470061 w 3429066"/>
              <a:gd name="csY834" fmla="*/ 206535 h 779148"/>
              <a:gd name="csX835" fmla="*/ 2471757 w 3429066"/>
              <a:gd name="csY835" fmla="*/ 179199 h 779148"/>
              <a:gd name="csX836" fmla="*/ 2481005 w 3429066"/>
              <a:gd name="csY836" fmla="*/ 165968 h 779148"/>
              <a:gd name="csX837" fmla="*/ 2482615 w 3429066"/>
              <a:gd name="csY837" fmla="*/ 152338 h 779148"/>
              <a:gd name="csX838" fmla="*/ 2510076 w 3429066"/>
              <a:gd name="csY838" fmla="*/ 158406 h 779148"/>
              <a:gd name="csX839" fmla="*/ 2511657 w 3429066"/>
              <a:gd name="csY839" fmla="*/ 149338 h 779148"/>
              <a:gd name="csX840" fmla="*/ 2526926 w 3429066"/>
              <a:gd name="csY840" fmla="*/ 150147 h 779148"/>
              <a:gd name="csX841" fmla="*/ 2526868 w 3429066"/>
              <a:gd name="csY841" fmla="*/ 159310 h 779148"/>
              <a:gd name="csX842" fmla="*/ 2534507 w 3429066"/>
              <a:gd name="csY842" fmla="*/ 159739 h 779148"/>
              <a:gd name="csX843" fmla="*/ 2537612 w 3429066"/>
              <a:gd name="csY843" fmla="*/ 150728 h 779148"/>
              <a:gd name="csX844" fmla="*/ 2534669 w 3429066"/>
              <a:gd name="csY844" fmla="*/ 132298 h 779148"/>
              <a:gd name="csX845" fmla="*/ 2546833 w 3429066"/>
              <a:gd name="csY845" fmla="*/ 142099 h 779148"/>
              <a:gd name="csX846" fmla="*/ 2545223 w 3429066"/>
              <a:gd name="csY846" fmla="*/ 155739 h 779148"/>
              <a:gd name="csX847" fmla="*/ 2555910 w 3429066"/>
              <a:gd name="csY847" fmla="*/ 156300 h 779148"/>
              <a:gd name="csX848" fmla="*/ 2557520 w 3429066"/>
              <a:gd name="csY848" fmla="*/ 142680 h 779148"/>
              <a:gd name="csX849" fmla="*/ 2580456 w 3429066"/>
              <a:gd name="csY849" fmla="*/ 139327 h 779148"/>
              <a:gd name="csX850" fmla="*/ 2575817 w 3429066"/>
              <a:gd name="csY850" fmla="*/ 148261 h 779148"/>
              <a:gd name="csX851" fmla="*/ 2582009 w 3429066"/>
              <a:gd name="csY851" fmla="*/ 134850 h 779148"/>
              <a:gd name="csX852" fmla="*/ 2592724 w 3429066"/>
              <a:gd name="csY852" fmla="*/ 130859 h 779148"/>
              <a:gd name="csX853" fmla="*/ 2594144 w 3429066"/>
              <a:gd name="csY853" fmla="*/ 149223 h 779148"/>
              <a:gd name="csX854" fmla="*/ 2594162 w 3429066"/>
              <a:gd name="csY854" fmla="*/ 144651 h 779148"/>
              <a:gd name="csX855" fmla="*/ 2611022 w 3429066"/>
              <a:gd name="csY855" fmla="*/ 136431 h 779148"/>
              <a:gd name="csX856" fmla="*/ 2620128 w 3429066"/>
              <a:gd name="csY856" fmla="*/ 146080 h 779148"/>
              <a:gd name="csX857" fmla="*/ 2615603 w 3429066"/>
              <a:gd name="csY857" fmla="*/ 136660 h 779148"/>
              <a:gd name="csX858" fmla="*/ 2626262 w 3429066"/>
              <a:gd name="csY858" fmla="*/ 141823 h 779148"/>
              <a:gd name="csX859" fmla="*/ 2630929 w 3429066"/>
              <a:gd name="csY859" fmla="*/ 128373 h 779148"/>
              <a:gd name="csX860" fmla="*/ 2633901 w 3429066"/>
              <a:gd name="csY860" fmla="*/ 142223 h 779148"/>
              <a:gd name="csX861" fmla="*/ 2649255 w 3429066"/>
              <a:gd name="csY861" fmla="*/ 129326 h 779148"/>
              <a:gd name="csX862" fmla="*/ 2652284 w 3429066"/>
              <a:gd name="csY862" fmla="*/ 134098 h 779148"/>
              <a:gd name="csX863" fmla="*/ 2655370 w 3429066"/>
              <a:gd name="csY863" fmla="*/ 129659 h 779148"/>
              <a:gd name="csX864" fmla="*/ 2672163 w 3429066"/>
              <a:gd name="csY864" fmla="*/ 130574 h 779148"/>
              <a:gd name="csX865" fmla="*/ 2682859 w 3429066"/>
              <a:gd name="csY865" fmla="*/ 131154 h 779148"/>
              <a:gd name="csX866" fmla="*/ 2693546 w 3429066"/>
              <a:gd name="csY866" fmla="*/ 131736 h 779148"/>
              <a:gd name="csX867" fmla="*/ 2699623 w 3429066"/>
              <a:gd name="csY867" fmla="*/ 136631 h 779148"/>
              <a:gd name="csX868" fmla="*/ 2701214 w 3429066"/>
              <a:gd name="csY868" fmla="*/ 127554 h 779148"/>
              <a:gd name="csX869" fmla="*/ 2713454 w 3429066"/>
              <a:gd name="csY869" fmla="*/ 123649 h 779148"/>
              <a:gd name="csX870" fmla="*/ 2731808 w 3429066"/>
              <a:gd name="csY870" fmla="*/ 120086 h 779148"/>
              <a:gd name="csX871" fmla="*/ 2737952 w 3429066"/>
              <a:gd name="csY871" fmla="*/ 115819 h 779148"/>
              <a:gd name="csX872" fmla="*/ 2742476 w 3429066"/>
              <a:gd name="csY872" fmla="*/ 125230 h 779148"/>
              <a:gd name="csX873" fmla="*/ 2750106 w 3429066"/>
              <a:gd name="csY873" fmla="*/ 125640 h 779148"/>
              <a:gd name="csX874" fmla="*/ 2754773 w 3429066"/>
              <a:gd name="csY874" fmla="*/ 112190 h 779148"/>
              <a:gd name="csX875" fmla="*/ 2819038 w 3429066"/>
              <a:gd name="csY875" fmla="*/ 97379 h 779148"/>
              <a:gd name="csX876" fmla="*/ 2822010 w 3429066"/>
              <a:gd name="csY876" fmla="*/ 111247 h 779148"/>
              <a:gd name="csX877" fmla="*/ 2866463 w 3429066"/>
              <a:gd name="csY877" fmla="*/ 86225 h 779148"/>
              <a:gd name="csX878" fmla="*/ 2872654 w 3429066"/>
              <a:gd name="csY878" fmla="*/ 72833 h 779148"/>
              <a:gd name="csX879" fmla="*/ 2877103 w 3429066"/>
              <a:gd name="csY879" fmla="*/ 95941 h 779148"/>
              <a:gd name="csX880" fmla="*/ 2874188 w 3429066"/>
              <a:gd name="csY880" fmla="*/ 72909 h 779148"/>
              <a:gd name="csX881" fmla="*/ 2881770 w 3429066"/>
              <a:gd name="csY881" fmla="*/ 82463 h 779148"/>
              <a:gd name="csX882" fmla="*/ 2884942 w 3429066"/>
              <a:gd name="csY882" fmla="*/ 64337 h 779148"/>
              <a:gd name="csX883" fmla="*/ 2910907 w 3429066"/>
              <a:gd name="csY883" fmla="*/ 65746 h 779148"/>
              <a:gd name="csX884" fmla="*/ 2906030 w 3429066"/>
              <a:gd name="csY884" fmla="*/ 115781 h 779148"/>
              <a:gd name="csX885" fmla="*/ 2909164 w 3429066"/>
              <a:gd name="csY885" fmla="*/ 102246 h 779148"/>
              <a:gd name="csX886" fmla="*/ 2915107 w 3429066"/>
              <a:gd name="csY886" fmla="*/ 129983 h 779148"/>
              <a:gd name="csX887" fmla="*/ 2933491 w 3429066"/>
              <a:gd name="csY887" fmla="*/ 121849 h 779148"/>
              <a:gd name="csX888" fmla="*/ 2938015 w 3429066"/>
              <a:gd name="csY888" fmla="*/ 131231 h 779148"/>
              <a:gd name="csX889" fmla="*/ 2941130 w 3429066"/>
              <a:gd name="csY889" fmla="*/ 122258 h 779148"/>
              <a:gd name="csX890" fmla="*/ 2951798 w 3429066"/>
              <a:gd name="csY890" fmla="*/ 127430 h 779148"/>
              <a:gd name="csX891" fmla="*/ 2959351 w 3429066"/>
              <a:gd name="csY891" fmla="*/ 141546 h 779148"/>
              <a:gd name="csX892" fmla="*/ 2956379 w 3429066"/>
              <a:gd name="csY892" fmla="*/ 127659 h 779148"/>
              <a:gd name="csX893" fmla="*/ 2962494 w 3429066"/>
              <a:gd name="csY893" fmla="*/ 127992 h 779148"/>
              <a:gd name="csX894" fmla="*/ 2968657 w 3429066"/>
              <a:gd name="csY894" fmla="*/ 119172 h 779148"/>
              <a:gd name="csX895" fmla="*/ 2974734 w 3429066"/>
              <a:gd name="csY895" fmla="*/ 124096 h 779148"/>
              <a:gd name="csX896" fmla="*/ 3008366 w 3429066"/>
              <a:gd name="csY896" fmla="*/ 121325 h 779148"/>
              <a:gd name="csX897" fmla="*/ 3009976 w 3429066"/>
              <a:gd name="csY897" fmla="*/ 107704 h 779148"/>
              <a:gd name="csX898" fmla="*/ 3037551 w 3429066"/>
              <a:gd name="csY898" fmla="*/ 95493 h 779148"/>
              <a:gd name="csX899" fmla="*/ 3045162 w 3429066"/>
              <a:gd name="csY899" fmla="*/ 100436 h 779148"/>
              <a:gd name="csX900" fmla="*/ 3049800 w 3429066"/>
              <a:gd name="csY900" fmla="*/ 91569 h 779148"/>
              <a:gd name="csX901" fmla="*/ 3052801 w 3429066"/>
              <a:gd name="csY901" fmla="*/ 100865 h 779148"/>
              <a:gd name="csX902" fmla="*/ 3060459 w 3429066"/>
              <a:gd name="csY902" fmla="*/ 96731 h 779148"/>
              <a:gd name="csX903" fmla="*/ 3069651 w 3429066"/>
              <a:gd name="csY903" fmla="*/ 92654 h 779148"/>
              <a:gd name="csX904" fmla="*/ 3063564 w 3429066"/>
              <a:gd name="csY904" fmla="*/ 87730 h 779148"/>
              <a:gd name="csX905" fmla="*/ 3077347 w 3429066"/>
              <a:gd name="csY905" fmla="*/ 83911 h 779148"/>
              <a:gd name="csX906" fmla="*/ 3075680 w 3429066"/>
              <a:gd name="csY906" fmla="*/ 106656 h 779148"/>
              <a:gd name="csX907" fmla="*/ 3083338 w 3429066"/>
              <a:gd name="csY907" fmla="*/ 102522 h 779148"/>
              <a:gd name="csX908" fmla="*/ 3083452 w 3429066"/>
              <a:gd name="csY908" fmla="*/ 84234 h 779148"/>
              <a:gd name="csX909" fmla="*/ 3086424 w 3429066"/>
              <a:gd name="csY909" fmla="*/ 98112 h 779148"/>
              <a:gd name="csX910" fmla="*/ 3089558 w 3429066"/>
              <a:gd name="csY910" fmla="*/ 84549 h 779148"/>
              <a:gd name="csX911" fmla="*/ 3095720 w 3429066"/>
              <a:gd name="csY911" fmla="*/ 75738 h 779148"/>
              <a:gd name="csX912" fmla="*/ 3117076 w 3429066"/>
              <a:gd name="csY912" fmla="*/ 81482 h 779148"/>
              <a:gd name="csX913" fmla="*/ 3116904 w 3429066"/>
              <a:gd name="csY913" fmla="*/ 108895 h 779148"/>
              <a:gd name="csX914" fmla="*/ 3144393 w 3429066"/>
              <a:gd name="csY914" fmla="*/ 110371 h 779148"/>
              <a:gd name="csX915" fmla="*/ 3145974 w 3429066"/>
              <a:gd name="csY915" fmla="*/ 101322 h 779148"/>
              <a:gd name="csX916" fmla="*/ 3179607 w 3429066"/>
              <a:gd name="csY916" fmla="*/ 98550 h 779148"/>
              <a:gd name="csX917" fmla="*/ 3196466 w 3429066"/>
              <a:gd name="csY917" fmla="*/ 90321 h 779148"/>
              <a:gd name="csX918" fmla="*/ 3208706 w 3429066"/>
              <a:gd name="csY918" fmla="*/ 86425 h 779148"/>
              <a:gd name="csX919" fmla="*/ 3217840 w 3429066"/>
              <a:gd name="csY919" fmla="*/ 91483 h 779148"/>
              <a:gd name="csX920" fmla="*/ 3222479 w 3429066"/>
              <a:gd name="csY920" fmla="*/ 82586 h 779148"/>
              <a:gd name="csX921" fmla="*/ 3242358 w 3429066"/>
              <a:gd name="csY921" fmla="*/ 79100 h 779148"/>
              <a:gd name="csX922" fmla="*/ 3265294 w 3429066"/>
              <a:gd name="csY922" fmla="*/ 75738 h 779148"/>
              <a:gd name="csX923" fmla="*/ 3279124 w 3429066"/>
              <a:gd name="csY923" fmla="*/ 62803 h 779148"/>
              <a:gd name="csX924" fmla="*/ 3295955 w 3429066"/>
              <a:gd name="csY924" fmla="*/ 59117 h 779148"/>
              <a:gd name="csX925" fmla="*/ 3297317 w 3429066"/>
              <a:gd name="csY925" fmla="*/ 86625 h 779148"/>
              <a:gd name="csX926" fmla="*/ 3289564 w 3429066"/>
              <a:gd name="csY926" fmla="*/ 104513 h 779148"/>
              <a:gd name="csX927" fmla="*/ 3298736 w 3429066"/>
              <a:gd name="csY927" fmla="*/ 105008 h 779148"/>
              <a:gd name="csX928" fmla="*/ 3299965 w 3429066"/>
              <a:gd name="csY928" fmla="*/ 155386 h 779148"/>
              <a:gd name="csX929" fmla="*/ 3304604 w 3429066"/>
              <a:gd name="csY929" fmla="*/ 146490 h 779148"/>
              <a:gd name="csX930" fmla="*/ 3321396 w 3429066"/>
              <a:gd name="csY930" fmla="*/ 147404 h 779148"/>
              <a:gd name="csX931" fmla="*/ 3335169 w 3429066"/>
              <a:gd name="csY931" fmla="*/ 143556 h 779148"/>
              <a:gd name="csX932" fmla="*/ 3364297 w 3429066"/>
              <a:gd name="csY932" fmla="*/ 126821 h 779148"/>
              <a:gd name="csX933" fmla="*/ 3372022 w 3429066"/>
              <a:gd name="csY933" fmla="*/ 113543 h 779148"/>
              <a:gd name="csX934" fmla="*/ 3397958 w 3429066"/>
              <a:gd name="csY934" fmla="*/ 119486 h 779148"/>
              <a:gd name="csX935" fmla="*/ 3402349 w 3429066"/>
              <a:gd name="csY935" fmla="*/ 151748 h 779148"/>
              <a:gd name="csX936" fmla="*/ 3418875 w 3429066"/>
              <a:gd name="csY936" fmla="*/ 198363 h 779148"/>
              <a:gd name="csX937" fmla="*/ 3423314 w 3429066"/>
              <a:gd name="csY937" fmla="*/ 221480 h 779148"/>
              <a:gd name="csX938" fmla="*/ 3427600 w 3429066"/>
              <a:gd name="csY938" fmla="*/ 272020 h 779148"/>
              <a:gd name="csX939" fmla="*/ 3422990 w 3429066"/>
              <a:gd name="csY939" fmla="*/ 276335 h 779148"/>
              <a:gd name="csX940" fmla="*/ 3429067 w 3429066"/>
              <a:gd name="csY940" fmla="*/ 281240 h 779148"/>
              <a:gd name="csX941" fmla="*/ 3424352 w 3429066"/>
              <a:gd name="csY941" fmla="*/ 303843 h 779148"/>
              <a:gd name="csX942" fmla="*/ 3427352 w 3429066"/>
              <a:gd name="csY942" fmla="*/ 313158 h 779148"/>
              <a:gd name="csX943" fmla="*/ 3424190 w 3429066"/>
              <a:gd name="csY943" fmla="*/ 331275 h 779148"/>
              <a:gd name="csX944" fmla="*/ 3421133 w 3429066"/>
              <a:gd name="csY944" fmla="*/ 331103 h 779148"/>
              <a:gd name="csX945" fmla="*/ 3419466 w 3429066"/>
              <a:gd name="csY945" fmla="*/ 353897 h 779148"/>
              <a:gd name="csX946" fmla="*/ 3416437 w 3429066"/>
              <a:gd name="csY946" fmla="*/ 349134 h 779148"/>
              <a:gd name="csX947" fmla="*/ 3410188 w 3429066"/>
              <a:gd name="csY947" fmla="*/ 371680 h 779148"/>
              <a:gd name="csX948" fmla="*/ 3399463 w 3429066"/>
              <a:gd name="csY948" fmla="*/ 375671 h 779148"/>
              <a:gd name="csX949" fmla="*/ 3397853 w 3429066"/>
              <a:gd name="csY949" fmla="*/ 389301 h 779148"/>
              <a:gd name="csX950" fmla="*/ 3370583 w 3429066"/>
              <a:gd name="csY950" fmla="*/ 351230 h 779148"/>
              <a:gd name="csX951" fmla="*/ 3358363 w 3429066"/>
              <a:gd name="csY951" fmla="*/ 350582 h 779148"/>
              <a:gd name="csX952" fmla="*/ 3364116 w 3429066"/>
              <a:gd name="csY952" fmla="*/ 410332 h 779148"/>
              <a:gd name="csX953" fmla="*/ 3360820 w 3429066"/>
              <a:gd name="csY953" fmla="*/ 451318 h 779148"/>
              <a:gd name="csX954" fmla="*/ 3354715 w 3429066"/>
              <a:gd name="csY954" fmla="*/ 450985 h 779148"/>
              <a:gd name="csX955" fmla="*/ 3356077 w 3429066"/>
              <a:gd name="csY955" fmla="*/ 478493 h 779148"/>
              <a:gd name="csX956" fmla="*/ 3339303 w 3429066"/>
              <a:gd name="csY956" fmla="*/ 473026 h 779148"/>
              <a:gd name="csX957" fmla="*/ 3333302 w 3429066"/>
              <a:gd name="csY957" fmla="*/ 454404 h 779148"/>
              <a:gd name="csX958" fmla="*/ 3330169 w 3429066"/>
              <a:gd name="csY958" fmla="*/ 467949 h 779148"/>
              <a:gd name="csX959" fmla="*/ 3324054 w 3429066"/>
              <a:gd name="csY959" fmla="*/ 467616 h 779148"/>
              <a:gd name="csX960" fmla="*/ 3324159 w 3429066"/>
              <a:gd name="csY960" fmla="*/ 449328 h 779148"/>
              <a:gd name="csX961" fmla="*/ 3311909 w 3429066"/>
              <a:gd name="csY961" fmla="*/ 453261 h 779148"/>
              <a:gd name="csX962" fmla="*/ 3319463 w 3429066"/>
              <a:gd name="csY962" fmla="*/ 467368 h 779148"/>
              <a:gd name="csX963" fmla="*/ 3272123 w 3429066"/>
              <a:gd name="csY963" fmla="*/ 464815 h 779148"/>
              <a:gd name="csX964" fmla="*/ 3267485 w 3429066"/>
              <a:gd name="csY964" fmla="*/ 473721 h 779148"/>
              <a:gd name="csX965" fmla="*/ 3268847 w 3429066"/>
              <a:gd name="csY965" fmla="*/ 501220 h 779148"/>
              <a:gd name="csX966" fmla="*/ 3253521 w 3429066"/>
              <a:gd name="csY966" fmla="*/ 509554 h 779148"/>
              <a:gd name="csX967" fmla="*/ 3259569 w 3429066"/>
              <a:gd name="csY967" fmla="*/ 519003 h 779148"/>
              <a:gd name="csX968" fmla="*/ 3254959 w 3429066"/>
              <a:gd name="csY968" fmla="*/ 523347 h 779148"/>
              <a:gd name="csX969" fmla="*/ 3222965 w 3429066"/>
              <a:gd name="csY969" fmla="*/ 507897 h 779148"/>
              <a:gd name="csX970" fmla="*/ 3210659 w 3429066"/>
              <a:gd name="csY970" fmla="*/ 520956 h 779148"/>
              <a:gd name="csX971" fmla="*/ 3215297 w 3429066"/>
              <a:gd name="csY971" fmla="*/ 512031 h 779148"/>
              <a:gd name="csX972" fmla="*/ 3213821 w 3429066"/>
              <a:gd name="csY972" fmla="*/ 502830 h 779148"/>
              <a:gd name="csX973" fmla="*/ 3206077 w 3429066"/>
              <a:gd name="csY973" fmla="*/ 520689 h 779148"/>
              <a:gd name="csX974" fmla="*/ 3178578 w 3429066"/>
              <a:gd name="csY974" fmla="*/ 519232 h 779148"/>
              <a:gd name="csX975" fmla="*/ 3170939 w 3429066"/>
              <a:gd name="csY975" fmla="*/ 518784 h 779148"/>
              <a:gd name="csX976" fmla="*/ 3141926 w 3429066"/>
              <a:gd name="csY976" fmla="*/ 517260 h 779148"/>
              <a:gd name="csX977" fmla="*/ 3074670 w 3429066"/>
              <a:gd name="csY977" fmla="*/ 522718 h 779148"/>
              <a:gd name="csX978" fmla="*/ 3074756 w 3429066"/>
              <a:gd name="csY978" fmla="*/ 509040 h 779148"/>
              <a:gd name="csX979" fmla="*/ 3071736 w 3429066"/>
              <a:gd name="csY979" fmla="*/ 504268 h 779148"/>
              <a:gd name="csX980" fmla="*/ 3064040 w 3429066"/>
              <a:gd name="csY980" fmla="*/ 513021 h 779148"/>
              <a:gd name="csX981" fmla="*/ 3054925 w 3429066"/>
              <a:gd name="csY981" fmla="*/ 503382 h 779148"/>
              <a:gd name="csX982" fmla="*/ 3047238 w 3429066"/>
              <a:gd name="csY982" fmla="*/ 512097 h 779148"/>
              <a:gd name="csX983" fmla="*/ 3042742 w 3429066"/>
              <a:gd name="csY983" fmla="*/ 498153 h 779148"/>
              <a:gd name="csX984" fmla="*/ 3031969 w 3429066"/>
              <a:gd name="csY984" fmla="*/ 511278 h 779148"/>
              <a:gd name="csX985" fmla="*/ 3035075 w 3429066"/>
              <a:gd name="csY985" fmla="*/ 502306 h 779148"/>
              <a:gd name="csX986" fmla="*/ 3024416 w 3429066"/>
              <a:gd name="csY986" fmla="*/ 497172 h 779148"/>
              <a:gd name="csX987" fmla="*/ 3021416 w 3429066"/>
              <a:gd name="csY987" fmla="*/ 487847 h 779148"/>
              <a:gd name="csX988" fmla="*/ 2990841 w 3429066"/>
              <a:gd name="csY988" fmla="*/ 490780 h 779148"/>
              <a:gd name="csX989" fmla="*/ 2987707 w 3429066"/>
              <a:gd name="csY989" fmla="*/ 504344 h 779148"/>
              <a:gd name="csX990" fmla="*/ 2963275 w 3429066"/>
              <a:gd name="csY990" fmla="*/ 503001 h 779148"/>
              <a:gd name="csX991" fmla="*/ 2963361 w 3429066"/>
              <a:gd name="csY991" fmla="*/ 489304 h 779148"/>
              <a:gd name="csX992" fmla="*/ 2954112 w 3429066"/>
              <a:gd name="csY992" fmla="*/ 502496 h 779148"/>
              <a:gd name="csX993" fmla="*/ 2955751 w 3429066"/>
              <a:gd name="csY993" fmla="*/ 484284 h 779148"/>
              <a:gd name="csX994" fmla="*/ 2944978 w 3429066"/>
              <a:gd name="csY994" fmla="*/ 497438 h 779148"/>
              <a:gd name="csX995" fmla="*/ 2923537 w 3429066"/>
              <a:gd name="csY995" fmla="*/ 505430 h 779148"/>
              <a:gd name="csX996" fmla="*/ 2917479 w 3429066"/>
              <a:gd name="csY996" fmla="*/ 495933 h 779148"/>
              <a:gd name="csX997" fmla="*/ 2845594 w 3429066"/>
              <a:gd name="csY997" fmla="*/ 510345 h 779148"/>
              <a:gd name="csX998" fmla="*/ 2834821 w 3429066"/>
              <a:gd name="csY998" fmla="*/ 523499 h 779148"/>
              <a:gd name="csX999" fmla="*/ 2816552 w 3429066"/>
              <a:gd name="csY999" fmla="*/ 513345 h 779148"/>
              <a:gd name="csX1000" fmla="*/ 2816657 w 3429066"/>
              <a:gd name="csY1000" fmla="*/ 495067 h 779148"/>
              <a:gd name="csX1001" fmla="*/ 2796740 w 3429066"/>
              <a:gd name="csY1001" fmla="*/ 503134 h 779148"/>
              <a:gd name="csX1002" fmla="*/ 2807437 w 3429066"/>
              <a:gd name="csY1002" fmla="*/ 503734 h 779148"/>
              <a:gd name="csX1003" fmla="*/ 2816705 w 3429066"/>
              <a:gd name="csY1003" fmla="*/ 485932 h 779148"/>
              <a:gd name="csX1004" fmla="*/ 2810656 w 3429066"/>
              <a:gd name="csY1004" fmla="*/ 476455 h 779148"/>
              <a:gd name="csX1005" fmla="*/ 2815457 w 3429066"/>
              <a:gd name="csY1005" fmla="*/ 440155 h 779148"/>
              <a:gd name="csX1006" fmla="*/ 2836955 w 3429066"/>
              <a:gd name="csY1006" fmla="*/ 423010 h 779148"/>
              <a:gd name="csX1007" fmla="*/ 2842975 w 3429066"/>
              <a:gd name="csY1007" fmla="*/ 437069 h 779148"/>
              <a:gd name="csX1008" fmla="*/ 2849137 w 3429066"/>
              <a:gd name="csY1008" fmla="*/ 428258 h 779148"/>
              <a:gd name="csX1009" fmla="*/ 2843089 w 3429066"/>
              <a:gd name="csY1009" fmla="*/ 418781 h 779148"/>
              <a:gd name="csX1010" fmla="*/ 2861415 w 3429066"/>
              <a:gd name="csY1010" fmla="*/ 419772 h 779148"/>
              <a:gd name="csX1011" fmla="*/ 2862806 w 3429066"/>
              <a:gd name="csY1011" fmla="*/ 442708 h 779148"/>
              <a:gd name="csX1012" fmla="*/ 2871997 w 3429066"/>
              <a:gd name="csY1012" fmla="*/ 438621 h 779148"/>
              <a:gd name="csX1013" fmla="*/ 2873578 w 3429066"/>
              <a:gd name="csY1013" fmla="*/ 429573 h 779148"/>
              <a:gd name="csX1014" fmla="*/ 2862968 w 3429066"/>
              <a:gd name="csY1014" fmla="*/ 415257 h 779148"/>
              <a:gd name="csX1015" fmla="*/ 2881265 w 3429066"/>
              <a:gd name="csY1015" fmla="*/ 420838 h 779148"/>
              <a:gd name="csX1016" fmla="*/ 2884456 w 3429066"/>
              <a:gd name="csY1016" fmla="*/ 398131 h 779148"/>
              <a:gd name="csX1017" fmla="*/ 2872235 w 3429066"/>
              <a:gd name="csY1017" fmla="*/ 397464 h 779148"/>
              <a:gd name="csX1018" fmla="*/ 2875407 w 3429066"/>
              <a:gd name="csY1018" fmla="*/ 379357 h 779148"/>
              <a:gd name="csX1019" fmla="*/ 2870902 w 3429066"/>
              <a:gd name="csY1019" fmla="*/ 365412 h 779148"/>
              <a:gd name="csX1020" fmla="*/ 2872293 w 3429066"/>
              <a:gd name="csY1020" fmla="*/ 388349 h 779148"/>
              <a:gd name="csX1021" fmla="*/ 2869149 w 3429066"/>
              <a:gd name="csY1021" fmla="*/ 401912 h 779148"/>
              <a:gd name="csX1022" fmla="*/ 2860015 w 3429066"/>
              <a:gd name="csY1022" fmla="*/ 396826 h 779148"/>
              <a:gd name="csX1023" fmla="*/ 2866149 w 3429066"/>
              <a:gd name="csY1023" fmla="*/ 392587 h 779148"/>
              <a:gd name="csX1024" fmla="*/ 2855405 w 3429066"/>
              <a:gd name="csY1024" fmla="*/ 401150 h 779148"/>
              <a:gd name="csX1025" fmla="*/ 2844822 w 3429066"/>
              <a:gd name="csY1025" fmla="*/ 382291 h 779148"/>
              <a:gd name="csX1026" fmla="*/ 2838602 w 3429066"/>
              <a:gd name="csY1026" fmla="*/ 400255 h 779148"/>
              <a:gd name="csX1027" fmla="*/ 2834164 w 3429066"/>
              <a:gd name="csY1027" fmla="*/ 377147 h 779148"/>
              <a:gd name="csX1028" fmla="*/ 2829468 w 3429066"/>
              <a:gd name="csY1028" fmla="*/ 395168 h 779148"/>
              <a:gd name="csX1029" fmla="*/ 2777538 w 3429066"/>
              <a:gd name="csY1029" fmla="*/ 392359 h 779148"/>
              <a:gd name="csX1030" fmla="*/ 2772870 w 3429066"/>
              <a:gd name="csY1030" fmla="*/ 405836 h 779148"/>
              <a:gd name="csX1031" fmla="*/ 2778919 w 3429066"/>
              <a:gd name="csY1031" fmla="*/ 415295 h 779148"/>
              <a:gd name="csX1032" fmla="*/ 2781729 w 3429066"/>
              <a:gd name="csY1032" fmla="*/ 456614 h 779148"/>
              <a:gd name="csX1033" fmla="*/ 2778671 w 3429066"/>
              <a:gd name="csY1033" fmla="*/ 456443 h 779148"/>
              <a:gd name="csX1034" fmla="*/ 2775614 w 3429066"/>
              <a:gd name="csY1034" fmla="*/ 456281 h 779148"/>
              <a:gd name="csX1035" fmla="*/ 2771194 w 3429066"/>
              <a:gd name="csY1035" fmla="*/ 428620 h 779148"/>
              <a:gd name="csX1036" fmla="*/ 2774109 w 3429066"/>
              <a:gd name="csY1036" fmla="*/ 451633 h 779148"/>
              <a:gd name="csX1037" fmla="*/ 2758812 w 3429066"/>
              <a:gd name="csY1037" fmla="*/ 455376 h 779148"/>
              <a:gd name="csX1038" fmla="*/ 2767975 w 3429066"/>
              <a:gd name="csY1038" fmla="*/ 455881 h 779148"/>
              <a:gd name="csX1039" fmla="*/ 2781614 w 3429066"/>
              <a:gd name="csY1039" fmla="*/ 474912 h 779148"/>
              <a:gd name="csX1040" fmla="*/ 2781443 w 3429066"/>
              <a:gd name="csY1040" fmla="*/ 502334 h 779148"/>
              <a:gd name="csX1041" fmla="*/ 2767556 w 3429066"/>
              <a:gd name="csY1041" fmla="*/ 524461 h 779148"/>
              <a:gd name="csX1042" fmla="*/ 2761507 w 3429066"/>
              <a:gd name="csY1042" fmla="*/ 514974 h 779148"/>
              <a:gd name="csX1043" fmla="*/ 2749258 w 3429066"/>
              <a:gd name="csY1043" fmla="*/ 518898 h 779148"/>
              <a:gd name="csX1044" fmla="*/ 2744705 w 3429066"/>
              <a:gd name="csY1044" fmla="*/ 514069 h 779148"/>
              <a:gd name="csX1045" fmla="*/ 2730932 w 3429066"/>
              <a:gd name="csY1045" fmla="*/ 517908 h 779148"/>
              <a:gd name="csX1046" fmla="*/ 2692746 w 3429066"/>
              <a:gd name="csY1046" fmla="*/ 515831 h 779148"/>
              <a:gd name="csX1047" fmla="*/ 2683555 w 3429066"/>
              <a:gd name="csY1047" fmla="*/ 519889 h 779148"/>
              <a:gd name="csX1048" fmla="*/ 2677506 w 3429066"/>
              <a:gd name="csY1048" fmla="*/ 510440 h 779148"/>
              <a:gd name="csX1049" fmla="*/ 2674392 w 3429066"/>
              <a:gd name="csY1049" fmla="*/ 519412 h 779148"/>
              <a:gd name="csX1050" fmla="*/ 2668362 w 3429066"/>
              <a:gd name="csY1050" fmla="*/ 505401 h 779148"/>
              <a:gd name="csX1051" fmla="*/ 2656141 w 3429066"/>
              <a:gd name="csY1051" fmla="*/ 504716 h 779148"/>
              <a:gd name="csX1052" fmla="*/ 2654532 w 3429066"/>
              <a:gd name="csY1052" fmla="*/ 518346 h 779148"/>
              <a:gd name="csX1053" fmla="*/ 2634739 w 3429066"/>
              <a:gd name="csY1053" fmla="*/ 508145 h 779148"/>
              <a:gd name="csX1054" fmla="*/ 2631605 w 3429066"/>
              <a:gd name="csY1054" fmla="*/ 521661 h 779148"/>
              <a:gd name="csX1055" fmla="*/ 2544518 w 3429066"/>
              <a:gd name="csY1055" fmla="*/ 521537 h 779148"/>
              <a:gd name="csX1056" fmla="*/ 2532250 w 3429066"/>
              <a:gd name="csY1056" fmla="*/ 530033 h 779148"/>
              <a:gd name="csX1057" fmla="*/ 2504732 w 3429066"/>
              <a:gd name="csY1057" fmla="*/ 533110 h 779148"/>
              <a:gd name="csX1058" fmla="*/ 2501599 w 3429066"/>
              <a:gd name="csY1058" fmla="*/ 546692 h 779148"/>
              <a:gd name="csX1059" fmla="*/ 2457307 w 3429066"/>
              <a:gd name="csY1059" fmla="*/ 544263 h 779148"/>
              <a:gd name="csX1060" fmla="*/ 2452754 w 3429066"/>
              <a:gd name="csY1060" fmla="*/ 539463 h 779148"/>
              <a:gd name="csX1061" fmla="*/ 2442029 w 3429066"/>
              <a:gd name="csY1061" fmla="*/ 543444 h 779148"/>
              <a:gd name="csX1062" fmla="*/ 2434428 w 3429066"/>
              <a:gd name="csY1062" fmla="*/ 538462 h 779148"/>
              <a:gd name="csX1063" fmla="*/ 2420627 w 3429066"/>
              <a:gd name="csY1063" fmla="*/ 546845 h 779148"/>
              <a:gd name="csX1064" fmla="*/ 2416102 w 3429066"/>
              <a:gd name="csY1064" fmla="*/ 537481 h 779148"/>
              <a:gd name="csX1065" fmla="*/ 2408387 w 3429066"/>
              <a:gd name="csY1065" fmla="*/ 550778 h 779148"/>
              <a:gd name="csX1066" fmla="*/ 2403834 w 3429066"/>
              <a:gd name="csY1066" fmla="*/ 545959 h 779148"/>
              <a:gd name="csX1067" fmla="*/ 2391556 w 3429066"/>
              <a:gd name="csY1067" fmla="*/ 554465 h 779148"/>
              <a:gd name="csX1068" fmla="*/ 2365591 w 3429066"/>
              <a:gd name="csY1068" fmla="*/ 553055 h 779148"/>
              <a:gd name="csX1069" fmla="*/ 2360962 w 3429066"/>
              <a:gd name="csY1069" fmla="*/ 561942 h 779148"/>
              <a:gd name="csX1070" fmla="*/ 2362572 w 3429066"/>
              <a:gd name="csY1070" fmla="*/ 548302 h 779148"/>
              <a:gd name="csX1071" fmla="*/ 2356437 w 3429066"/>
              <a:gd name="csY1071" fmla="*/ 552560 h 779148"/>
              <a:gd name="csX1072" fmla="*/ 2357914 w 3429066"/>
              <a:gd name="csY1072" fmla="*/ 561780 h 779148"/>
              <a:gd name="csX1073" fmla="*/ 2354913 w 3429066"/>
              <a:gd name="csY1073" fmla="*/ 552483 h 779148"/>
              <a:gd name="csX1074" fmla="*/ 2345712 w 3429066"/>
              <a:gd name="csY1074" fmla="*/ 556551 h 779148"/>
              <a:gd name="csX1075" fmla="*/ 2334968 w 3429066"/>
              <a:gd name="csY1075" fmla="*/ 565113 h 779148"/>
              <a:gd name="csX1076" fmla="*/ 2325834 w 3429066"/>
              <a:gd name="csY1076" fmla="*/ 560056 h 779148"/>
              <a:gd name="csX1077" fmla="*/ 2296792 w 3429066"/>
              <a:gd name="csY1077" fmla="*/ 563047 h 779148"/>
              <a:gd name="csX1078" fmla="*/ 2284514 w 3429066"/>
              <a:gd name="csY1078" fmla="*/ 571552 h 779148"/>
              <a:gd name="csX1079" fmla="*/ 2279961 w 3429066"/>
              <a:gd name="csY1079" fmla="*/ 566723 h 779148"/>
              <a:gd name="csX1080" fmla="*/ 2267712 w 3429066"/>
              <a:gd name="csY1080" fmla="*/ 570638 h 779148"/>
              <a:gd name="csX1081" fmla="*/ 2260130 w 3429066"/>
              <a:gd name="csY1081" fmla="*/ 561084 h 779148"/>
              <a:gd name="csX1082" fmla="*/ 2250996 w 3429066"/>
              <a:gd name="csY1082" fmla="*/ 556008 h 779148"/>
              <a:gd name="csX1083" fmla="*/ 2246357 w 3429066"/>
              <a:gd name="csY1083" fmla="*/ 564904 h 779148"/>
              <a:gd name="csX1084" fmla="*/ 2241804 w 3429066"/>
              <a:gd name="csY1084" fmla="*/ 560075 h 779148"/>
              <a:gd name="csX1085" fmla="*/ 2235660 w 3429066"/>
              <a:gd name="csY1085" fmla="*/ 564304 h 779148"/>
              <a:gd name="csX1086" fmla="*/ 2226526 w 3429066"/>
              <a:gd name="csY1086" fmla="*/ 559256 h 779148"/>
              <a:gd name="csX1087" fmla="*/ 2202056 w 3429066"/>
              <a:gd name="csY1087" fmla="*/ 562504 h 779148"/>
              <a:gd name="csX1088" fmla="*/ 2180587 w 3429066"/>
              <a:gd name="csY1088" fmla="*/ 575058 h 779148"/>
              <a:gd name="csX1089" fmla="*/ 2172977 w 3429066"/>
              <a:gd name="csY1089" fmla="*/ 570076 h 779148"/>
              <a:gd name="csX1090" fmla="*/ 2125571 w 3429066"/>
              <a:gd name="csY1090" fmla="*/ 576658 h 779148"/>
              <a:gd name="csX1091" fmla="*/ 2116436 w 3429066"/>
              <a:gd name="csY1091" fmla="*/ 571600 h 779148"/>
              <a:gd name="csX1092" fmla="*/ 2120999 w 3429066"/>
              <a:gd name="csY1092" fmla="*/ 576420 h 779148"/>
              <a:gd name="csX1093" fmla="*/ 2104254 w 3429066"/>
              <a:gd name="csY1093" fmla="*/ 566352 h 779148"/>
              <a:gd name="csX1094" fmla="*/ 2095033 w 3429066"/>
              <a:gd name="csY1094" fmla="*/ 575010 h 779148"/>
              <a:gd name="csX1095" fmla="*/ 2081232 w 3429066"/>
              <a:gd name="csY1095" fmla="*/ 583392 h 779148"/>
              <a:gd name="csX1096" fmla="*/ 2085870 w 3429066"/>
              <a:gd name="csY1096" fmla="*/ 574515 h 779148"/>
              <a:gd name="csX1097" fmla="*/ 2087480 w 3429066"/>
              <a:gd name="csY1097" fmla="*/ 560884 h 779148"/>
              <a:gd name="csX1098" fmla="*/ 2081374 w 3429066"/>
              <a:gd name="csY1098" fmla="*/ 560551 h 779148"/>
              <a:gd name="csX1099" fmla="*/ 2083013 w 3429066"/>
              <a:gd name="csY1099" fmla="*/ 542377 h 779148"/>
              <a:gd name="csX1100" fmla="*/ 2075355 w 3429066"/>
              <a:gd name="csY1100" fmla="*/ 546511 h 779148"/>
              <a:gd name="csX1101" fmla="*/ 2067801 w 3429066"/>
              <a:gd name="csY1101" fmla="*/ 532395 h 779148"/>
              <a:gd name="csX1102" fmla="*/ 2076745 w 3429066"/>
              <a:gd name="csY1102" fmla="*/ 569448 h 779148"/>
              <a:gd name="csX1103" fmla="*/ 2068992 w 3429066"/>
              <a:gd name="csY1103" fmla="*/ 587326 h 779148"/>
              <a:gd name="csX1104" fmla="*/ 2064544 w 3429066"/>
              <a:gd name="csY1104" fmla="*/ 564209 h 779148"/>
              <a:gd name="csX1105" fmla="*/ 2065963 w 3429066"/>
              <a:gd name="csY1105" fmla="*/ 582592 h 779148"/>
              <a:gd name="csX1106" fmla="*/ 2055409 w 3429066"/>
              <a:gd name="csY1106" fmla="*/ 559151 h 779148"/>
              <a:gd name="csX1107" fmla="*/ 2047580 w 3429066"/>
              <a:gd name="csY1107" fmla="*/ 590755 h 779148"/>
              <a:gd name="csX1108" fmla="*/ 2042970 w 3429066"/>
              <a:gd name="csY1108" fmla="*/ 595098 h 779148"/>
              <a:gd name="csX1109" fmla="*/ 2032425 w 3429066"/>
              <a:gd name="csY1109" fmla="*/ 571638 h 779148"/>
              <a:gd name="csX1110" fmla="*/ 2038455 w 3429066"/>
              <a:gd name="csY1110" fmla="*/ 585678 h 779148"/>
              <a:gd name="csX1111" fmla="*/ 2046094 w 3429066"/>
              <a:gd name="csY1111" fmla="*/ 586097 h 779148"/>
              <a:gd name="csX1112" fmla="*/ 2040122 w 3429066"/>
              <a:gd name="csY1112" fmla="*/ 562904 h 779148"/>
              <a:gd name="csX1113" fmla="*/ 2047732 w 3429066"/>
              <a:gd name="csY1113" fmla="*/ 567895 h 779148"/>
              <a:gd name="csX1114" fmla="*/ 2040264 w 3429066"/>
              <a:gd name="csY1114" fmla="*/ 540053 h 779148"/>
              <a:gd name="csX1115" fmla="*/ 2029549 w 3429066"/>
              <a:gd name="csY1115" fmla="*/ 544044 h 779148"/>
              <a:gd name="csX1116" fmla="*/ 2038988 w 3429066"/>
              <a:gd name="csY1116" fmla="*/ 498829 h 779148"/>
              <a:gd name="csX1117" fmla="*/ 2052761 w 3429066"/>
              <a:gd name="csY1117" fmla="*/ 495009 h 779148"/>
              <a:gd name="csX1118" fmla="*/ 2052657 w 3429066"/>
              <a:gd name="csY1118" fmla="*/ 513297 h 779148"/>
              <a:gd name="csX1119" fmla="*/ 2063515 w 3429066"/>
              <a:gd name="csY1119" fmla="*/ 486428 h 779148"/>
              <a:gd name="csX1120" fmla="*/ 2064991 w 3429066"/>
              <a:gd name="csY1120" fmla="*/ 495667 h 779148"/>
              <a:gd name="csX1121" fmla="*/ 2069630 w 3429066"/>
              <a:gd name="csY1121" fmla="*/ 486761 h 779148"/>
              <a:gd name="csX1122" fmla="*/ 2081794 w 3429066"/>
              <a:gd name="csY1122" fmla="*/ 496562 h 779148"/>
              <a:gd name="csX1123" fmla="*/ 2080403 w 3429066"/>
              <a:gd name="csY1123" fmla="*/ 473645 h 779148"/>
              <a:gd name="csX1124" fmla="*/ 2087985 w 3429066"/>
              <a:gd name="csY1124" fmla="*/ 483199 h 779148"/>
              <a:gd name="csX1125" fmla="*/ 2085013 w 3429066"/>
              <a:gd name="csY1125" fmla="*/ 469302 h 779148"/>
              <a:gd name="csX1126" fmla="*/ 2100348 w 3429066"/>
              <a:gd name="csY1126" fmla="*/ 460996 h 779148"/>
              <a:gd name="csX1127" fmla="*/ 2091147 w 3429066"/>
              <a:gd name="csY1127" fmla="*/ 465082 h 779148"/>
              <a:gd name="csX1128" fmla="*/ 2088232 w 3429066"/>
              <a:gd name="csY1128" fmla="*/ 442070 h 779148"/>
              <a:gd name="csX1129" fmla="*/ 2075955 w 3429066"/>
              <a:gd name="csY1129" fmla="*/ 450528 h 779148"/>
              <a:gd name="csX1130" fmla="*/ 2068344 w 3429066"/>
              <a:gd name="csY1130" fmla="*/ 445565 h 779148"/>
              <a:gd name="csX1131" fmla="*/ 2060648 w 3429066"/>
              <a:gd name="csY1131" fmla="*/ 454281 h 779148"/>
              <a:gd name="csX1132" fmla="*/ 2050037 w 3429066"/>
              <a:gd name="csY1132" fmla="*/ 439993 h 779148"/>
              <a:gd name="csX1133" fmla="*/ 2051485 w 3429066"/>
              <a:gd name="csY1133" fmla="*/ 453795 h 779148"/>
              <a:gd name="csX1134" fmla="*/ 2030054 w 3429066"/>
              <a:gd name="csY1134" fmla="*/ 461777 h 779148"/>
              <a:gd name="csX1135" fmla="*/ 2019414 w 3429066"/>
              <a:gd name="csY1135" fmla="*/ 452042 h 779148"/>
              <a:gd name="csX1136" fmla="*/ 2031664 w 3429066"/>
              <a:gd name="csY1136" fmla="*/ 448156 h 779148"/>
              <a:gd name="csX1137" fmla="*/ 2013604 w 3429066"/>
              <a:gd name="csY1137" fmla="*/ 401445 h 779148"/>
              <a:gd name="csX1138" fmla="*/ 2021072 w 3429066"/>
              <a:gd name="csY1138" fmla="*/ 429287 h 779148"/>
              <a:gd name="csX1139" fmla="*/ 2011747 w 3429066"/>
              <a:gd name="csY1139" fmla="*/ 456233 h 779148"/>
              <a:gd name="csX1140" fmla="*/ 2007222 w 3429066"/>
              <a:gd name="csY1140" fmla="*/ 446813 h 779148"/>
              <a:gd name="csX1141" fmla="*/ 1990363 w 3429066"/>
              <a:gd name="csY1141" fmla="*/ 455071 h 779148"/>
              <a:gd name="csX1142" fmla="*/ 1996554 w 3429066"/>
              <a:gd name="csY1142" fmla="*/ 441660 h 779148"/>
              <a:gd name="csX1143" fmla="*/ 1985943 w 3429066"/>
              <a:gd name="csY1143" fmla="*/ 427391 h 779148"/>
              <a:gd name="csX1144" fmla="*/ 1982724 w 3429066"/>
              <a:gd name="csY1144" fmla="*/ 454643 h 779148"/>
              <a:gd name="csX1145" fmla="*/ 1970532 w 3429066"/>
              <a:gd name="csY1145" fmla="*/ 449413 h 779148"/>
              <a:gd name="csX1146" fmla="*/ 1979752 w 3429066"/>
              <a:gd name="csY1146" fmla="*/ 440774 h 779148"/>
              <a:gd name="csX1147" fmla="*/ 1966036 w 3429066"/>
              <a:gd name="csY1147" fmla="*/ 435450 h 779148"/>
              <a:gd name="csX1148" fmla="*/ 1967446 w 3429066"/>
              <a:gd name="csY1148" fmla="*/ 453833 h 779148"/>
              <a:gd name="csX1149" fmla="*/ 1953711 w 3429066"/>
              <a:gd name="csY1149" fmla="*/ 453099 h 779148"/>
              <a:gd name="csX1150" fmla="*/ 1962950 w 3429066"/>
              <a:gd name="csY1150" fmla="*/ 439850 h 779148"/>
              <a:gd name="csX1151" fmla="*/ 1946129 w 3429066"/>
              <a:gd name="csY1151" fmla="*/ 443527 h 779148"/>
              <a:gd name="csX1152" fmla="*/ 1932327 w 3429066"/>
              <a:gd name="csY1152" fmla="*/ 451928 h 779148"/>
              <a:gd name="csX1153" fmla="*/ 1943043 w 3429066"/>
              <a:gd name="csY1153" fmla="*/ 447937 h 779148"/>
              <a:gd name="csX1154" fmla="*/ 1927765 w 3429066"/>
              <a:gd name="csY1154" fmla="*/ 447108 h 779148"/>
              <a:gd name="csX1155" fmla="*/ 1907934 w 3429066"/>
              <a:gd name="csY1155" fmla="*/ 441441 h 779148"/>
              <a:gd name="csX1156" fmla="*/ 1923183 w 3429066"/>
              <a:gd name="csY1156" fmla="*/ 446861 h 779148"/>
              <a:gd name="csX1157" fmla="*/ 1915516 w 3429066"/>
              <a:gd name="csY1157" fmla="*/ 451004 h 779148"/>
              <a:gd name="csX1158" fmla="*/ 1901714 w 3429066"/>
              <a:gd name="csY1158" fmla="*/ 459395 h 779148"/>
              <a:gd name="csX1159" fmla="*/ 1875806 w 3429066"/>
              <a:gd name="csY1159" fmla="*/ 448842 h 779148"/>
              <a:gd name="csX1160" fmla="*/ 1872691 w 3429066"/>
              <a:gd name="csY1160" fmla="*/ 457833 h 779148"/>
              <a:gd name="csX1161" fmla="*/ 1868224 w 3429066"/>
              <a:gd name="csY1161" fmla="*/ 439298 h 779148"/>
              <a:gd name="csX1162" fmla="*/ 1842259 w 3429066"/>
              <a:gd name="csY1162" fmla="*/ 437907 h 779148"/>
              <a:gd name="csX1163" fmla="*/ 1843897 w 3429066"/>
              <a:gd name="csY1163" fmla="*/ 419695 h 779148"/>
              <a:gd name="csX1164" fmla="*/ 1839344 w 3429066"/>
              <a:gd name="csY1164" fmla="*/ 414885 h 779148"/>
              <a:gd name="csX1165" fmla="*/ 1839259 w 3429066"/>
              <a:gd name="csY1165" fmla="*/ 428592 h 779148"/>
              <a:gd name="csX1166" fmla="*/ 1822380 w 3429066"/>
              <a:gd name="csY1166" fmla="*/ 441403 h 779148"/>
              <a:gd name="csX1167" fmla="*/ 1823828 w 3429066"/>
              <a:gd name="csY1167" fmla="*/ 455195 h 779148"/>
              <a:gd name="csX1168" fmla="*/ 1810045 w 3429066"/>
              <a:gd name="csY1168" fmla="*/ 459024 h 779148"/>
              <a:gd name="csX1169" fmla="*/ 1807159 w 3429066"/>
              <a:gd name="csY1169" fmla="*/ 431440 h 779148"/>
              <a:gd name="csX1170" fmla="*/ 1813265 w 3429066"/>
              <a:gd name="csY1170" fmla="*/ 431773 h 779148"/>
              <a:gd name="csX1171" fmla="*/ 1808769 w 3429066"/>
              <a:gd name="csY1171" fmla="*/ 417800 h 779148"/>
              <a:gd name="csX1172" fmla="*/ 1805521 w 3429066"/>
              <a:gd name="csY1172" fmla="*/ 449651 h 779148"/>
              <a:gd name="csX1173" fmla="*/ 1788776 w 3429066"/>
              <a:gd name="csY1173" fmla="*/ 439612 h 779148"/>
              <a:gd name="csX1174" fmla="*/ 1788862 w 3429066"/>
              <a:gd name="csY1174" fmla="*/ 425906 h 779148"/>
              <a:gd name="csX1175" fmla="*/ 1770450 w 3429066"/>
              <a:gd name="csY1175" fmla="*/ 438612 h 779148"/>
              <a:gd name="csX1176" fmla="*/ 1767469 w 3429066"/>
              <a:gd name="csY1176" fmla="*/ 424734 h 779148"/>
              <a:gd name="csX1177" fmla="*/ 1764525 w 3429066"/>
              <a:gd name="csY1177" fmla="*/ 406294 h 779148"/>
              <a:gd name="csX1178" fmla="*/ 1767383 w 3429066"/>
              <a:gd name="csY1178" fmla="*/ 438450 h 779148"/>
              <a:gd name="csX1179" fmla="*/ 1756772 w 3429066"/>
              <a:gd name="csY1179" fmla="*/ 424153 h 779148"/>
              <a:gd name="csX1180" fmla="*/ 1758248 w 3429066"/>
              <a:gd name="csY1180" fmla="*/ 433392 h 779148"/>
              <a:gd name="csX1181" fmla="*/ 1747590 w 3429066"/>
              <a:gd name="csY1181" fmla="*/ 428230 h 779148"/>
              <a:gd name="csX1182" fmla="*/ 1735312 w 3429066"/>
              <a:gd name="csY1182" fmla="*/ 436716 h 779148"/>
              <a:gd name="csX1183" fmla="*/ 1724625 w 3429066"/>
              <a:gd name="csY1183" fmla="*/ 436135 h 779148"/>
              <a:gd name="csX1184" fmla="*/ 1726235 w 3429066"/>
              <a:gd name="csY1184" fmla="*/ 422505 h 779148"/>
              <a:gd name="csX1185" fmla="*/ 1717043 w 3429066"/>
              <a:gd name="csY1185" fmla="*/ 426572 h 779148"/>
              <a:gd name="csX1186" fmla="*/ 1721711 w 3429066"/>
              <a:gd name="csY1186" fmla="*/ 413114 h 779148"/>
              <a:gd name="csX1187" fmla="*/ 1712490 w 3429066"/>
              <a:gd name="csY1187" fmla="*/ 421772 h 779148"/>
              <a:gd name="csX1188" fmla="*/ 1718434 w 3429066"/>
              <a:gd name="csY1188" fmla="*/ 449509 h 779148"/>
              <a:gd name="csX1189" fmla="*/ 1712319 w 3429066"/>
              <a:gd name="csY1189" fmla="*/ 449185 h 779148"/>
              <a:gd name="csX1190" fmla="*/ 1713910 w 3429066"/>
              <a:gd name="csY1190" fmla="*/ 440136 h 779148"/>
              <a:gd name="csX1191" fmla="*/ 1698774 w 3429066"/>
              <a:gd name="csY1191" fmla="*/ 416457 h 779148"/>
              <a:gd name="csX1192" fmla="*/ 1698660 w 3429066"/>
              <a:gd name="csY1192" fmla="*/ 434745 h 779148"/>
              <a:gd name="csX1193" fmla="*/ 1686506 w 3429066"/>
              <a:gd name="csY1193" fmla="*/ 424934 h 779148"/>
              <a:gd name="csX1194" fmla="*/ 1686592 w 3429066"/>
              <a:gd name="csY1194" fmla="*/ 411237 h 779148"/>
              <a:gd name="csX1195" fmla="*/ 1680486 w 3429066"/>
              <a:gd name="csY1195" fmla="*/ 410885 h 779148"/>
              <a:gd name="csX1196" fmla="*/ 1671295 w 3429066"/>
              <a:gd name="csY1196" fmla="*/ 414980 h 779148"/>
              <a:gd name="csX1197" fmla="*/ 1672714 w 3429066"/>
              <a:gd name="csY1197" fmla="*/ 433335 h 779148"/>
              <a:gd name="csX1198" fmla="*/ 1689478 w 3429066"/>
              <a:gd name="csY1198" fmla="*/ 438803 h 779148"/>
              <a:gd name="csX1199" fmla="*/ 1678724 w 3429066"/>
              <a:gd name="csY1199" fmla="*/ 447375 h 779148"/>
              <a:gd name="csX1200" fmla="*/ 1664989 w 3429066"/>
              <a:gd name="csY1200" fmla="*/ 446613 h 779148"/>
              <a:gd name="csX1201" fmla="*/ 1665122 w 3429066"/>
              <a:gd name="csY1201" fmla="*/ 423782 h 779148"/>
              <a:gd name="csX1202" fmla="*/ 1658874 w 3429066"/>
              <a:gd name="csY1202" fmla="*/ 446299 h 779148"/>
              <a:gd name="csX1203" fmla="*/ 1649711 w 3429066"/>
              <a:gd name="csY1203" fmla="*/ 445794 h 779148"/>
              <a:gd name="csX1204" fmla="*/ 1652845 w 3429066"/>
              <a:gd name="csY1204" fmla="*/ 432240 h 779148"/>
              <a:gd name="csX1205" fmla="*/ 1636071 w 3429066"/>
              <a:gd name="csY1205" fmla="*/ 426772 h 779148"/>
              <a:gd name="csX1206" fmla="*/ 1637662 w 3429066"/>
              <a:gd name="csY1206" fmla="*/ 417724 h 779148"/>
              <a:gd name="csX1207" fmla="*/ 1608658 w 3429066"/>
              <a:gd name="csY1207" fmla="*/ 411590 h 779148"/>
              <a:gd name="csX1208" fmla="*/ 1594809 w 3429066"/>
              <a:gd name="csY1208" fmla="*/ 429106 h 779148"/>
              <a:gd name="csX1209" fmla="*/ 1606963 w 3429066"/>
              <a:gd name="csY1209" fmla="*/ 438926 h 779148"/>
              <a:gd name="csX1210" fmla="*/ 1590142 w 3429066"/>
              <a:gd name="csY1210" fmla="*/ 442593 h 779148"/>
              <a:gd name="csX1211" fmla="*/ 1593256 w 3429066"/>
              <a:gd name="csY1211" fmla="*/ 433602 h 779148"/>
              <a:gd name="csX1212" fmla="*/ 1590332 w 3429066"/>
              <a:gd name="csY1212" fmla="*/ 410589 h 779148"/>
              <a:gd name="csX1213" fmla="*/ 1587189 w 3429066"/>
              <a:gd name="csY1213" fmla="*/ 424144 h 779148"/>
              <a:gd name="csX1214" fmla="*/ 1576578 w 3429066"/>
              <a:gd name="csY1214" fmla="*/ 409846 h 779148"/>
              <a:gd name="csX1215" fmla="*/ 1574921 w 3429066"/>
              <a:gd name="csY1215" fmla="*/ 432630 h 779148"/>
              <a:gd name="csX1216" fmla="*/ 1565815 w 3429066"/>
              <a:gd name="csY1216" fmla="*/ 422981 h 779148"/>
              <a:gd name="csX1217" fmla="*/ 1544393 w 3429066"/>
              <a:gd name="csY1217" fmla="*/ 426410 h 779148"/>
              <a:gd name="csX1218" fmla="*/ 1555013 w 3429066"/>
              <a:gd name="csY1218" fmla="*/ 440688 h 779148"/>
              <a:gd name="csX1219" fmla="*/ 1544279 w 3429066"/>
              <a:gd name="csY1219" fmla="*/ 444698 h 779148"/>
              <a:gd name="csX1220" fmla="*/ 1535068 w 3429066"/>
              <a:gd name="csY1220" fmla="*/ 453338 h 779148"/>
              <a:gd name="csX1221" fmla="*/ 1541269 w 3429066"/>
              <a:gd name="csY1221" fmla="*/ 439926 h 779148"/>
              <a:gd name="csX1222" fmla="*/ 1533678 w 3429066"/>
              <a:gd name="csY1222" fmla="*/ 430401 h 779148"/>
              <a:gd name="csX1223" fmla="*/ 1532287 w 3429066"/>
              <a:gd name="csY1223" fmla="*/ 407465 h 779148"/>
              <a:gd name="csX1224" fmla="*/ 1529096 w 3429066"/>
              <a:gd name="csY1224" fmla="*/ 430144 h 779148"/>
              <a:gd name="csX1225" fmla="*/ 1530487 w 3429066"/>
              <a:gd name="csY1225" fmla="*/ 453080 h 779148"/>
              <a:gd name="csX1226" fmla="*/ 1529020 w 3429066"/>
              <a:gd name="csY1226" fmla="*/ 443860 h 779148"/>
              <a:gd name="csX1227" fmla="*/ 1510694 w 3429066"/>
              <a:gd name="csY1227" fmla="*/ 442870 h 779148"/>
              <a:gd name="csX1228" fmla="*/ 1518409 w 3429066"/>
              <a:gd name="csY1228" fmla="*/ 429573 h 779148"/>
              <a:gd name="csX1229" fmla="*/ 1509303 w 3429066"/>
              <a:gd name="csY1229" fmla="*/ 419934 h 779148"/>
              <a:gd name="csX1230" fmla="*/ 1509217 w 3429066"/>
              <a:gd name="csY1230" fmla="*/ 433650 h 779148"/>
              <a:gd name="csX1231" fmla="*/ 1504531 w 3429066"/>
              <a:gd name="csY1231" fmla="*/ 451699 h 779148"/>
              <a:gd name="csX1232" fmla="*/ 1490777 w 3429066"/>
              <a:gd name="csY1232" fmla="*/ 450966 h 779148"/>
              <a:gd name="csX1233" fmla="*/ 1461707 w 3429066"/>
              <a:gd name="csY1233" fmla="*/ 458529 h 779148"/>
              <a:gd name="csX1234" fmla="*/ 1449514 w 3429066"/>
              <a:gd name="csY1234" fmla="*/ 453299 h 779148"/>
              <a:gd name="csX1235" fmla="*/ 1446409 w 3429066"/>
              <a:gd name="csY1235" fmla="*/ 462272 h 779148"/>
              <a:gd name="csX1236" fmla="*/ 1399070 w 3429066"/>
              <a:gd name="csY1236" fmla="*/ 459710 h 779148"/>
              <a:gd name="csX1237" fmla="*/ 1395956 w 3429066"/>
              <a:gd name="csY1237" fmla="*/ 468692 h 779148"/>
              <a:gd name="csX1238" fmla="*/ 1388355 w 3429066"/>
              <a:gd name="csY1238" fmla="*/ 463701 h 779148"/>
              <a:gd name="csX1239" fmla="*/ 1393069 w 3429066"/>
              <a:gd name="csY1239" fmla="*/ 441117 h 779148"/>
              <a:gd name="csX1240" fmla="*/ 1406766 w 3429066"/>
              <a:gd name="csY1240" fmla="*/ 450956 h 779148"/>
              <a:gd name="csX1241" fmla="*/ 1397651 w 3429066"/>
              <a:gd name="csY1241" fmla="*/ 441327 h 779148"/>
              <a:gd name="csX1242" fmla="*/ 1396213 w 3429066"/>
              <a:gd name="csY1242" fmla="*/ 427534 h 779148"/>
              <a:gd name="csX1243" fmla="*/ 1387069 w 3429066"/>
              <a:gd name="csY1243" fmla="*/ 422458 h 779148"/>
              <a:gd name="csX1244" fmla="*/ 1390012 w 3429066"/>
              <a:gd name="csY1244" fmla="*/ 440927 h 779148"/>
              <a:gd name="csX1245" fmla="*/ 1385297 w 3429066"/>
              <a:gd name="csY1245" fmla="*/ 463548 h 779148"/>
              <a:gd name="csX1246" fmla="*/ 1373105 w 3429066"/>
              <a:gd name="csY1246" fmla="*/ 458300 h 779148"/>
              <a:gd name="csX1247" fmla="*/ 1341006 w 3429066"/>
              <a:gd name="csY1247" fmla="*/ 461139 h 779148"/>
              <a:gd name="csX1248" fmla="*/ 1298181 w 3429066"/>
              <a:gd name="csY1248" fmla="*/ 467968 h 779148"/>
              <a:gd name="csX1249" fmla="*/ 1292124 w 3429066"/>
              <a:gd name="csY1249" fmla="*/ 458519 h 779148"/>
              <a:gd name="csX1250" fmla="*/ 1284484 w 3429066"/>
              <a:gd name="csY1250" fmla="*/ 458091 h 779148"/>
              <a:gd name="csX1251" fmla="*/ 1276788 w 3429066"/>
              <a:gd name="csY1251" fmla="*/ 466806 h 779148"/>
              <a:gd name="csX1252" fmla="*/ 1281455 w 3429066"/>
              <a:gd name="csY1252" fmla="*/ 453366 h 779148"/>
              <a:gd name="csX1253" fmla="*/ 1284589 w 3429066"/>
              <a:gd name="csY1253" fmla="*/ 439803 h 779148"/>
              <a:gd name="csX1254" fmla="*/ 1292257 w 3429066"/>
              <a:gd name="csY1254" fmla="*/ 435650 h 779148"/>
              <a:gd name="csX1255" fmla="*/ 1287675 w 3429066"/>
              <a:gd name="csY1255" fmla="*/ 435374 h 779148"/>
              <a:gd name="csX1256" fmla="*/ 1281656 w 3429066"/>
              <a:gd name="csY1256" fmla="*/ 421353 h 779148"/>
              <a:gd name="csX1257" fmla="*/ 1286151 w 3429066"/>
              <a:gd name="csY1257" fmla="*/ 435316 h 779148"/>
              <a:gd name="csX1258" fmla="*/ 1263301 w 3429066"/>
              <a:gd name="csY1258" fmla="*/ 424905 h 779148"/>
              <a:gd name="csX1259" fmla="*/ 1275436 w 3429066"/>
              <a:gd name="csY1259" fmla="*/ 439307 h 779148"/>
              <a:gd name="csX1260" fmla="*/ 1272216 w 3429066"/>
              <a:gd name="csY1260" fmla="*/ 466558 h 779148"/>
              <a:gd name="csX1261" fmla="*/ 1232564 w 3429066"/>
              <a:gd name="csY1261" fmla="*/ 455290 h 779148"/>
              <a:gd name="csX1262" fmla="*/ 1203493 w 3429066"/>
              <a:gd name="csY1262" fmla="*/ 462872 h 779148"/>
              <a:gd name="csX1263" fmla="*/ 1209465 w 3429066"/>
              <a:gd name="csY1263" fmla="*/ 486046 h 779148"/>
              <a:gd name="csX1264" fmla="*/ 1201750 w 3429066"/>
              <a:gd name="csY1264" fmla="*/ 499334 h 779148"/>
              <a:gd name="csX1265" fmla="*/ 1207856 w 3429066"/>
              <a:gd name="csY1265" fmla="*/ 499677 h 779148"/>
              <a:gd name="csX1266" fmla="*/ 1224629 w 3429066"/>
              <a:gd name="csY1266" fmla="*/ 505154 h 779148"/>
              <a:gd name="csX1267" fmla="*/ 1227734 w 3429066"/>
              <a:gd name="csY1267" fmla="*/ 496200 h 779148"/>
              <a:gd name="csX1268" fmla="*/ 1238364 w 3429066"/>
              <a:gd name="csY1268" fmla="*/ 505916 h 779148"/>
              <a:gd name="csX1269" fmla="*/ 1239974 w 3429066"/>
              <a:gd name="csY1269" fmla="*/ 492285 h 779148"/>
              <a:gd name="csX1270" fmla="*/ 1272026 w 3429066"/>
              <a:gd name="csY1270" fmla="*/ 498591 h 779148"/>
              <a:gd name="csX1271" fmla="*/ 1281027 w 3429066"/>
              <a:gd name="csY1271" fmla="*/ 526499 h 779148"/>
              <a:gd name="csX1272" fmla="*/ 1285713 w 3429066"/>
              <a:gd name="csY1272" fmla="*/ 508487 h 779148"/>
              <a:gd name="csX1273" fmla="*/ 1281160 w 3429066"/>
              <a:gd name="csY1273" fmla="*/ 503639 h 779148"/>
              <a:gd name="csX1274" fmla="*/ 1285770 w 3429066"/>
              <a:gd name="csY1274" fmla="*/ 499334 h 779148"/>
              <a:gd name="csX1275" fmla="*/ 1296381 w 3429066"/>
              <a:gd name="csY1275" fmla="*/ 513631 h 779148"/>
              <a:gd name="csX1276" fmla="*/ 1290323 w 3429066"/>
              <a:gd name="csY1276" fmla="*/ 504125 h 779148"/>
              <a:gd name="csX1277" fmla="*/ 1297991 w 3429066"/>
              <a:gd name="csY1277" fmla="*/ 499991 h 779148"/>
              <a:gd name="csX1278" fmla="*/ 1322451 w 3429066"/>
              <a:gd name="csY1278" fmla="*/ 496724 h 779148"/>
              <a:gd name="csX1279" fmla="*/ 1317812 w 3429066"/>
              <a:gd name="csY1279" fmla="*/ 505620 h 779148"/>
              <a:gd name="csX1280" fmla="*/ 1328557 w 3429066"/>
              <a:gd name="csY1280" fmla="*/ 497057 h 779148"/>
              <a:gd name="csX1281" fmla="*/ 1352874 w 3429066"/>
              <a:gd name="csY1281" fmla="*/ 516679 h 779148"/>
              <a:gd name="csX1282" fmla="*/ 1342235 w 3429066"/>
              <a:gd name="csY1282" fmla="*/ 506944 h 779148"/>
              <a:gd name="csX1283" fmla="*/ 1378915 w 3429066"/>
              <a:gd name="csY1283" fmla="*/ 504363 h 779148"/>
              <a:gd name="csX1284" fmla="*/ 1382030 w 3429066"/>
              <a:gd name="csY1284" fmla="*/ 495371 h 779148"/>
              <a:gd name="csX1285" fmla="*/ 1381963 w 3429066"/>
              <a:gd name="csY1285" fmla="*/ 504534 h 779148"/>
              <a:gd name="csX1286" fmla="*/ 1391183 w 3429066"/>
              <a:gd name="csY1286" fmla="*/ 495867 h 779148"/>
              <a:gd name="csX1287" fmla="*/ 1403328 w 3429066"/>
              <a:gd name="csY1287" fmla="*/ 510240 h 779148"/>
              <a:gd name="csX1288" fmla="*/ 1404928 w 3429066"/>
              <a:gd name="csY1288" fmla="*/ 496638 h 779148"/>
              <a:gd name="csX1289" fmla="*/ 1441561 w 3429066"/>
              <a:gd name="csY1289" fmla="*/ 503182 h 779148"/>
              <a:gd name="csX1290" fmla="*/ 1441590 w 3429066"/>
              <a:gd name="csY1290" fmla="*/ 498601 h 779148"/>
              <a:gd name="csX1291" fmla="*/ 1464469 w 3429066"/>
              <a:gd name="csY1291" fmla="*/ 504401 h 779148"/>
              <a:gd name="csX1292" fmla="*/ 1473708 w 3429066"/>
              <a:gd name="csY1292" fmla="*/ 491190 h 779148"/>
              <a:gd name="csX1293" fmla="*/ 1516352 w 3429066"/>
              <a:gd name="csY1293" fmla="*/ 516355 h 779148"/>
              <a:gd name="csX1294" fmla="*/ 1522181 w 3429066"/>
              <a:gd name="csY1294" fmla="*/ 562399 h 779148"/>
              <a:gd name="csX1295" fmla="*/ 1554251 w 3429066"/>
              <a:gd name="csY1295" fmla="*/ 564152 h 779148"/>
              <a:gd name="csX1296" fmla="*/ 1557385 w 3429066"/>
              <a:gd name="csY1296" fmla="*/ 550588 h 779148"/>
              <a:gd name="csX1297" fmla="*/ 1564996 w 3429066"/>
              <a:gd name="csY1297" fmla="*/ 555570 h 779148"/>
              <a:gd name="csX1298" fmla="*/ 1562024 w 3429066"/>
              <a:gd name="csY1298" fmla="*/ 541682 h 779148"/>
              <a:gd name="csX1299" fmla="*/ 1548251 w 3429066"/>
              <a:gd name="csY1299" fmla="*/ 545530 h 779148"/>
              <a:gd name="csX1300" fmla="*/ 1562081 w 3429066"/>
              <a:gd name="csY1300" fmla="*/ 532557 h 779148"/>
              <a:gd name="csX1301" fmla="*/ 1559090 w 3429066"/>
              <a:gd name="csY1301" fmla="*/ 523242 h 779148"/>
              <a:gd name="csX1302" fmla="*/ 1562148 w 3429066"/>
              <a:gd name="csY1302" fmla="*/ 523403 h 779148"/>
              <a:gd name="csX1303" fmla="*/ 1565091 w 3429066"/>
              <a:gd name="csY1303" fmla="*/ 541854 h 779148"/>
              <a:gd name="csX1304" fmla="*/ 1571206 w 3429066"/>
              <a:gd name="csY1304" fmla="*/ 542168 h 779148"/>
              <a:gd name="csX1305" fmla="*/ 1575730 w 3429066"/>
              <a:gd name="csY1305" fmla="*/ 551597 h 779148"/>
              <a:gd name="csX1306" fmla="*/ 1583427 w 3429066"/>
              <a:gd name="csY1306" fmla="*/ 542835 h 779148"/>
              <a:gd name="csX1307" fmla="*/ 1592428 w 3429066"/>
              <a:gd name="csY1307" fmla="*/ 570771 h 779148"/>
              <a:gd name="csX1308" fmla="*/ 1594085 w 3429066"/>
              <a:gd name="csY1308" fmla="*/ 547997 h 779148"/>
              <a:gd name="csX1309" fmla="*/ 1598581 w 3429066"/>
              <a:gd name="csY1309" fmla="*/ 561961 h 779148"/>
              <a:gd name="csX1310" fmla="*/ 1609354 w 3429066"/>
              <a:gd name="csY1310" fmla="*/ 548826 h 779148"/>
              <a:gd name="csX1311" fmla="*/ 1601715 w 3429066"/>
              <a:gd name="csY1311" fmla="*/ 548397 h 779148"/>
              <a:gd name="csX1312" fmla="*/ 1610944 w 3429066"/>
              <a:gd name="csY1312" fmla="*/ 539768 h 779148"/>
              <a:gd name="csX1313" fmla="*/ 1615583 w 3429066"/>
              <a:gd name="csY1313" fmla="*/ 530871 h 779148"/>
              <a:gd name="csX1314" fmla="*/ 1639967 w 3429066"/>
              <a:gd name="csY1314" fmla="*/ 541330 h 779148"/>
              <a:gd name="csX1315" fmla="*/ 1656769 w 3429066"/>
              <a:gd name="csY1315" fmla="*/ 542234 h 779148"/>
              <a:gd name="csX1316" fmla="*/ 1666008 w 3429066"/>
              <a:gd name="csY1316" fmla="*/ 529014 h 779148"/>
              <a:gd name="csX1317" fmla="*/ 1647673 w 3429066"/>
              <a:gd name="csY1317" fmla="*/ 528023 h 779148"/>
              <a:gd name="csX1318" fmla="*/ 1661503 w 3429066"/>
              <a:gd name="csY1318" fmla="*/ 515088 h 779148"/>
              <a:gd name="csX1319" fmla="*/ 1679810 w 3429066"/>
              <a:gd name="csY1319" fmla="*/ 520622 h 779148"/>
              <a:gd name="csX1320" fmla="*/ 1675114 w 3429066"/>
              <a:gd name="csY1320" fmla="*/ 538672 h 779148"/>
              <a:gd name="csX1321" fmla="*/ 1687449 w 3429066"/>
              <a:gd name="csY1321" fmla="*/ 521051 h 779148"/>
              <a:gd name="csX1322" fmla="*/ 1701136 w 3429066"/>
              <a:gd name="csY1322" fmla="*/ 530909 h 779148"/>
              <a:gd name="csX1323" fmla="*/ 1695117 w 3429066"/>
              <a:gd name="csY1323" fmla="*/ 516898 h 779148"/>
              <a:gd name="csX1324" fmla="*/ 1707385 w 3429066"/>
              <a:gd name="csY1324" fmla="*/ 508402 h 779148"/>
              <a:gd name="csX1325" fmla="*/ 1717939 w 3429066"/>
              <a:gd name="csY1325" fmla="*/ 531843 h 779148"/>
              <a:gd name="csX1326" fmla="*/ 1722625 w 3429066"/>
              <a:gd name="csY1326" fmla="*/ 513793 h 779148"/>
              <a:gd name="csX1327" fmla="*/ 1728759 w 3429066"/>
              <a:gd name="csY1327" fmla="*/ 509554 h 779148"/>
              <a:gd name="csX1328" fmla="*/ 1737789 w 3429066"/>
              <a:gd name="csY1328" fmla="*/ 532900 h 779148"/>
              <a:gd name="csX1329" fmla="*/ 1736398 w 3429066"/>
              <a:gd name="csY1329" fmla="*/ 509964 h 779148"/>
              <a:gd name="csX1330" fmla="*/ 1765392 w 3429066"/>
              <a:gd name="csY1330" fmla="*/ 516107 h 779148"/>
              <a:gd name="csX1331" fmla="*/ 1770031 w 3429066"/>
              <a:gd name="csY1331" fmla="*/ 507220 h 779148"/>
              <a:gd name="csX1332" fmla="*/ 1774470 w 3429066"/>
              <a:gd name="csY1332" fmla="*/ 530309 h 779148"/>
              <a:gd name="csX1333" fmla="*/ 1783775 w 3429066"/>
              <a:gd name="csY1333" fmla="*/ 507954 h 779148"/>
              <a:gd name="csX1334" fmla="*/ 1788328 w 3429066"/>
              <a:gd name="csY1334" fmla="*/ 512755 h 779148"/>
              <a:gd name="csX1335" fmla="*/ 1789967 w 3429066"/>
              <a:gd name="csY1335" fmla="*/ 494543 h 779148"/>
              <a:gd name="csX1336" fmla="*/ 1829705 w 3429066"/>
              <a:gd name="csY1336" fmla="*/ 492133 h 779148"/>
              <a:gd name="csX1337" fmla="*/ 1834258 w 3429066"/>
              <a:gd name="csY1337" fmla="*/ 496934 h 779148"/>
              <a:gd name="csX1338" fmla="*/ 1846526 w 3429066"/>
              <a:gd name="csY1338" fmla="*/ 488494 h 779148"/>
              <a:gd name="csX1339" fmla="*/ 1852584 w 3429066"/>
              <a:gd name="csY1339" fmla="*/ 497943 h 779148"/>
              <a:gd name="csX1340" fmla="*/ 1870939 w 3429066"/>
              <a:gd name="csY1340" fmla="*/ 494381 h 779148"/>
              <a:gd name="csX1341" fmla="*/ 1908924 w 3429066"/>
              <a:gd name="csY1341" fmla="*/ 528452 h 779148"/>
              <a:gd name="csX1342" fmla="*/ 1913287 w 3429066"/>
              <a:gd name="csY1342" fmla="*/ 565256 h 779148"/>
              <a:gd name="csX1343" fmla="*/ 1907124 w 3429066"/>
              <a:gd name="csY1343" fmla="*/ 574048 h 779148"/>
              <a:gd name="csX1344" fmla="*/ 1911487 w 3429066"/>
              <a:gd name="csY1344" fmla="*/ 610881 h 779148"/>
              <a:gd name="csX1345" fmla="*/ 1903657 w 3429066"/>
              <a:gd name="csY1345" fmla="*/ 642476 h 779148"/>
              <a:gd name="csX1346" fmla="*/ 1899028 w 3429066"/>
              <a:gd name="csY1346" fmla="*/ 651343 h 779148"/>
              <a:gd name="csX1347" fmla="*/ 1850231 w 3429066"/>
              <a:gd name="csY1347" fmla="*/ 634989 h 779148"/>
              <a:gd name="csX1348" fmla="*/ 1842649 w 3429066"/>
              <a:gd name="csY1348" fmla="*/ 625454 h 779148"/>
              <a:gd name="csX1349" fmla="*/ 1830410 w 3429066"/>
              <a:gd name="csY1349" fmla="*/ 629321 h 779148"/>
              <a:gd name="csX1350" fmla="*/ 1824333 w 3429066"/>
              <a:gd name="csY1350" fmla="*/ 624473 h 779148"/>
              <a:gd name="csX1351" fmla="*/ 1812112 w 3429066"/>
              <a:gd name="csY1351" fmla="*/ 623816 h 779148"/>
              <a:gd name="csX1352" fmla="*/ 1809007 w 3429066"/>
              <a:gd name="csY1352" fmla="*/ 632760 h 779148"/>
              <a:gd name="csX1353" fmla="*/ 1796787 w 3429066"/>
              <a:gd name="csY1353" fmla="*/ 632112 h 779148"/>
              <a:gd name="csX1354" fmla="*/ 1792262 w 3429066"/>
              <a:gd name="csY1354" fmla="*/ 622730 h 779148"/>
              <a:gd name="csX1355" fmla="*/ 1787624 w 3429066"/>
              <a:gd name="csY1355" fmla="*/ 631617 h 779148"/>
              <a:gd name="csX1356" fmla="*/ 1776965 w 3429066"/>
              <a:gd name="csY1356" fmla="*/ 626464 h 779148"/>
              <a:gd name="csX1357" fmla="*/ 1770802 w 3429066"/>
              <a:gd name="csY1357" fmla="*/ 635294 h 779148"/>
              <a:gd name="csX1358" fmla="*/ 1755553 w 3429066"/>
              <a:gd name="csY1358" fmla="*/ 629903 h 779148"/>
              <a:gd name="csX1359" fmla="*/ 1752448 w 3429066"/>
              <a:gd name="csY1359" fmla="*/ 638856 h 779148"/>
              <a:gd name="csX1360" fmla="*/ 1717320 w 3429066"/>
              <a:gd name="csY1360" fmla="*/ 636970 h 779148"/>
              <a:gd name="csX1361" fmla="*/ 1714405 w 3429066"/>
              <a:gd name="csY1361" fmla="*/ 613958 h 779148"/>
              <a:gd name="csX1362" fmla="*/ 1712738 w 3429066"/>
              <a:gd name="csY1362" fmla="*/ 636732 h 779148"/>
              <a:gd name="csX1363" fmla="*/ 1685239 w 3429066"/>
              <a:gd name="csY1363" fmla="*/ 635237 h 779148"/>
              <a:gd name="csX1364" fmla="*/ 1689878 w 3429066"/>
              <a:gd name="csY1364" fmla="*/ 626350 h 779148"/>
              <a:gd name="csX1365" fmla="*/ 1682163 w 3429066"/>
              <a:gd name="csY1365" fmla="*/ 639637 h 779148"/>
              <a:gd name="csX1366" fmla="*/ 1679191 w 3429066"/>
              <a:gd name="csY1366" fmla="*/ 625769 h 779148"/>
              <a:gd name="csX1367" fmla="*/ 1676057 w 3429066"/>
              <a:gd name="csY1367" fmla="*/ 639285 h 779148"/>
              <a:gd name="csX1368" fmla="*/ 1665361 w 3429066"/>
              <a:gd name="csY1368" fmla="*/ 638704 h 779148"/>
              <a:gd name="csX1369" fmla="*/ 1665475 w 3429066"/>
              <a:gd name="csY1369" fmla="*/ 620416 h 779148"/>
              <a:gd name="csX1370" fmla="*/ 1660893 w 3429066"/>
              <a:gd name="csY1370" fmla="*/ 620178 h 779148"/>
              <a:gd name="csX1371" fmla="*/ 1657731 w 3429066"/>
              <a:gd name="csY1371" fmla="*/ 638332 h 779148"/>
              <a:gd name="csX1372" fmla="*/ 1656312 w 3429066"/>
              <a:gd name="csY1372" fmla="*/ 619968 h 779148"/>
              <a:gd name="csX1373" fmla="*/ 1650197 w 3429066"/>
              <a:gd name="csY1373" fmla="*/ 619616 h 779148"/>
              <a:gd name="csX1374" fmla="*/ 1648501 w 3429066"/>
              <a:gd name="csY1374" fmla="*/ 646971 h 779148"/>
              <a:gd name="csX1375" fmla="*/ 1637824 w 3429066"/>
              <a:gd name="csY1375" fmla="*/ 646390 h 779148"/>
              <a:gd name="csX1376" fmla="*/ 1639453 w 3429066"/>
              <a:gd name="csY1376" fmla="*/ 628198 h 779148"/>
              <a:gd name="csX1377" fmla="*/ 1633233 w 3429066"/>
              <a:gd name="csY1377" fmla="*/ 646133 h 779148"/>
              <a:gd name="csX1378" fmla="*/ 1618069 w 3429066"/>
              <a:gd name="csY1378" fmla="*/ 627036 h 779148"/>
              <a:gd name="csX1379" fmla="*/ 1610430 w 3429066"/>
              <a:gd name="csY1379" fmla="*/ 626626 h 779148"/>
              <a:gd name="csX1380" fmla="*/ 1605763 w 3429066"/>
              <a:gd name="csY1380" fmla="*/ 640094 h 779148"/>
              <a:gd name="csX1381" fmla="*/ 1608763 w 3429066"/>
              <a:gd name="csY1381" fmla="*/ 649391 h 779148"/>
              <a:gd name="csX1382" fmla="*/ 1598124 w 3429066"/>
              <a:gd name="csY1382" fmla="*/ 639666 h 779148"/>
              <a:gd name="csX1383" fmla="*/ 1588875 w 3429066"/>
              <a:gd name="csY1383" fmla="*/ 652867 h 779148"/>
              <a:gd name="csX1384" fmla="*/ 1588961 w 3429066"/>
              <a:gd name="csY1384" fmla="*/ 639161 h 779148"/>
              <a:gd name="csX1385" fmla="*/ 1582769 w 3429066"/>
              <a:gd name="csY1385" fmla="*/ 652553 h 779148"/>
              <a:gd name="csX1386" fmla="*/ 1575245 w 3429066"/>
              <a:gd name="csY1386" fmla="*/ 633855 h 779148"/>
              <a:gd name="csX1387" fmla="*/ 1561424 w 3429066"/>
              <a:gd name="csY1387" fmla="*/ 646838 h 779148"/>
              <a:gd name="csX1388" fmla="*/ 1565977 w 3429066"/>
              <a:gd name="csY1388" fmla="*/ 651639 h 779148"/>
              <a:gd name="csX1389" fmla="*/ 1536954 w 3429066"/>
              <a:gd name="csY1389" fmla="*/ 650067 h 779148"/>
              <a:gd name="csX1390" fmla="*/ 1526515 w 3429066"/>
              <a:gd name="csY1390" fmla="*/ 608357 h 779148"/>
              <a:gd name="csX1391" fmla="*/ 1518818 w 3429066"/>
              <a:gd name="csY1391" fmla="*/ 617091 h 779148"/>
              <a:gd name="csX1392" fmla="*/ 1520181 w 3429066"/>
              <a:gd name="csY1392" fmla="*/ 644600 h 779148"/>
              <a:gd name="csX1393" fmla="*/ 1512408 w 3429066"/>
              <a:gd name="csY1393" fmla="*/ 667012 h 779148"/>
              <a:gd name="csX1394" fmla="*/ 1454344 w 3429066"/>
              <a:gd name="csY1394" fmla="*/ 668479 h 779148"/>
              <a:gd name="csX1395" fmla="*/ 1469679 w 3429066"/>
              <a:gd name="csY1395" fmla="*/ 660192 h 779148"/>
              <a:gd name="csX1396" fmla="*/ 1484986 w 3429066"/>
              <a:gd name="csY1396" fmla="*/ 656420 h 779148"/>
              <a:gd name="csX1397" fmla="*/ 1475927 w 3429066"/>
              <a:gd name="csY1397" fmla="*/ 637637 h 779148"/>
              <a:gd name="csX1398" fmla="*/ 1466650 w 3429066"/>
              <a:gd name="csY1398" fmla="*/ 655439 h 779148"/>
              <a:gd name="csX1399" fmla="*/ 1466707 w 3429066"/>
              <a:gd name="csY1399" fmla="*/ 646276 h 779148"/>
              <a:gd name="csX1400" fmla="*/ 1451515 w 3429066"/>
              <a:gd name="csY1400" fmla="*/ 631760 h 779148"/>
              <a:gd name="csX1401" fmla="*/ 1448410 w 3429066"/>
              <a:gd name="csY1401" fmla="*/ 640732 h 779148"/>
              <a:gd name="csX1402" fmla="*/ 1437723 w 3429066"/>
              <a:gd name="csY1402" fmla="*/ 640161 h 779148"/>
              <a:gd name="csX1403" fmla="*/ 1434751 w 3429066"/>
              <a:gd name="csY1403" fmla="*/ 626264 h 779148"/>
              <a:gd name="csX1404" fmla="*/ 1431608 w 3429066"/>
              <a:gd name="csY1404" fmla="*/ 639828 h 779148"/>
              <a:gd name="csX1405" fmla="*/ 1423892 w 3429066"/>
              <a:gd name="csY1405" fmla="*/ 653115 h 779148"/>
              <a:gd name="csX1406" fmla="*/ 1393374 w 3429066"/>
              <a:gd name="csY1406" fmla="*/ 646895 h 779148"/>
              <a:gd name="csX1407" fmla="*/ 1417844 w 3429066"/>
              <a:gd name="csY1407" fmla="*/ 643638 h 779148"/>
              <a:gd name="csX1408" fmla="*/ 1422559 w 3429066"/>
              <a:gd name="csY1408" fmla="*/ 621035 h 779148"/>
              <a:gd name="csX1409" fmla="*/ 1416368 w 3429066"/>
              <a:gd name="csY1409" fmla="*/ 634427 h 779148"/>
              <a:gd name="csX1410" fmla="*/ 1398041 w 3429066"/>
              <a:gd name="csY1410" fmla="*/ 633427 h 779148"/>
              <a:gd name="csX1411" fmla="*/ 1398127 w 3429066"/>
              <a:gd name="csY1411" fmla="*/ 619730 h 779148"/>
              <a:gd name="csX1412" fmla="*/ 1355312 w 3429066"/>
              <a:gd name="csY1412" fmla="*/ 626550 h 779148"/>
              <a:gd name="csX1413" fmla="*/ 1353893 w 3429066"/>
              <a:gd name="csY1413" fmla="*/ 608186 h 779148"/>
              <a:gd name="csX1414" fmla="*/ 1346149 w 3429066"/>
              <a:gd name="csY1414" fmla="*/ 626083 h 779148"/>
              <a:gd name="csX1415" fmla="*/ 1352426 w 3429066"/>
              <a:gd name="csY1415" fmla="*/ 598975 h 779148"/>
              <a:gd name="csX1416" fmla="*/ 1344711 w 3429066"/>
              <a:gd name="csY1416" fmla="*/ 612262 h 779148"/>
              <a:gd name="csX1417" fmla="*/ 1341625 w 3429066"/>
              <a:gd name="csY1417" fmla="*/ 616682 h 779148"/>
              <a:gd name="csX1418" fmla="*/ 1239269 w 3429066"/>
              <a:gd name="csY1418" fmla="*/ 615701 h 779148"/>
              <a:gd name="csX1419" fmla="*/ 1239241 w 3429066"/>
              <a:gd name="csY1419" fmla="*/ 620282 h 779148"/>
              <a:gd name="csX1420" fmla="*/ 1222419 w 3429066"/>
              <a:gd name="csY1420" fmla="*/ 623931 h 779148"/>
              <a:gd name="csX1421" fmla="*/ 1224058 w 3429066"/>
              <a:gd name="csY1421" fmla="*/ 605747 h 779148"/>
              <a:gd name="csX1422" fmla="*/ 1216447 w 3429066"/>
              <a:gd name="csY1422" fmla="*/ 600766 h 779148"/>
              <a:gd name="csX1423" fmla="*/ 1224153 w 3429066"/>
              <a:gd name="csY1423" fmla="*/ 592050 h 779148"/>
              <a:gd name="csX1424" fmla="*/ 1207456 w 3429066"/>
              <a:gd name="csY1424" fmla="*/ 572848 h 779148"/>
              <a:gd name="csX1425" fmla="*/ 1194997 w 3429066"/>
              <a:gd name="csY1425" fmla="*/ 613320 h 779148"/>
              <a:gd name="csX1426" fmla="*/ 1187472 w 3429066"/>
              <a:gd name="csY1426" fmla="*/ 594603 h 779148"/>
              <a:gd name="csX1427" fmla="*/ 1156907 w 3429066"/>
              <a:gd name="csY1427" fmla="*/ 597556 h 779148"/>
              <a:gd name="csX1428" fmla="*/ 1155487 w 3429066"/>
              <a:gd name="csY1428" fmla="*/ 579182 h 779148"/>
              <a:gd name="csX1429" fmla="*/ 1152354 w 3429066"/>
              <a:gd name="csY1429" fmla="*/ 592736 h 779148"/>
              <a:gd name="csX1430" fmla="*/ 1127912 w 3429066"/>
              <a:gd name="csY1430" fmla="*/ 591412 h 779148"/>
              <a:gd name="csX1431" fmla="*/ 1089812 w 3429066"/>
              <a:gd name="csY1431" fmla="*/ 575648 h 779148"/>
              <a:gd name="csX1432" fmla="*/ 1076106 w 3429066"/>
              <a:gd name="csY1432" fmla="*/ 570324 h 779148"/>
              <a:gd name="csX1433" fmla="*/ 1071458 w 3429066"/>
              <a:gd name="csY1433" fmla="*/ 579229 h 779148"/>
              <a:gd name="csX1434" fmla="*/ 1063904 w 3429066"/>
              <a:gd name="csY1434" fmla="*/ 565095 h 779148"/>
              <a:gd name="csX1435" fmla="*/ 1016527 w 3429066"/>
              <a:gd name="csY1435" fmla="*/ 567104 h 779148"/>
              <a:gd name="csX1436" fmla="*/ 1018203 w 3429066"/>
              <a:gd name="csY1436" fmla="*/ 544339 h 779148"/>
              <a:gd name="csX1437" fmla="*/ 1002783 w 3429066"/>
              <a:gd name="csY1437" fmla="*/ 566371 h 779148"/>
              <a:gd name="csX1438" fmla="*/ 1006011 w 3429066"/>
              <a:gd name="csY1438" fmla="*/ 539120 h 779148"/>
              <a:gd name="csX1439" fmla="*/ 995296 w 3429066"/>
              <a:gd name="csY1439" fmla="*/ 543120 h 779148"/>
              <a:gd name="csX1440" fmla="*/ 1003011 w 3429066"/>
              <a:gd name="csY1440" fmla="*/ 529795 h 779148"/>
              <a:gd name="csX1441" fmla="*/ 987685 w 3429066"/>
              <a:gd name="csY1441" fmla="*/ 538148 h 779148"/>
              <a:gd name="csX1442" fmla="*/ 993886 w 3429066"/>
              <a:gd name="csY1442" fmla="*/ 524737 h 779148"/>
              <a:gd name="csX1443" fmla="*/ 984695 w 3429066"/>
              <a:gd name="csY1443" fmla="*/ 528804 h 779148"/>
              <a:gd name="csX1444" fmla="*/ 977103 w 3429066"/>
              <a:gd name="csY1444" fmla="*/ 519279 h 779148"/>
              <a:gd name="csX1445" fmla="*/ 963225 w 3429066"/>
              <a:gd name="csY1445" fmla="*/ 541377 h 779148"/>
              <a:gd name="csX1446" fmla="*/ 966416 w 3429066"/>
              <a:gd name="csY1446" fmla="*/ 518669 h 779148"/>
              <a:gd name="csX1447" fmla="*/ 972503 w 3429066"/>
              <a:gd name="csY1447" fmla="*/ 523575 h 779148"/>
              <a:gd name="csX1448" fmla="*/ 960349 w 3429066"/>
              <a:gd name="csY1448" fmla="*/ 513774 h 779148"/>
              <a:gd name="csX1449" fmla="*/ 963559 w 3429066"/>
              <a:gd name="csY1449" fmla="*/ 486523 h 779148"/>
              <a:gd name="csX1450" fmla="*/ 957339 w 3429066"/>
              <a:gd name="csY1450" fmla="*/ 504468 h 779148"/>
              <a:gd name="csX1451" fmla="*/ 949823 w 3429066"/>
              <a:gd name="csY1451" fmla="*/ 485780 h 779148"/>
              <a:gd name="csX1452" fmla="*/ 980332 w 3429066"/>
              <a:gd name="csY1452" fmla="*/ 491990 h 779148"/>
              <a:gd name="csX1453" fmla="*/ 981942 w 3429066"/>
              <a:gd name="csY1453" fmla="*/ 478369 h 779148"/>
              <a:gd name="csX1454" fmla="*/ 1001763 w 3429066"/>
              <a:gd name="csY1454" fmla="*/ 484008 h 779148"/>
              <a:gd name="csX1455" fmla="*/ 1003344 w 3429066"/>
              <a:gd name="csY1455" fmla="*/ 474940 h 779148"/>
              <a:gd name="csX1456" fmla="*/ 1024757 w 3429066"/>
              <a:gd name="csY1456" fmla="*/ 471530 h 779148"/>
              <a:gd name="csX1457" fmla="*/ 1050741 w 3429066"/>
              <a:gd name="csY1457" fmla="*/ 468378 h 779148"/>
              <a:gd name="csX1458" fmla="*/ 1064409 w 3429066"/>
              <a:gd name="csY1458" fmla="*/ 482846 h 779148"/>
              <a:gd name="csX1459" fmla="*/ 1055380 w 3429066"/>
              <a:gd name="csY1459" fmla="*/ 459481 h 779148"/>
              <a:gd name="csX1460" fmla="*/ 1063009 w 3429066"/>
              <a:gd name="csY1460" fmla="*/ 459881 h 779148"/>
              <a:gd name="csX1461" fmla="*/ 1064676 w 3429066"/>
              <a:gd name="csY1461" fmla="*/ 437107 h 779148"/>
              <a:gd name="csX1462" fmla="*/ 1047740 w 3429066"/>
              <a:gd name="csY1462" fmla="*/ 459072 h 779148"/>
              <a:gd name="csX1463" fmla="*/ 1003478 w 3429066"/>
              <a:gd name="csY1463" fmla="*/ 452099 h 779148"/>
              <a:gd name="csX1464" fmla="*/ 1011269 w 3429066"/>
              <a:gd name="csY1464" fmla="*/ 425077 h 779148"/>
              <a:gd name="csX1465" fmla="*/ 1002163 w 3429066"/>
              <a:gd name="csY1465" fmla="*/ 415457 h 779148"/>
              <a:gd name="csX1466" fmla="*/ 1005135 w 3429066"/>
              <a:gd name="csY1466" fmla="*/ 429316 h 779148"/>
              <a:gd name="csX1467" fmla="*/ 992867 w 3429066"/>
              <a:gd name="csY1467" fmla="*/ 437821 h 779148"/>
              <a:gd name="csX1468" fmla="*/ 991448 w 3429066"/>
              <a:gd name="csY1468" fmla="*/ 419448 h 779148"/>
              <a:gd name="csX1469" fmla="*/ 983733 w 3429066"/>
              <a:gd name="csY1469" fmla="*/ 432745 h 779148"/>
              <a:gd name="csX1470" fmla="*/ 982342 w 3429066"/>
              <a:gd name="csY1470" fmla="*/ 409799 h 779148"/>
              <a:gd name="csX1471" fmla="*/ 983809 w 3429066"/>
              <a:gd name="csY1471" fmla="*/ 419038 h 779148"/>
              <a:gd name="csX1472" fmla="*/ 979170 w 3429066"/>
              <a:gd name="csY1472" fmla="*/ 427925 h 779148"/>
              <a:gd name="csX1473" fmla="*/ 974760 w 3429066"/>
              <a:gd name="csY1473" fmla="*/ 400255 h 779148"/>
              <a:gd name="csX1474" fmla="*/ 960958 w 3429066"/>
              <a:gd name="csY1474" fmla="*/ 408665 h 779148"/>
              <a:gd name="csX1475" fmla="*/ 950376 w 3429066"/>
              <a:gd name="csY1475" fmla="*/ 389787 h 779148"/>
              <a:gd name="csX1476" fmla="*/ 944109 w 3429066"/>
              <a:gd name="csY1476" fmla="*/ 416876 h 779148"/>
              <a:gd name="csX1477" fmla="*/ 931745 w 3429066"/>
              <a:gd name="csY1477" fmla="*/ 439098 h 779148"/>
              <a:gd name="csX1478" fmla="*/ 924135 w 3429066"/>
              <a:gd name="csY1478" fmla="*/ 434116 h 779148"/>
              <a:gd name="csX1479" fmla="*/ 928773 w 3429066"/>
              <a:gd name="csY1479" fmla="*/ 425201 h 779148"/>
              <a:gd name="csX1480" fmla="*/ 922801 w 3429066"/>
              <a:gd name="csY1480" fmla="*/ 402026 h 779148"/>
              <a:gd name="csX1481" fmla="*/ 912105 w 3429066"/>
              <a:gd name="csY1481" fmla="*/ 401464 h 779148"/>
              <a:gd name="csX1482" fmla="*/ 915267 w 3429066"/>
              <a:gd name="csY1482" fmla="*/ 383329 h 779148"/>
              <a:gd name="csX1483" fmla="*/ 912162 w 3429066"/>
              <a:gd name="csY1483" fmla="*/ 392301 h 779148"/>
              <a:gd name="csX1484" fmla="*/ 898389 w 3429066"/>
              <a:gd name="csY1484" fmla="*/ 396111 h 779148"/>
              <a:gd name="csX1485" fmla="*/ 899779 w 3429066"/>
              <a:gd name="csY1485" fmla="*/ 419057 h 779148"/>
              <a:gd name="csX1486" fmla="*/ 910495 w 3429066"/>
              <a:gd name="csY1486" fmla="*/ 415066 h 779148"/>
              <a:gd name="csX1487" fmla="*/ 917915 w 3429066"/>
              <a:gd name="csY1487" fmla="*/ 452052 h 779148"/>
              <a:gd name="csX1488" fmla="*/ 853802 w 3429066"/>
              <a:gd name="csY1488" fmla="*/ 444003 h 779148"/>
              <a:gd name="csX1489" fmla="*/ 859936 w 3429066"/>
              <a:gd name="csY1489" fmla="*/ 439784 h 779148"/>
              <a:gd name="csX1490" fmla="*/ 905761 w 3429066"/>
              <a:gd name="csY1490" fmla="*/ 442260 h 779148"/>
              <a:gd name="csX1491" fmla="*/ 892150 w 3429066"/>
              <a:gd name="csY1491" fmla="*/ 418667 h 779148"/>
              <a:gd name="csX1492" fmla="*/ 884425 w 3429066"/>
              <a:gd name="csY1492" fmla="*/ 431954 h 779148"/>
              <a:gd name="csX1493" fmla="*/ 879901 w 3429066"/>
              <a:gd name="csY1493" fmla="*/ 422562 h 779148"/>
              <a:gd name="csX1494" fmla="*/ 875252 w 3429066"/>
              <a:gd name="csY1494" fmla="*/ 431449 h 779148"/>
              <a:gd name="csX1495" fmla="*/ 872233 w 3429066"/>
              <a:gd name="csY1495" fmla="*/ 426715 h 779148"/>
              <a:gd name="csX1496" fmla="*/ 869147 w 3429066"/>
              <a:gd name="csY1496" fmla="*/ 431135 h 779148"/>
              <a:gd name="csX1497" fmla="*/ 849297 w 3429066"/>
              <a:gd name="csY1497" fmla="*/ 430068 h 779148"/>
              <a:gd name="csX1498" fmla="*/ 846296 w 3429066"/>
              <a:gd name="csY1498" fmla="*/ 420734 h 779148"/>
              <a:gd name="csX1499" fmla="*/ 846192 w 3429066"/>
              <a:gd name="csY1499" fmla="*/ 439022 h 779148"/>
              <a:gd name="csX1500" fmla="*/ 840162 w 3429066"/>
              <a:gd name="csY1500" fmla="*/ 424972 h 779148"/>
              <a:gd name="csX1501" fmla="*/ 838505 w 3429066"/>
              <a:gd name="csY1501" fmla="*/ 447775 h 779148"/>
              <a:gd name="csX1502" fmla="*/ 804843 w 3429066"/>
              <a:gd name="csY1502" fmla="*/ 455100 h 779148"/>
              <a:gd name="csX1503" fmla="*/ 801853 w 3429066"/>
              <a:gd name="csY1503" fmla="*/ 445775 h 779148"/>
              <a:gd name="csX1504" fmla="*/ 792661 w 3429066"/>
              <a:gd name="csY1504" fmla="*/ 449870 h 779148"/>
              <a:gd name="csX1505" fmla="*/ 783469 w 3429066"/>
              <a:gd name="csY1505" fmla="*/ 453928 h 779148"/>
              <a:gd name="csX1506" fmla="*/ 778945 w 3429066"/>
              <a:gd name="csY1506" fmla="*/ 444546 h 779148"/>
              <a:gd name="csX1507" fmla="*/ 742236 w 3429066"/>
              <a:gd name="csY1507" fmla="*/ 451718 h 779148"/>
              <a:gd name="csX1508" fmla="*/ 746931 w 3429066"/>
              <a:gd name="csY1508" fmla="*/ 433688 h 779148"/>
              <a:gd name="csX1509" fmla="*/ 762200 w 3429066"/>
              <a:gd name="csY1509" fmla="*/ 434507 h 779148"/>
              <a:gd name="csX1510" fmla="*/ 768401 w 3429066"/>
              <a:gd name="csY1510" fmla="*/ 421115 h 779148"/>
              <a:gd name="csX1511" fmla="*/ 754590 w 3429066"/>
              <a:gd name="csY1511" fmla="*/ 429487 h 779148"/>
              <a:gd name="csX1512" fmla="*/ 745541 w 3429066"/>
              <a:gd name="csY1512" fmla="*/ 410732 h 779148"/>
              <a:gd name="csX1513" fmla="*/ 742331 w 3429066"/>
              <a:gd name="csY1513" fmla="*/ 437993 h 779148"/>
              <a:gd name="csX1514" fmla="*/ 734711 w 3429066"/>
              <a:gd name="csY1514" fmla="*/ 433011 h 779148"/>
              <a:gd name="csX1515" fmla="*/ 740769 w 3429066"/>
              <a:gd name="csY1515" fmla="*/ 442479 h 779148"/>
              <a:gd name="csX1516" fmla="*/ 725405 w 3429066"/>
              <a:gd name="csY1516" fmla="*/ 455376 h 779148"/>
              <a:gd name="csX1517" fmla="*/ 713203 w 3429066"/>
              <a:gd name="csY1517" fmla="*/ 454709 h 779148"/>
              <a:gd name="csX1518" fmla="*/ 708660 w 3429066"/>
              <a:gd name="csY1518" fmla="*/ 445337 h 779148"/>
              <a:gd name="csX1519" fmla="*/ 705564 w 3429066"/>
              <a:gd name="csY1519" fmla="*/ 454309 h 779148"/>
              <a:gd name="csX1520" fmla="*/ 696363 w 3429066"/>
              <a:gd name="csY1520" fmla="*/ 458386 h 779148"/>
              <a:gd name="csX1521" fmla="*/ 693372 w 3429066"/>
              <a:gd name="csY1521" fmla="*/ 449089 h 779148"/>
              <a:gd name="csX1522" fmla="*/ 684143 w 3429066"/>
              <a:gd name="csY1522" fmla="*/ 457729 h 779148"/>
              <a:gd name="csX1523" fmla="*/ 690305 w 3429066"/>
              <a:gd name="csY1523" fmla="*/ 448899 h 779148"/>
              <a:gd name="csX1524" fmla="*/ 684305 w 3429066"/>
              <a:gd name="csY1524" fmla="*/ 430306 h 779148"/>
              <a:gd name="csX1525" fmla="*/ 678085 w 3429066"/>
              <a:gd name="csY1525" fmla="*/ 448232 h 779148"/>
              <a:gd name="csX1526" fmla="*/ 670427 w 3429066"/>
              <a:gd name="csY1526" fmla="*/ 452395 h 779148"/>
              <a:gd name="csX1527" fmla="*/ 681114 w 3429066"/>
              <a:gd name="csY1527" fmla="*/ 452966 h 779148"/>
              <a:gd name="csX1528" fmla="*/ 673418 w 3429066"/>
              <a:gd name="csY1528" fmla="*/ 461729 h 779148"/>
              <a:gd name="csX1529" fmla="*/ 682447 w 3429066"/>
              <a:gd name="csY1529" fmla="*/ 485056 h 779148"/>
              <a:gd name="csX1530" fmla="*/ 694620 w 3429066"/>
              <a:gd name="csY1530" fmla="*/ 494876 h 779148"/>
              <a:gd name="csX1531" fmla="*/ 686953 w 3429066"/>
              <a:gd name="csY1531" fmla="*/ 499039 h 779148"/>
              <a:gd name="csX1532" fmla="*/ 690001 w 3429066"/>
              <a:gd name="csY1532" fmla="*/ 499210 h 779148"/>
              <a:gd name="csX1533" fmla="*/ 694420 w 3429066"/>
              <a:gd name="csY1533" fmla="*/ 526899 h 779148"/>
              <a:gd name="csX1534" fmla="*/ 680590 w 3429066"/>
              <a:gd name="csY1534" fmla="*/ 539834 h 779148"/>
              <a:gd name="csX1535" fmla="*/ 697306 w 3429066"/>
              <a:gd name="csY1535" fmla="*/ 554446 h 779148"/>
              <a:gd name="csX1536" fmla="*/ 697449 w 3429066"/>
              <a:gd name="csY1536" fmla="*/ 531576 h 779148"/>
              <a:gd name="csX1537" fmla="*/ 703393 w 3429066"/>
              <a:gd name="csY1537" fmla="*/ 559370 h 779148"/>
              <a:gd name="csX1538" fmla="*/ 712556 w 3429066"/>
              <a:gd name="csY1538" fmla="*/ 559875 h 779148"/>
              <a:gd name="csX1539" fmla="*/ 686505 w 3429066"/>
              <a:gd name="csY1539" fmla="*/ 572171 h 779148"/>
              <a:gd name="csX1540" fmla="*/ 689667 w 3429066"/>
              <a:gd name="csY1540" fmla="*/ 554074 h 779148"/>
              <a:gd name="csX1541" fmla="*/ 680428 w 3429066"/>
              <a:gd name="csY1541" fmla="*/ 567276 h 779148"/>
              <a:gd name="csX1542" fmla="*/ 681914 w 3429066"/>
              <a:gd name="csY1542" fmla="*/ 576515 h 779148"/>
              <a:gd name="csX1543" fmla="*/ 669465 w 3429066"/>
              <a:gd name="csY1543" fmla="*/ 612424 h 779148"/>
              <a:gd name="csX1544" fmla="*/ 661892 w 3429066"/>
              <a:gd name="csY1544" fmla="*/ 602852 h 779148"/>
              <a:gd name="csX1545" fmla="*/ 646586 w 3429066"/>
              <a:gd name="csY1545" fmla="*/ 606605 h 779148"/>
              <a:gd name="csX1546" fmla="*/ 651253 w 3429066"/>
              <a:gd name="csY1546" fmla="*/ 593145 h 779148"/>
              <a:gd name="csX1547" fmla="*/ 634622 w 3429066"/>
              <a:gd name="csY1547" fmla="*/ 564809 h 779148"/>
              <a:gd name="csX1548" fmla="*/ 637480 w 3429066"/>
              <a:gd name="csY1548" fmla="*/ 596984 h 779148"/>
              <a:gd name="csX1549" fmla="*/ 629822 w 3429066"/>
              <a:gd name="csY1549" fmla="*/ 601137 h 779148"/>
              <a:gd name="csX1550" fmla="*/ 626955 w 3429066"/>
              <a:gd name="csY1550" fmla="*/ 568981 h 779148"/>
              <a:gd name="csX1551" fmla="*/ 605409 w 3429066"/>
              <a:gd name="csY1551" fmla="*/ 595241 h 779148"/>
              <a:gd name="csX1552" fmla="*/ 600913 w 3429066"/>
              <a:gd name="csY1552" fmla="*/ 581258 h 779148"/>
              <a:gd name="csX1553" fmla="*/ 597837 w 3429066"/>
              <a:gd name="csY1553" fmla="*/ 585697 h 779148"/>
              <a:gd name="csX1554" fmla="*/ 596198 w 3429066"/>
              <a:gd name="csY1554" fmla="*/ 603890 h 779148"/>
              <a:gd name="csX1555" fmla="*/ 593227 w 3429066"/>
              <a:gd name="csY1555" fmla="*/ 590022 h 779148"/>
              <a:gd name="csX1556" fmla="*/ 577872 w 3429066"/>
              <a:gd name="csY1556" fmla="*/ 602909 h 779148"/>
              <a:gd name="csX1557" fmla="*/ 567233 w 3429066"/>
              <a:gd name="csY1557" fmla="*/ 593193 h 779148"/>
              <a:gd name="csX1558" fmla="*/ 571795 w 3429066"/>
              <a:gd name="csY1558" fmla="*/ 598013 h 779148"/>
              <a:gd name="csX1559" fmla="*/ 541191 w 3429066"/>
              <a:gd name="csY1559" fmla="*/ 605509 h 779148"/>
              <a:gd name="csX1560" fmla="*/ 535229 w 3429066"/>
              <a:gd name="csY1560" fmla="*/ 582287 h 779148"/>
              <a:gd name="csX1561" fmla="*/ 535143 w 3429066"/>
              <a:gd name="csY1561" fmla="*/ 596013 h 779148"/>
              <a:gd name="csX1562" fmla="*/ 510673 w 3429066"/>
              <a:gd name="csY1562" fmla="*/ 599280 h 779148"/>
              <a:gd name="csX1563" fmla="*/ 503149 w 3429066"/>
              <a:gd name="csY1563" fmla="*/ 580582 h 779148"/>
              <a:gd name="csX1564" fmla="*/ 506111 w 3429066"/>
              <a:gd name="csY1564" fmla="*/ 594460 h 779148"/>
              <a:gd name="csX1565" fmla="*/ 503120 w 3429066"/>
              <a:gd name="csY1565" fmla="*/ 585154 h 779148"/>
              <a:gd name="csX1566" fmla="*/ 492433 w 3429066"/>
              <a:gd name="csY1566" fmla="*/ 584573 h 779148"/>
              <a:gd name="csX1567" fmla="*/ 510807 w 3429066"/>
              <a:gd name="csY1567" fmla="*/ 576420 h 779148"/>
              <a:gd name="csX1568" fmla="*/ 518532 w 3429066"/>
              <a:gd name="csY1568" fmla="*/ 563123 h 779148"/>
              <a:gd name="csX1569" fmla="*/ 532190 w 3429066"/>
              <a:gd name="csY1569" fmla="*/ 577572 h 779148"/>
              <a:gd name="csX1570" fmla="*/ 536848 w 3429066"/>
              <a:gd name="csY1570" fmla="*/ 564132 h 779148"/>
              <a:gd name="csX1571" fmla="*/ 542801 w 3429066"/>
              <a:gd name="csY1571" fmla="*/ 591888 h 779148"/>
              <a:gd name="csX1572" fmla="*/ 554993 w 3429066"/>
              <a:gd name="csY1572" fmla="*/ 597098 h 779148"/>
              <a:gd name="csX1573" fmla="*/ 550669 w 3429066"/>
              <a:gd name="csY1573" fmla="*/ 555722 h 779148"/>
              <a:gd name="csX1574" fmla="*/ 558079 w 3429066"/>
              <a:gd name="csY1574" fmla="*/ 592727 h 779148"/>
              <a:gd name="csX1575" fmla="*/ 561242 w 3429066"/>
              <a:gd name="csY1575" fmla="*/ 574620 h 779148"/>
              <a:gd name="csX1576" fmla="*/ 564280 w 3429066"/>
              <a:gd name="csY1576" fmla="*/ 579315 h 779148"/>
              <a:gd name="csX1577" fmla="*/ 574910 w 3429066"/>
              <a:gd name="csY1577" fmla="*/ 589040 h 779148"/>
              <a:gd name="csX1578" fmla="*/ 573472 w 3429066"/>
              <a:gd name="csY1578" fmla="*/ 575258 h 779148"/>
              <a:gd name="csX1579" fmla="*/ 582654 w 3429066"/>
              <a:gd name="csY1579" fmla="*/ 571181 h 779148"/>
              <a:gd name="csX1580" fmla="*/ 581215 w 3429066"/>
              <a:gd name="csY1580" fmla="*/ 557389 h 779148"/>
              <a:gd name="csX1581" fmla="*/ 571976 w 3429066"/>
              <a:gd name="csY1581" fmla="*/ 570619 h 779148"/>
              <a:gd name="csX1582" fmla="*/ 561337 w 3429066"/>
              <a:gd name="csY1582" fmla="*/ 560894 h 779148"/>
              <a:gd name="csX1583" fmla="*/ 564480 w 3429066"/>
              <a:gd name="csY1583" fmla="*/ 547321 h 779148"/>
              <a:gd name="csX1584" fmla="*/ 561394 w 3429066"/>
              <a:gd name="csY1584" fmla="*/ 551759 h 779148"/>
              <a:gd name="csX1585" fmla="*/ 556870 w 3429066"/>
              <a:gd name="csY1585" fmla="*/ 542358 h 779148"/>
              <a:gd name="csX1586" fmla="*/ 549183 w 3429066"/>
              <a:gd name="csY1586" fmla="*/ 551093 h 779148"/>
              <a:gd name="csX1587" fmla="*/ 547545 w 3429066"/>
              <a:gd name="csY1587" fmla="*/ 569304 h 779148"/>
              <a:gd name="csX1588" fmla="*/ 536962 w 3429066"/>
              <a:gd name="csY1588" fmla="*/ 550436 h 779148"/>
              <a:gd name="csX1589" fmla="*/ 530743 w 3429066"/>
              <a:gd name="csY1589" fmla="*/ 568390 h 779148"/>
              <a:gd name="csX1590" fmla="*/ 523275 w 3429066"/>
              <a:gd name="csY1590" fmla="*/ 540539 h 779148"/>
              <a:gd name="csX1591" fmla="*/ 503282 w 3429066"/>
              <a:gd name="csY1591" fmla="*/ 562323 h 779148"/>
              <a:gd name="csX1592" fmla="*/ 494176 w 3429066"/>
              <a:gd name="csY1592" fmla="*/ 552703 h 779148"/>
              <a:gd name="csX1593" fmla="*/ 483375 w 3429066"/>
              <a:gd name="csY1593" fmla="*/ 570390 h 779148"/>
              <a:gd name="csX1594" fmla="*/ 488004 w 3429066"/>
              <a:gd name="csY1594" fmla="*/ 561465 h 779148"/>
              <a:gd name="csX1595" fmla="*/ 480374 w 3429066"/>
              <a:gd name="csY1595" fmla="*/ 561084 h 779148"/>
              <a:gd name="csX1596" fmla="*/ 483346 w 3429066"/>
              <a:gd name="csY1596" fmla="*/ 574943 h 779148"/>
              <a:gd name="csX1597" fmla="*/ 487813 w 3429066"/>
              <a:gd name="csY1597" fmla="*/ 593479 h 779148"/>
              <a:gd name="csX1598" fmla="*/ 501558 w 3429066"/>
              <a:gd name="csY1598" fmla="*/ 594222 h 779148"/>
              <a:gd name="csX1599" fmla="*/ 484727 w 3429066"/>
              <a:gd name="csY1599" fmla="*/ 597889 h 779148"/>
              <a:gd name="csX1600" fmla="*/ 460296 w 3429066"/>
              <a:gd name="csY1600" fmla="*/ 596584 h 779148"/>
              <a:gd name="csX1601" fmla="*/ 458934 w 3429066"/>
              <a:gd name="csY1601" fmla="*/ 569076 h 779148"/>
              <a:gd name="csX1602" fmla="*/ 440627 w 3429066"/>
              <a:gd name="csY1602" fmla="*/ 563494 h 779148"/>
              <a:gd name="csX1603" fmla="*/ 446856 w 3429066"/>
              <a:gd name="csY1603" fmla="*/ 545540 h 779148"/>
              <a:gd name="csX1604" fmla="*/ 436045 w 3429066"/>
              <a:gd name="csY1604" fmla="*/ 563247 h 779148"/>
              <a:gd name="csX1605" fmla="*/ 426968 w 3429066"/>
              <a:gd name="csY1605" fmla="*/ 549054 h 779148"/>
              <a:gd name="csX1606" fmla="*/ 431463 w 3429066"/>
              <a:gd name="csY1606" fmla="*/ 562980 h 779148"/>
              <a:gd name="csX1607" fmla="*/ 422348 w 3429066"/>
              <a:gd name="csY1607" fmla="*/ 553350 h 779148"/>
              <a:gd name="csX1608" fmla="*/ 417605 w 3429066"/>
              <a:gd name="csY1608" fmla="*/ 580554 h 779148"/>
              <a:gd name="csX1609" fmla="*/ 413166 w 3429066"/>
              <a:gd name="csY1609" fmla="*/ 557455 h 779148"/>
              <a:gd name="csX1610" fmla="*/ 406918 w 3429066"/>
              <a:gd name="csY1610" fmla="*/ 579972 h 779148"/>
              <a:gd name="csX1611" fmla="*/ 397812 w 3429066"/>
              <a:gd name="csY1611" fmla="*/ 570305 h 779148"/>
              <a:gd name="csX1612" fmla="*/ 384038 w 3429066"/>
              <a:gd name="csY1612" fmla="*/ 574143 h 779148"/>
              <a:gd name="csX1613" fmla="*/ 384115 w 3429066"/>
              <a:gd name="csY1613" fmla="*/ 560437 h 779148"/>
              <a:gd name="csX1614" fmla="*/ 379428 w 3429066"/>
              <a:gd name="csY1614" fmla="*/ 578468 h 779148"/>
              <a:gd name="csX1615" fmla="*/ 367208 w 3429066"/>
              <a:gd name="csY1615" fmla="*/ 577810 h 779148"/>
              <a:gd name="csX1616" fmla="*/ 371923 w 3429066"/>
              <a:gd name="csY1616" fmla="*/ 555217 h 779148"/>
              <a:gd name="csX1617" fmla="*/ 437702 w 3429066"/>
              <a:gd name="csY1617" fmla="*/ 540472 h 779148"/>
              <a:gd name="csX1618" fmla="*/ 436236 w 3429066"/>
              <a:gd name="csY1618" fmla="*/ 531252 h 779148"/>
              <a:gd name="csX1619" fmla="*/ 451561 w 3429066"/>
              <a:gd name="csY1619" fmla="*/ 522918 h 779148"/>
              <a:gd name="csX1620" fmla="*/ 456086 w 3429066"/>
              <a:gd name="csY1620" fmla="*/ 532329 h 779148"/>
              <a:gd name="csX1621" fmla="*/ 459172 w 3429066"/>
              <a:gd name="csY1621" fmla="*/ 527909 h 779148"/>
              <a:gd name="csX1622" fmla="*/ 465220 w 3429066"/>
              <a:gd name="csY1622" fmla="*/ 537358 h 779148"/>
              <a:gd name="csX1623" fmla="*/ 449856 w 3429066"/>
              <a:gd name="csY1623" fmla="*/ 550274 h 779148"/>
              <a:gd name="csX1624" fmla="*/ 477183 w 3429066"/>
              <a:gd name="csY1624" fmla="*/ 579153 h 779148"/>
              <a:gd name="csX1625" fmla="*/ 475574 w 3429066"/>
              <a:gd name="csY1625" fmla="*/ 592812 h 779148"/>
              <a:gd name="csX1626" fmla="*/ 477326 w 3429066"/>
              <a:gd name="csY1626" fmla="*/ 556313 h 779148"/>
              <a:gd name="csX1627" fmla="*/ 466544 w 3429066"/>
              <a:gd name="csY1627" fmla="*/ 569457 h 779148"/>
              <a:gd name="csX1628" fmla="*/ 463763 w 3429066"/>
              <a:gd name="csY1628" fmla="*/ 523585 h 779148"/>
              <a:gd name="csX1629" fmla="*/ 508083 w 3429066"/>
              <a:gd name="csY1629" fmla="*/ 521394 h 779148"/>
              <a:gd name="csX1630" fmla="*/ 532571 w 3429066"/>
              <a:gd name="csY1630" fmla="*/ 513593 h 779148"/>
              <a:gd name="csX1631" fmla="*/ 538763 w 3429066"/>
              <a:gd name="csY1631" fmla="*/ 500182 h 779148"/>
              <a:gd name="csX1632" fmla="*/ 543154 w 3429066"/>
              <a:gd name="csY1632" fmla="*/ 532452 h 779148"/>
              <a:gd name="csX1633" fmla="*/ 558451 w 3429066"/>
              <a:gd name="csY1633" fmla="*/ 528709 h 779148"/>
              <a:gd name="csX1634" fmla="*/ 557032 w 3429066"/>
              <a:gd name="csY1634" fmla="*/ 510345 h 779148"/>
              <a:gd name="csX1635" fmla="*/ 546230 w 3429066"/>
              <a:gd name="csY1635" fmla="*/ 528052 h 779148"/>
              <a:gd name="csX1636" fmla="*/ 560175 w 3429066"/>
              <a:gd name="csY1636" fmla="*/ 496781 h 779148"/>
              <a:gd name="csX1637" fmla="*/ 558594 w 3429066"/>
              <a:gd name="csY1637" fmla="*/ 505830 h 779148"/>
              <a:gd name="csX1638" fmla="*/ 566280 w 3429066"/>
              <a:gd name="csY1638" fmla="*/ 497134 h 779148"/>
              <a:gd name="csX1639" fmla="*/ 607571 w 3429066"/>
              <a:gd name="csY1639" fmla="*/ 490218 h 779148"/>
              <a:gd name="csX1640" fmla="*/ 635060 w 3429066"/>
              <a:gd name="csY1640" fmla="*/ 491676 h 779148"/>
              <a:gd name="csX1641" fmla="*/ 648891 w 3429066"/>
              <a:gd name="csY1641" fmla="*/ 478731 h 779148"/>
              <a:gd name="csX1642" fmla="*/ 664245 w 3429066"/>
              <a:gd name="csY1642" fmla="*/ 465854 h 779148"/>
              <a:gd name="csX1643" fmla="*/ 655253 w 3429066"/>
              <a:gd name="csY1643" fmla="*/ 437898 h 779148"/>
              <a:gd name="csX1644" fmla="*/ 635479 w 3429066"/>
              <a:gd name="csY1644" fmla="*/ 423134 h 779148"/>
              <a:gd name="csX1645" fmla="*/ 623087 w 3429066"/>
              <a:gd name="csY1645" fmla="*/ 449880 h 779148"/>
              <a:gd name="csX1646" fmla="*/ 624488 w 3429066"/>
              <a:gd name="csY1646" fmla="*/ 472816 h 779148"/>
              <a:gd name="csX1647" fmla="*/ 621649 w 3429066"/>
              <a:gd name="csY1647" fmla="*/ 436088 h 779148"/>
              <a:gd name="csX1648" fmla="*/ 609457 w 3429066"/>
              <a:gd name="csY1648" fmla="*/ 430859 h 779148"/>
              <a:gd name="csX1649" fmla="*/ 607800 w 3429066"/>
              <a:gd name="csY1649" fmla="*/ 453642 h 779148"/>
              <a:gd name="csX1650" fmla="*/ 618487 w 3429066"/>
              <a:gd name="csY1650" fmla="*/ 454223 h 779148"/>
              <a:gd name="csX1651" fmla="*/ 613791 w 3429066"/>
              <a:gd name="csY1651" fmla="*/ 472254 h 779148"/>
              <a:gd name="csX1652" fmla="*/ 572557 w 3429066"/>
              <a:gd name="csY1652" fmla="*/ 470035 h 779148"/>
              <a:gd name="csX1653" fmla="*/ 580273 w 3429066"/>
              <a:gd name="csY1653" fmla="*/ 456719 h 779148"/>
              <a:gd name="csX1654" fmla="*/ 571157 w 3429066"/>
              <a:gd name="csY1654" fmla="*/ 447099 h 779148"/>
              <a:gd name="csX1655" fmla="*/ 564966 w 3429066"/>
              <a:gd name="csY1655" fmla="*/ 460481 h 779148"/>
              <a:gd name="csX1656" fmla="*/ 560470 w 3429066"/>
              <a:gd name="csY1656" fmla="*/ 446518 h 779148"/>
              <a:gd name="csX1657" fmla="*/ 557384 w 3429066"/>
              <a:gd name="csY1657" fmla="*/ 450909 h 779148"/>
              <a:gd name="csX1658" fmla="*/ 546754 w 3429066"/>
              <a:gd name="csY1658" fmla="*/ 441212 h 779148"/>
              <a:gd name="csX1659" fmla="*/ 552717 w 3429066"/>
              <a:gd name="csY1659" fmla="*/ 464368 h 779148"/>
              <a:gd name="csX1660" fmla="*/ 545163 w 3429066"/>
              <a:gd name="csY1660" fmla="*/ 450261 h 779148"/>
              <a:gd name="csX1661" fmla="*/ 542087 w 3429066"/>
              <a:gd name="csY1661" fmla="*/ 454652 h 779148"/>
              <a:gd name="csX1662" fmla="*/ 546583 w 3429066"/>
              <a:gd name="csY1662" fmla="*/ 468625 h 779148"/>
              <a:gd name="csX1663" fmla="*/ 541973 w 3429066"/>
              <a:gd name="csY1663" fmla="*/ 472969 h 779148"/>
              <a:gd name="csX1664" fmla="*/ 535800 w 3429066"/>
              <a:gd name="csY1664" fmla="*/ 481751 h 779148"/>
              <a:gd name="csX1665" fmla="*/ 511369 w 3429066"/>
              <a:gd name="csY1665" fmla="*/ 480446 h 779148"/>
              <a:gd name="csX1666" fmla="*/ 523608 w 3429066"/>
              <a:gd name="csY1666" fmla="*/ 476531 h 779148"/>
              <a:gd name="csX1667" fmla="*/ 514502 w 3429066"/>
              <a:gd name="csY1667" fmla="*/ 466892 h 779148"/>
              <a:gd name="csX1668" fmla="*/ 508540 w 3429066"/>
              <a:gd name="csY1668" fmla="*/ 443708 h 779148"/>
              <a:gd name="csX1669" fmla="*/ 509902 w 3429066"/>
              <a:gd name="csY1669" fmla="*/ 471245 h 779148"/>
              <a:gd name="csX1670" fmla="*/ 499424 w 3429066"/>
              <a:gd name="csY1670" fmla="*/ 434097 h 779148"/>
              <a:gd name="csX1671" fmla="*/ 485727 w 3429066"/>
              <a:gd name="csY1671" fmla="*/ 424191 h 779148"/>
              <a:gd name="csX1672" fmla="*/ 482565 w 3429066"/>
              <a:gd name="csY1672" fmla="*/ 442308 h 779148"/>
              <a:gd name="csX1673" fmla="*/ 467373 w 3429066"/>
              <a:gd name="csY1673" fmla="*/ 427782 h 779148"/>
              <a:gd name="csX1674" fmla="*/ 463039 w 3429066"/>
              <a:gd name="csY1674" fmla="*/ 386396 h 779148"/>
              <a:gd name="csX1675" fmla="*/ 476869 w 3429066"/>
              <a:gd name="csY1675" fmla="*/ 373413 h 779148"/>
              <a:gd name="csX1676" fmla="*/ 470792 w 3429066"/>
              <a:gd name="csY1676" fmla="*/ 368517 h 779148"/>
              <a:gd name="csX1677" fmla="*/ 472421 w 3429066"/>
              <a:gd name="csY1677" fmla="*/ 350325 h 779148"/>
              <a:gd name="csX1678" fmla="*/ 476917 w 3429066"/>
              <a:gd name="csY1678" fmla="*/ 364269 h 779148"/>
              <a:gd name="csX1679" fmla="*/ 481527 w 3429066"/>
              <a:gd name="csY1679" fmla="*/ 359955 h 779148"/>
              <a:gd name="csX1680" fmla="*/ 478422 w 3429066"/>
              <a:gd name="csY1680" fmla="*/ 368946 h 779148"/>
              <a:gd name="csX1681" fmla="*/ 476736 w 3429066"/>
              <a:gd name="csY1681" fmla="*/ 396273 h 779148"/>
              <a:gd name="csX1682" fmla="*/ 485927 w 3429066"/>
              <a:gd name="csY1682" fmla="*/ 392206 h 779148"/>
              <a:gd name="csX1683" fmla="*/ 487261 w 3429066"/>
              <a:gd name="csY1683" fmla="*/ 424267 h 779148"/>
              <a:gd name="csX1684" fmla="*/ 493509 w 3429066"/>
              <a:gd name="csY1684" fmla="*/ 401750 h 779148"/>
              <a:gd name="csX1685" fmla="*/ 489042 w 3429066"/>
              <a:gd name="csY1685" fmla="*/ 383224 h 779148"/>
              <a:gd name="csX1686" fmla="*/ 496653 w 3429066"/>
              <a:gd name="csY1686" fmla="*/ 388187 h 779148"/>
              <a:gd name="csX1687" fmla="*/ 505892 w 3429066"/>
              <a:gd name="csY1687" fmla="*/ 374995 h 779148"/>
              <a:gd name="csX1688" fmla="*/ 511864 w 3429066"/>
              <a:gd name="csY1688" fmla="*/ 398178 h 779148"/>
              <a:gd name="csX1689" fmla="*/ 511721 w 3429066"/>
              <a:gd name="csY1689" fmla="*/ 421038 h 779148"/>
              <a:gd name="csX1690" fmla="*/ 519417 w 3429066"/>
              <a:gd name="csY1690" fmla="*/ 412304 h 779148"/>
              <a:gd name="csX1691" fmla="*/ 522418 w 3429066"/>
              <a:gd name="csY1691" fmla="*/ 421610 h 779148"/>
              <a:gd name="csX1692" fmla="*/ 522199 w 3429066"/>
              <a:gd name="csY1692" fmla="*/ 458176 h 779148"/>
              <a:gd name="csX1693" fmla="*/ 529914 w 3429066"/>
              <a:gd name="csY1693" fmla="*/ 444879 h 779148"/>
              <a:gd name="csX1694" fmla="*/ 526694 w 3429066"/>
              <a:gd name="csY1694" fmla="*/ 472121 h 779148"/>
              <a:gd name="csX1695" fmla="*/ 532914 w 3429066"/>
              <a:gd name="csY1695" fmla="*/ 454166 h 779148"/>
              <a:gd name="csX1696" fmla="*/ 538934 w 3429066"/>
              <a:gd name="csY1696" fmla="*/ 468206 h 779148"/>
              <a:gd name="csX1697" fmla="*/ 543658 w 3429066"/>
              <a:gd name="csY1697" fmla="*/ 445594 h 779148"/>
              <a:gd name="csX1698" fmla="*/ 534467 w 3429066"/>
              <a:gd name="csY1698" fmla="*/ 449690 h 779148"/>
              <a:gd name="csX1699" fmla="*/ 529962 w 3429066"/>
              <a:gd name="csY1699" fmla="*/ 435726 h 779148"/>
              <a:gd name="csX1700" fmla="*/ 530047 w 3429066"/>
              <a:gd name="csY1700" fmla="*/ 422029 h 779148"/>
              <a:gd name="csX1701" fmla="*/ 527075 w 3429066"/>
              <a:gd name="csY1701" fmla="*/ 408132 h 779148"/>
              <a:gd name="csX1702" fmla="*/ 534743 w 3429066"/>
              <a:gd name="csY1702" fmla="*/ 403979 h 779148"/>
              <a:gd name="csX1703" fmla="*/ 531600 w 3429066"/>
              <a:gd name="csY1703" fmla="*/ 417514 h 779148"/>
              <a:gd name="csX1704" fmla="*/ 539286 w 3429066"/>
              <a:gd name="csY1704" fmla="*/ 408780 h 779148"/>
              <a:gd name="csX1705" fmla="*/ 525628 w 3429066"/>
              <a:gd name="csY1705" fmla="*/ 394330 h 779148"/>
              <a:gd name="csX1706" fmla="*/ 531790 w 3429066"/>
              <a:gd name="csY1706" fmla="*/ 385491 h 779148"/>
              <a:gd name="csX1707" fmla="*/ 531981 w 3429066"/>
              <a:gd name="csY1707" fmla="*/ 353516 h 779148"/>
              <a:gd name="csX1708" fmla="*/ 528980 w 3429066"/>
              <a:gd name="csY1708" fmla="*/ 344219 h 779148"/>
              <a:gd name="csX1709" fmla="*/ 519789 w 3429066"/>
              <a:gd name="csY1709" fmla="*/ 348277 h 779148"/>
              <a:gd name="csX1710" fmla="*/ 542782 w 3429066"/>
              <a:gd name="csY1710" fmla="*/ 335809 h 779148"/>
              <a:gd name="csX1711" fmla="*/ 556555 w 3429066"/>
              <a:gd name="csY1711" fmla="*/ 331961 h 779148"/>
              <a:gd name="csX1712" fmla="*/ 550421 w 3429066"/>
              <a:gd name="csY1712" fmla="*/ 336218 h 779148"/>
              <a:gd name="csX1713" fmla="*/ 559613 w 3429066"/>
              <a:gd name="csY1713" fmla="*/ 332141 h 779148"/>
              <a:gd name="csX1714" fmla="*/ 564137 w 3429066"/>
              <a:gd name="csY1714" fmla="*/ 341533 h 779148"/>
              <a:gd name="csX1715" fmla="*/ 571852 w 3429066"/>
              <a:gd name="csY1715" fmla="*/ 328217 h 779148"/>
              <a:gd name="csX1716" fmla="*/ 577939 w 3429066"/>
              <a:gd name="csY1716" fmla="*/ 333123 h 779148"/>
              <a:gd name="csX1717" fmla="*/ 593207 w 3429066"/>
              <a:gd name="csY1717" fmla="*/ 333951 h 779148"/>
              <a:gd name="csX1718" fmla="*/ 577796 w 3429066"/>
              <a:gd name="csY1718" fmla="*/ 355992 h 779148"/>
              <a:gd name="csX1719" fmla="*/ 589931 w 3429066"/>
              <a:gd name="csY1719" fmla="*/ 370365 h 779148"/>
              <a:gd name="csX1720" fmla="*/ 591579 w 3429066"/>
              <a:gd name="csY1720" fmla="*/ 352173 h 779148"/>
              <a:gd name="csX1721" fmla="*/ 596208 w 3429066"/>
              <a:gd name="csY1721" fmla="*/ 343276 h 779148"/>
              <a:gd name="csX1722" fmla="*/ 602371 w 3429066"/>
              <a:gd name="csY1722" fmla="*/ 334456 h 779148"/>
              <a:gd name="csX1723" fmla="*/ 594760 w 3429066"/>
              <a:gd name="csY1723" fmla="*/ 329474 h 779148"/>
              <a:gd name="csX1724" fmla="*/ 619230 w 3429066"/>
              <a:gd name="csY1724" fmla="*/ 326227 h 779148"/>
              <a:gd name="csX1725" fmla="*/ 625392 w 3429066"/>
              <a:gd name="csY1725" fmla="*/ 317397 h 779148"/>
              <a:gd name="csX1726" fmla="*/ 648329 w 3429066"/>
              <a:gd name="csY1726" fmla="*/ 314063 h 779148"/>
              <a:gd name="csX1727" fmla="*/ 680399 w 3429066"/>
              <a:gd name="csY1727" fmla="*/ 315797 h 779148"/>
              <a:gd name="csX1728" fmla="*/ 680342 w 3429066"/>
              <a:gd name="csY1728" fmla="*/ 324941 h 779148"/>
              <a:gd name="csX1729" fmla="*/ 686476 w 3429066"/>
              <a:gd name="csY1729" fmla="*/ 320702 h 779148"/>
              <a:gd name="csX1730" fmla="*/ 697163 w 3429066"/>
              <a:gd name="csY1730" fmla="*/ 321283 h 779148"/>
              <a:gd name="csX1731" fmla="*/ 698773 w 3429066"/>
              <a:gd name="csY1731" fmla="*/ 307643 h 779148"/>
              <a:gd name="csX1732" fmla="*/ 715528 w 3429066"/>
              <a:gd name="csY1732" fmla="*/ 317683 h 779148"/>
              <a:gd name="csX1733" fmla="*/ 724748 w 3429066"/>
              <a:gd name="csY1733" fmla="*/ 309053 h 779148"/>
              <a:gd name="csX1734" fmla="*/ 718518 w 3429066"/>
              <a:gd name="csY1734" fmla="*/ 327007 h 779148"/>
              <a:gd name="csX1735" fmla="*/ 727605 w 3429066"/>
              <a:gd name="csY1735" fmla="*/ 341200 h 779148"/>
              <a:gd name="csX1736" fmla="*/ 726243 w 3429066"/>
              <a:gd name="csY1736" fmla="*/ 313701 h 779148"/>
              <a:gd name="csX1737" fmla="*/ 943175 w 3429066"/>
              <a:gd name="csY1737" fmla="*/ 316263 h 779148"/>
              <a:gd name="csX1738" fmla="*/ 976770 w 3429066"/>
              <a:gd name="csY1738" fmla="*/ 318092 h 779148"/>
              <a:gd name="csX1739" fmla="*/ 981380 w 3429066"/>
              <a:gd name="csY1739" fmla="*/ 313758 h 779148"/>
              <a:gd name="csX1740" fmla="*/ 1005792 w 3429066"/>
              <a:gd name="csY1740" fmla="*/ 319645 h 779148"/>
              <a:gd name="csX1741" fmla="*/ 1021099 w 3429066"/>
              <a:gd name="csY1741" fmla="*/ 315892 h 779148"/>
              <a:gd name="csX1742" fmla="*/ 1062333 w 3429066"/>
              <a:gd name="csY1742" fmla="*/ 318111 h 779148"/>
              <a:gd name="csX1743" fmla="*/ 1088298 w 3429066"/>
              <a:gd name="csY1743" fmla="*/ 319511 h 779148"/>
              <a:gd name="csX1744" fmla="*/ 1108158 w 3429066"/>
              <a:gd name="csY1744" fmla="*/ 320588 h 779148"/>
              <a:gd name="csX1745" fmla="*/ 1105176 w 3429066"/>
              <a:gd name="csY1745" fmla="*/ 306719 h 779148"/>
              <a:gd name="csX1746" fmla="*/ 1138790 w 3429066"/>
              <a:gd name="csY1746" fmla="*/ 308529 h 779148"/>
              <a:gd name="csX1747" fmla="*/ 1135656 w 3429066"/>
              <a:gd name="csY1747" fmla="*/ 322064 h 779148"/>
              <a:gd name="csX1748" fmla="*/ 1143400 w 3429066"/>
              <a:gd name="csY1748" fmla="*/ 304186 h 779148"/>
              <a:gd name="csX1749" fmla="*/ 1143257 w 3429066"/>
              <a:gd name="csY1749" fmla="*/ 327055 h 779148"/>
              <a:gd name="csX1750" fmla="*/ 1154030 w 3429066"/>
              <a:gd name="csY1750" fmla="*/ 313920 h 779148"/>
              <a:gd name="csX1751" fmla="*/ 1167784 w 3429066"/>
              <a:gd name="csY1751" fmla="*/ 314654 h 779148"/>
              <a:gd name="csX1752" fmla="*/ 1175395 w 3429066"/>
              <a:gd name="csY1752" fmla="*/ 319645 h 779148"/>
              <a:gd name="csX1753" fmla="*/ 1193778 w 3429066"/>
              <a:gd name="csY1753" fmla="*/ 311501 h 779148"/>
              <a:gd name="csX1754" fmla="*/ 1198302 w 3429066"/>
              <a:gd name="csY1754" fmla="*/ 320883 h 779148"/>
              <a:gd name="csX1755" fmla="*/ 1205941 w 3429066"/>
              <a:gd name="csY1755" fmla="*/ 321312 h 779148"/>
              <a:gd name="csX1756" fmla="*/ 1230487 w 3429066"/>
              <a:gd name="csY1756" fmla="*/ 304338 h 779148"/>
              <a:gd name="csX1757" fmla="*/ 1236574 w 3429066"/>
              <a:gd name="csY1757" fmla="*/ 309215 h 779148"/>
              <a:gd name="csX1758" fmla="*/ 1242708 w 3429066"/>
              <a:gd name="csY1758" fmla="*/ 304995 h 779148"/>
              <a:gd name="csX1759" fmla="*/ 1247242 w 3429066"/>
              <a:gd name="csY1759" fmla="*/ 314368 h 779148"/>
              <a:gd name="csX1760" fmla="*/ 1251842 w 3429066"/>
              <a:gd name="csY1760" fmla="*/ 310053 h 779148"/>
              <a:gd name="csX1761" fmla="*/ 1274731 w 3429066"/>
              <a:gd name="csY1761" fmla="*/ 315873 h 779148"/>
              <a:gd name="csX1762" fmla="*/ 1282417 w 3429066"/>
              <a:gd name="csY1762" fmla="*/ 307138 h 779148"/>
              <a:gd name="csX1763" fmla="*/ 1286942 w 3429066"/>
              <a:gd name="csY1763" fmla="*/ 316520 h 779148"/>
              <a:gd name="csX1764" fmla="*/ 1300725 w 3429066"/>
              <a:gd name="csY1764" fmla="*/ 312672 h 779148"/>
              <a:gd name="csX1765" fmla="*/ 1311469 w 3429066"/>
              <a:gd name="csY1765" fmla="*/ 304138 h 779148"/>
              <a:gd name="csX1766" fmla="*/ 1317546 w 3429066"/>
              <a:gd name="csY1766" fmla="*/ 309053 h 779148"/>
              <a:gd name="csX1767" fmla="*/ 1352731 w 3429066"/>
              <a:gd name="csY1767" fmla="*/ 301795 h 779148"/>
              <a:gd name="csX1768" fmla="*/ 1357284 w 3429066"/>
              <a:gd name="csY1768" fmla="*/ 306615 h 779148"/>
              <a:gd name="csX1769" fmla="*/ 1383297 w 3429066"/>
              <a:gd name="csY1769" fmla="*/ 298871 h 779148"/>
              <a:gd name="csX1770" fmla="*/ 1387821 w 3429066"/>
              <a:gd name="csY1770" fmla="*/ 308272 h 779148"/>
              <a:gd name="csX1771" fmla="*/ 1412310 w 3429066"/>
              <a:gd name="csY1771" fmla="*/ 300433 h 779148"/>
              <a:gd name="csX1772" fmla="*/ 1415291 w 3429066"/>
              <a:gd name="csY1772" fmla="*/ 314330 h 779148"/>
              <a:gd name="csX1773" fmla="*/ 1416901 w 3429066"/>
              <a:gd name="csY1773" fmla="*/ 300680 h 779148"/>
              <a:gd name="csX1774" fmla="*/ 1441342 w 3429066"/>
              <a:gd name="csY1774" fmla="*/ 301995 h 779148"/>
              <a:gd name="csX1775" fmla="*/ 1453582 w 3429066"/>
              <a:gd name="csY1775" fmla="*/ 298099 h 779148"/>
              <a:gd name="csX1776" fmla="*/ 1456506 w 3429066"/>
              <a:gd name="csY1776" fmla="*/ 321112 h 779148"/>
              <a:gd name="csX1777" fmla="*/ 1461202 w 3429066"/>
              <a:gd name="csY1777" fmla="*/ 303081 h 779148"/>
              <a:gd name="csX1778" fmla="*/ 1474889 w 3429066"/>
              <a:gd name="csY1778" fmla="*/ 312968 h 779148"/>
              <a:gd name="csX1779" fmla="*/ 1478051 w 3429066"/>
              <a:gd name="csY1779" fmla="*/ 294832 h 779148"/>
              <a:gd name="csX1780" fmla="*/ 1507074 w 3429066"/>
              <a:gd name="csY1780" fmla="*/ 296423 h 779148"/>
              <a:gd name="csX1781" fmla="*/ 1517704 w 3429066"/>
              <a:gd name="csY1781" fmla="*/ 306129 h 779148"/>
              <a:gd name="csX1782" fmla="*/ 1549756 w 3429066"/>
              <a:gd name="csY1782" fmla="*/ 312444 h 779148"/>
              <a:gd name="csX1783" fmla="*/ 1552889 w 3429066"/>
              <a:gd name="csY1783" fmla="*/ 298890 h 779148"/>
              <a:gd name="csX1784" fmla="*/ 1580379 w 3429066"/>
              <a:gd name="csY1784" fmla="*/ 300385 h 779148"/>
              <a:gd name="csX1785" fmla="*/ 1592675 w 3429066"/>
              <a:gd name="csY1785" fmla="*/ 287336 h 779148"/>
              <a:gd name="csX1786" fmla="*/ 1589703 w 3429066"/>
              <a:gd name="csY1786" fmla="*/ 273439 h 779148"/>
              <a:gd name="csX1787" fmla="*/ 1585074 w 3429066"/>
              <a:gd name="csY1787" fmla="*/ 282345 h 779148"/>
              <a:gd name="csX1788" fmla="*/ 1580512 w 3429066"/>
              <a:gd name="csY1788" fmla="*/ 277525 h 779148"/>
              <a:gd name="csX1789" fmla="*/ 1574349 w 3429066"/>
              <a:gd name="csY1789" fmla="*/ 286336 h 779148"/>
              <a:gd name="csX1790" fmla="*/ 1565215 w 3429066"/>
              <a:gd name="csY1790" fmla="*/ 281259 h 779148"/>
              <a:gd name="csX1791" fmla="*/ 1549937 w 3429066"/>
              <a:gd name="csY1791" fmla="*/ 280440 h 779148"/>
              <a:gd name="csX1792" fmla="*/ 1545412 w 3429066"/>
              <a:gd name="csY1792" fmla="*/ 271058 h 779148"/>
              <a:gd name="csX1793" fmla="*/ 1534697 w 3429066"/>
              <a:gd name="csY1793" fmla="*/ 275049 h 779148"/>
              <a:gd name="csX1794" fmla="*/ 1522476 w 3429066"/>
              <a:gd name="csY1794" fmla="*/ 274411 h 779148"/>
              <a:gd name="csX1795" fmla="*/ 1501092 w 3429066"/>
              <a:gd name="csY1795" fmla="*/ 273258 h 779148"/>
              <a:gd name="csX1796" fmla="*/ 1502702 w 3429066"/>
              <a:gd name="csY1796" fmla="*/ 259609 h 779148"/>
              <a:gd name="csX1797" fmla="*/ 1493625 w 3429066"/>
              <a:gd name="csY1797" fmla="*/ 245378 h 779148"/>
              <a:gd name="csX1798" fmla="*/ 1492025 w 3429066"/>
              <a:gd name="csY1798" fmla="*/ 259037 h 779148"/>
              <a:gd name="csX1799" fmla="*/ 1499635 w 3429066"/>
              <a:gd name="csY1799" fmla="*/ 264019 h 779148"/>
              <a:gd name="csX1800" fmla="*/ 1476689 w 3429066"/>
              <a:gd name="csY1800" fmla="*/ 267343 h 779148"/>
              <a:gd name="csX1801" fmla="*/ 1470555 w 3429066"/>
              <a:gd name="csY1801" fmla="*/ 271601 h 779148"/>
              <a:gd name="csX1802" fmla="*/ 1473698 w 3429066"/>
              <a:gd name="csY1802" fmla="*/ 258047 h 779148"/>
              <a:gd name="csX1803" fmla="*/ 1476804 w 3429066"/>
              <a:gd name="csY1803" fmla="*/ 249064 h 779148"/>
              <a:gd name="csX1804" fmla="*/ 1479833 w 3429066"/>
              <a:gd name="csY1804" fmla="*/ 253817 h 779148"/>
              <a:gd name="csX1805" fmla="*/ 1475223 w 3429066"/>
              <a:gd name="csY1805" fmla="*/ 258142 h 779148"/>
              <a:gd name="csX1806" fmla="*/ 1490472 w 3429066"/>
              <a:gd name="csY1806" fmla="*/ 263552 h 779148"/>
              <a:gd name="csX1807" fmla="*/ 1481480 w 3429066"/>
              <a:gd name="csY1807" fmla="*/ 235615 h 779148"/>
              <a:gd name="csX1808" fmla="*/ 1459983 w 3429066"/>
              <a:gd name="csY1808" fmla="*/ 252741 h 779148"/>
              <a:gd name="csX1809" fmla="*/ 1465945 w 3429066"/>
              <a:gd name="csY1809" fmla="*/ 275915 h 779148"/>
              <a:gd name="csX1810" fmla="*/ 1449210 w 3429066"/>
              <a:gd name="csY1810" fmla="*/ 265867 h 779148"/>
              <a:gd name="csX1811" fmla="*/ 1455458 w 3429066"/>
              <a:gd name="csY1811" fmla="*/ 243330 h 779148"/>
              <a:gd name="csX1812" fmla="*/ 1449267 w 3429066"/>
              <a:gd name="csY1812" fmla="*/ 256742 h 779148"/>
              <a:gd name="csX1813" fmla="*/ 1437065 w 3429066"/>
              <a:gd name="csY1813" fmla="*/ 251493 h 779148"/>
              <a:gd name="csX1814" fmla="*/ 1446181 w 3429066"/>
              <a:gd name="csY1814" fmla="*/ 261142 h 779148"/>
              <a:gd name="csX1815" fmla="*/ 1433932 w 3429066"/>
              <a:gd name="csY1815" fmla="*/ 265057 h 779148"/>
              <a:gd name="csX1816" fmla="*/ 1427988 w 3429066"/>
              <a:gd name="csY1816" fmla="*/ 237292 h 779148"/>
              <a:gd name="csX1817" fmla="*/ 1429350 w 3429066"/>
              <a:gd name="csY1817" fmla="*/ 264800 h 779148"/>
              <a:gd name="csX1818" fmla="*/ 1420301 w 3429066"/>
              <a:gd name="csY1818" fmla="*/ 246026 h 779148"/>
              <a:gd name="csX1819" fmla="*/ 1423292 w 3429066"/>
              <a:gd name="csY1819" fmla="*/ 255342 h 779148"/>
              <a:gd name="csX1820" fmla="*/ 1366723 w 3429066"/>
              <a:gd name="csY1820" fmla="*/ 261437 h 779148"/>
              <a:gd name="csX1821" fmla="*/ 1356008 w 3429066"/>
              <a:gd name="csY1821" fmla="*/ 265428 h 779148"/>
              <a:gd name="csX1822" fmla="*/ 1323956 w 3429066"/>
              <a:gd name="csY1822" fmla="*/ 259113 h 779148"/>
              <a:gd name="csX1823" fmla="*/ 1340825 w 3429066"/>
              <a:gd name="csY1823" fmla="*/ 250893 h 779148"/>
              <a:gd name="csX1824" fmla="*/ 1365285 w 3429066"/>
              <a:gd name="csY1824" fmla="*/ 247636 h 779148"/>
              <a:gd name="csX1825" fmla="*/ 1363913 w 3429066"/>
              <a:gd name="csY1825" fmla="*/ 220108 h 779148"/>
              <a:gd name="csX1826" fmla="*/ 1353236 w 3429066"/>
              <a:gd name="csY1826" fmla="*/ 219537 h 779148"/>
              <a:gd name="csX1827" fmla="*/ 1360808 w 3429066"/>
              <a:gd name="csY1827" fmla="*/ 229081 h 779148"/>
              <a:gd name="csX1828" fmla="*/ 1345530 w 3429066"/>
              <a:gd name="csY1828" fmla="*/ 228271 h 779148"/>
              <a:gd name="csX1829" fmla="*/ 1350026 w 3429066"/>
              <a:gd name="csY1829" fmla="*/ 242216 h 779148"/>
              <a:gd name="csX1830" fmla="*/ 1227839 w 3429066"/>
              <a:gd name="csY1830" fmla="*/ 235634 h 779148"/>
              <a:gd name="csX1831" fmla="*/ 1220229 w 3429066"/>
              <a:gd name="csY1831" fmla="*/ 230615 h 779148"/>
              <a:gd name="csX1832" fmla="*/ 1211047 w 3429066"/>
              <a:gd name="csY1832" fmla="*/ 234720 h 779148"/>
              <a:gd name="csX1833" fmla="*/ 1195788 w 3429066"/>
              <a:gd name="csY1833" fmla="*/ 229310 h 779148"/>
              <a:gd name="csX1834" fmla="*/ 1188244 w 3429066"/>
              <a:gd name="csY1834" fmla="*/ 215203 h 779148"/>
              <a:gd name="csX1835" fmla="*/ 1188187 w 3429066"/>
              <a:gd name="csY1835" fmla="*/ 224366 h 779148"/>
              <a:gd name="csX1836" fmla="*/ 1110206 w 3429066"/>
              <a:gd name="csY1836" fmla="*/ 233863 h 779148"/>
              <a:gd name="csX1837" fmla="*/ 1110272 w 3429066"/>
              <a:gd name="csY1837" fmla="*/ 224719 h 779148"/>
              <a:gd name="csX1838" fmla="*/ 1091889 w 3429066"/>
              <a:gd name="csY1838" fmla="*/ 232862 h 779148"/>
              <a:gd name="csX1839" fmla="*/ 1098109 w 3429066"/>
              <a:gd name="csY1839" fmla="*/ 214908 h 779148"/>
              <a:gd name="csX1840" fmla="*/ 1082802 w 3429066"/>
              <a:gd name="csY1840" fmla="*/ 218651 h 779148"/>
              <a:gd name="csX1841" fmla="*/ 1090527 w 3429066"/>
              <a:gd name="csY1841" fmla="*/ 205345 h 779148"/>
              <a:gd name="csX1842" fmla="*/ 1101185 w 3429066"/>
              <a:gd name="csY1842" fmla="*/ 210498 h 779148"/>
              <a:gd name="csX1843" fmla="*/ 1104271 w 3429066"/>
              <a:gd name="csY1843" fmla="*/ 206097 h 779148"/>
              <a:gd name="csX1844" fmla="*/ 1101328 w 3429066"/>
              <a:gd name="csY1844" fmla="*/ 187638 h 779148"/>
              <a:gd name="csX1845" fmla="*/ 1107634 w 3429066"/>
              <a:gd name="csY1845" fmla="*/ 155986 h 779148"/>
              <a:gd name="csX1846" fmla="*/ 1095461 w 3429066"/>
              <a:gd name="csY1846" fmla="*/ 146195 h 779148"/>
              <a:gd name="csX1847" fmla="*/ 1101604 w 3429066"/>
              <a:gd name="csY1847" fmla="*/ 141946 h 779148"/>
              <a:gd name="csX1848" fmla="*/ 1103195 w 3429066"/>
              <a:gd name="csY1848" fmla="*/ 132859 h 779148"/>
              <a:gd name="csX1849" fmla="*/ 1120016 w 3429066"/>
              <a:gd name="csY1849" fmla="*/ 129230 h 779148"/>
              <a:gd name="csX1850" fmla="*/ 1118273 w 3429066"/>
              <a:gd name="csY1850" fmla="*/ 165721 h 779148"/>
              <a:gd name="csX1851" fmla="*/ 1124322 w 3429066"/>
              <a:gd name="csY1851" fmla="*/ 175179 h 779148"/>
              <a:gd name="csX1852" fmla="*/ 1121131 w 3429066"/>
              <a:gd name="csY1852" fmla="*/ 197877 h 779148"/>
              <a:gd name="csX1853" fmla="*/ 1125798 w 3429066"/>
              <a:gd name="csY1853" fmla="*/ 184418 h 779148"/>
              <a:gd name="csX1854" fmla="*/ 1134904 w 3429066"/>
              <a:gd name="csY1854" fmla="*/ 194058 h 779148"/>
              <a:gd name="csX1855" fmla="*/ 1122607 w 3429066"/>
              <a:gd name="csY1855" fmla="*/ 207097 h 779148"/>
              <a:gd name="csX1856" fmla="*/ 1105834 w 3429066"/>
              <a:gd name="csY1856" fmla="*/ 201630 h 779148"/>
              <a:gd name="csX1857" fmla="*/ 1111825 w 3429066"/>
              <a:gd name="csY1857" fmla="*/ 220251 h 779148"/>
              <a:gd name="csX1858" fmla="*/ 1127189 w 3429066"/>
              <a:gd name="csY1858" fmla="*/ 207345 h 779148"/>
              <a:gd name="csX1859" fmla="*/ 1133208 w 3429066"/>
              <a:gd name="csY1859" fmla="*/ 221413 h 779148"/>
              <a:gd name="csX1860" fmla="*/ 1163755 w 3429066"/>
              <a:gd name="csY1860" fmla="*/ 223052 h 779148"/>
              <a:gd name="csX1861" fmla="*/ 1182129 w 3429066"/>
              <a:gd name="csY1861" fmla="*/ 214898 h 779148"/>
              <a:gd name="csX1862" fmla="*/ 1195959 w 3429066"/>
              <a:gd name="csY1862" fmla="*/ 201906 h 779148"/>
              <a:gd name="csX1863" fmla="*/ 1194321 w 3429066"/>
              <a:gd name="csY1863" fmla="*/ 220118 h 779148"/>
              <a:gd name="csX1864" fmla="*/ 1200522 w 3429066"/>
              <a:gd name="csY1864" fmla="*/ 206745 h 779148"/>
              <a:gd name="csX1865" fmla="*/ 1215809 w 3429066"/>
              <a:gd name="csY1865" fmla="*/ 202992 h 779148"/>
              <a:gd name="csX1866" fmla="*/ 1209761 w 3429066"/>
              <a:gd name="csY1866" fmla="*/ 193524 h 779148"/>
              <a:gd name="csX1867" fmla="*/ 1222067 w 3429066"/>
              <a:gd name="csY1867" fmla="*/ 180484 h 779148"/>
              <a:gd name="csX1868" fmla="*/ 1237231 w 3429066"/>
              <a:gd name="csY1868" fmla="*/ 199592 h 779148"/>
              <a:gd name="csX1869" fmla="*/ 1237317 w 3429066"/>
              <a:gd name="csY1869" fmla="*/ 185876 h 779148"/>
              <a:gd name="csX1870" fmla="*/ 1252528 w 3429066"/>
              <a:gd name="csY1870" fmla="*/ 195829 h 779148"/>
              <a:gd name="csX1871" fmla="*/ 1257167 w 3429066"/>
              <a:gd name="csY1871" fmla="*/ 186933 h 779148"/>
              <a:gd name="csX1872" fmla="*/ 1254176 w 3429066"/>
              <a:gd name="csY1872" fmla="*/ 177608 h 779148"/>
              <a:gd name="csX1873" fmla="*/ 1266358 w 3429066"/>
              <a:gd name="csY1873" fmla="*/ 182847 h 779148"/>
              <a:gd name="csX1874" fmla="*/ 1267978 w 3429066"/>
              <a:gd name="csY1874" fmla="*/ 169245 h 779148"/>
              <a:gd name="csX1875" fmla="*/ 1278531 w 3429066"/>
              <a:gd name="csY1875" fmla="*/ 192686 h 779148"/>
              <a:gd name="csX1876" fmla="*/ 1275560 w 3429066"/>
              <a:gd name="csY1876" fmla="*/ 178789 h 779148"/>
              <a:gd name="csX1877" fmla="*/ 1284742 w 3429066"/>
              <a:gd name="csY1877" fmla="*/ 174731 h 779148"/>
              <a:gd name="csX1878" fmla="*/ 1284656 w 3429066"/>
              <a:gd name="csY1878" fmla="*/ 188428 h 779148"/>
              <a:gd name="csX1879" fmla="*/ 1286237 w 3429066"/>
              <a:gd name="csY1879" fmla="*/ 179361 h 779148"/>
              <a:gd name="csX1880" fmla="*/ 1293933 w 3429066"/>
              <a:gd name="csY1880" fmla="*/ 170626 h 779148"/>
              <a:gd name="csX1881" fmla="*/ 1281827 w 3429066"/>
              <a:gd name="csY1881" fmla="*/ 151700 h 779148"/>
              <a:gd name="csX1882" fmla="*/ 1280189 w 3429066"/>
              <a:gd name="csY1882" fmla="*/ 169883 h 779148"/>
              <a:gd name="csX1883" fmla="*/ 1272445 w 3429066"/>
              <a:gd name="csY1883" fmla="*/ 169321 h 779148"/>
              <a:gd name="csX1884" fmla="*/ 1112234 w 3429066"/>
              <a:gd name="csY1884" fmla="*/ 133202 h 779148"/>
              <a:gd name="csX1885" fmla="*/ 1118187 w 3429066"/>
              <a:gd name="csY1885" fmla="*/ 160996 h 779148"/>
              <a:gd name="csX1886" fmla="*/ 1118359 w 3429066"/>
              <a:gd name="csY1886" fmla="*/ 133555 h 779148"/>
              <a:gd name="csX1887" fmla="*/ 1112234 w 3429066"/>
              <a:gd name="csY1887" fmla="*/ 133202 h 779148"/>
              <a:gd name="csX1888" fmla="*/ 1113415 w 3429066"/>
              <a:gd name="csY1888" fmla="*/ 192724 h 779148"/>
              <a:gd name="csX1889" fmla="*/ 1118007 w 3429066"/>
              <a:gd name="csY1889" fmla="*/ 192972 h 779148"/>
              <a:gd name="csX1890" fmla="*/ 1109005 w 3429066"/>
              <a:gd name="csY1890" fmla="*/ 165073 h 779148"/>
              <a:gd name="csX1891" fmla="*/ 1113415 w 3429066"/>
              <a:gd name="csY1891" fmla="*/ 192724 h 779148"/>
              <a:gd name="csX1892" fmla="*/ 1229430 w 3429066"/>
              <a:gd name="csY1892" fmla="*/ 208145 h 779148"/>
              <a:gd name="csX1893" fmla="*/ 1220372 w 3429066"/>
              <a:gd name="csY1893" fmla="*/ 189371 h 779148"/>
              <a:gd name="csX1894" fmla="*/ 1223315 w 3429066"/>
              <a:gd name="csY1894" fmla="*/ 207831 h 779148"/>
              <a:gd name="csX1895" fmla="*/ 1229430 w 3429066"/>
              <a:gd name="csY1895" fmla="*/ 208145 h 779148"/>
              <a:gd name="csX1896" fmla="*/ 502587 w 3429066"/>
              <a:gd name="csY1896" fmla="*/ 397540 h 779148"/>
              <a:gd name="csX1897" fmla="*/ 493290 w 3429066"/>
              <a:gd name="csY1897" fmla="*/ 419914 h 779148"/>
              <a:gd name="csX1898" fmla="*/ 499472 w 3429066"/>
              <a:gd name="csY1898" fmla="*/ 406503 h 779148"/>
              <a:gd name="csX1899" fmla="*/ 502396 w 3429066"/>
              <a:gd name="csY1899" fmla="*/ 429516 h 779148"/>
              <a:gd name="csX1900" fmla="*/ 502587 w 3429066"/>
              <a:gd name="csY1900" fmla="*/ 397540 h 779148"/>
              <a:gd name="csX1901" fmla="*/ 574319 w 3429066"/>
              <a:gd name="csY1901" fmla="*/ 410532 h 779148"/>
              <a:gd name="csX1902" fmla="*/ 578901 w 3429066"/>
              <a:gd name="csY1902" fmla="*/ 410780 h 779148"/>
              <a:gd name="csX1903" fmla="*/ 580596 w 3429066"/>
              <a:gd name="csY1903" fmla="*/ 383472 h 779148"/>
              <a:gd name="csX1904" fmla="*/ 574319 w 3429066"/>
              <a:gd name="csY1904" fmla="*/ 410532 h 779148"/>
              <a:gd name="csX1905" fmla="*/ 571510 w 3429066"/>
              <a:gd name="csY1905" fmla="*/ 369232 h 779148"/>
              <a:gd name="csX1906" fmla="*/ 579339 w 3429066"/>
              <a:gd name="csY1906" fmla="*/ 337647 h 779148"/>
              <a:gd name="csX1907" fmla="*/ 571510 w 3429066"/>
              <a:gd name="csY1907" fmla="*/ 369232 h 779148"/>
              <a:gd name="csX1908" fmla="*/ 543878 w 3429066"/>
              <a:gd name="csY1908" fmla="*/ 390596 h 779148"/>
              <a:gd name="csX1909" fmla="*/ 542515 w 3429066"/>
              <a:gd name="csY1909" fmla="*/ 363088 h 779148"/>
              <a:gd name="csX1910" fmla="*/ 537801 w 3429066"/>
              <a:gd name="csY1910" fmla="*/ 385691 h 779148"/>
              <a:gd name="csX1911" fmla="*/ 543878 w 3429066"/>
              <a:gd name="csY1911" fmla="*/ 390596 h 779148"/>
              <a:gd name="csX1912" fmla="*/ 545240 w 3429066"/>
              <a:gd name="csY1912" fmla="*/ 418124 h 779148"/>
              <a:gd name="csX1913" fmla="*/ 542106 w 3429066"/>
              <a:gd name="csY1913" fmla="*/ 431678 h 779148"/>
              <a:gd name="csX1914" fmla="*/ 548183 w 3429066"/>
              <a:gd name="csY1914" fmla="*/ 436574 h 779148"/>
              <a:gd name="csX1915" fmla="*/ 545240 w 3429066"/>
              <a:gd name="csY1915" fmla="*/ 418124 h 779148"/>
              <a:gd name="csX1916" fmla="*/ 553183 w 3429066"/>
              <a:gd name="csY1916" fmla="*/ 368232 h 779148"/>
              <a:gd name="csX1917" fmla="*/ 554822 w 3429066"/>
              <a:gd name="csY1917" fmla="*/ 350068 h 779148"/>
              <a:gd name="csX1918" fmla="*/ 548735 w 3429066"/>
              <a:gd name="csY1918" fmla="*/ 345143 h 779148"/>
              <a:gd name="csX1919" fmla="*/ 553183 w 3429066"/>
              <a:gd name="csY1919" fmla="*/ 368232 h 779148"/>
              <a:gd name="csX1920" fmla="*/ 581844 w 3429066"/>
              <a:gd name="csY1920" fmla="*/ 429249 h 779148"/>
              <a:gd name="csX1921" fmla="*/ 565052 w 3429066"/>
              <a:gd name="csY1921" fmla="*/ 428306 h 779148"/>
              <a:gd name="csX1922" fmla="*/ 562080 w 3429066"/>
              <a:gd name="csY1922" fmla="*/ 414466 h 779148"/>
              <a:gd name="csX1923" fmla="*/ 565185 w 3429066"/>
              <a:gd name="csY1923" fmla="*/ 405474 h 779148"/>
              <a:gd name="csX1924" fmla="*/ 556127 w 3429066"/>
              <a:gd name="csY1924" fmla="*/ 386701 h 779148"/>
              <a:gd name="csX1925" fmla="*/ 549935 w 3429066"/>
              <a:gd name="csY1925" fmla="*/ 400093 h 779148"/>
              <a:gd name="csX1926" fmla="*/ 560384 w 3429066"/>
              <a:gd name="csY1926" fmla="*/ 441822 h 779148"/>
              <a:gd name="csX1927" fmla="*/ 557384 w 3429066"/>
              <a:gd name="csY1927" fmla="*/ 432478 h 779148"/>
              <a:gd name="csX1928" fmla="*/ 555993 w 3429066"/>
              <a:gd name="csY1928" fmla="*/ 409542 h 779148"/>
              <a:gd name="csX1929" fmla="*/ 561937 w 3429066"/>
              <a:gd name="csY1929" fmla="*/ 437326 h 779148"/>
              <a:gd name="csX1930" fmla="*/ 581844 w 3429066"/>
              <a:gd name="csY1930" fmla="*/ 429249 h 779148"/>
              <a:gd name="csX1931" fmla="*/ 584378 w 3429066"/>
              <a:gd name="csY1931" fmla="*/ 516260 h 779148"/>
              <a:gd name="csX1932" fmla="*/ 575158 w 3429066"/>
              <a:gd name="csY1932" fmla="*/ 524899 h 779148"/>
              <a:gd name="csX1933" fmla="*/ 584302 w 3429066"/>
              <a:gd name="csY1933" fmla="*/ 529985 h 779148"/>
              <a:gd name="csX1934" fmla="*/ 584378 w 3429066"/>
              <a:gd name="csY1934" fmla="*/ 516260 h 779148"/>
              <a:gd name="csX1935" fmla="*/ 616115 w 3429066"/>
              <a:gd name="csY1935" fmla="*/ 572857 h 779148"/>
              <a:gd name="csX1936" fmla="*/ 605390 w 3429066"/>
              <a:gd name="csY1936" fmla="*/ 576867 h 779148"/>
              <a:gd name="csX1937" fmla="*/ 616115 w 3429066"/>
              <a:gd name="csY1937" fmla="*/ 572857 h 779148"/>
              <a:gd name="csX1938" fmla="*/ 631689 w 3429066"/>
              <a:gd name="csY1938" fmla="*/ 523403 h 779148"/>
              <a:gd name="csX1939" fmla="*/ 611876 w 3429066"/>
              <a:gd name="csY1939" fmla="*/ 517765 h 779148"/>
              <a:gd name="csX1940" fmla="*/ 620973 w 3429066"/>
              <a:gd name="csY1940" fmla="*/ 527385 h 779148"/>
              <a:gd name="csX1941" fmla="*/ 631689 w 3429066"/>
              <a:gd name="csY1941" fmla="*/ 523403 h 779148"/>
              <a:gd name="csX1942" fmla="*/ 653072 w 3429066"/>
              <a:gd name="csY1942" fmla="*/ 524585 h 779148"/>
              <a:gd name="csX1943" fmla="*/ 636270 w 3429066"/>
              <a:gd name="csY1943" fmla="*/ 523661 h 779148"/>
              <a:gd name="csX1944" fmla="*/ 653072 w 3429066"/>
              <a:gd name="csY1944" fmla="*/ 524585 h 779148"/>
              <a:gd name="csX1945" fmla="*/ 658882 w 3429066"/>
              <a:gd name="csY1945" fmla="*/ 575172 h 779148"/>
              <a:gd name="csX1946" fmla="*/ 639023 w 3429066"/>
              <a:gd name="csY1946" fmla="*/ 574086 h 779148"/>
              <a:gd name="csX1947" fmla="*/ 658882 w 3429066"/>
              <a:gd name="csY1947" fmla="*/ 575172 h 779148"/>
              <a:gd name="csX1948" fmla="*/ 602056 w 3429066"/>
              <a:gd name="csY1948" fmla="*/ 370899 h 779148"/>
              <a:gd name="csX1949" fmla="*/ 603618 w 3429066"/>
              <a:gd name="csY1949" fmla="*/ 366422 h 779148"/>
              <a:gd name="csX1950" fmla="*/ 597599 w 3429066"/>
              <a:gd name="csY1950" fmla="*/ 352354 h 779148"/>
              <a:gd name="csX1951" fmla="*/ 602056 w 3429066"/>
              <a:gd name="csY1951" fmla="*/ 370899 h 779148"/>
              <a:gd name="csX1952" fmla="*/ 603085 w 3429066"/>
              <a:gd name="csY1952" fmla="*/ 453261 h 779148"/>
              <a:gd name="csX1953" fmla="*/ 590922 w 3429066"/>
              <a:gd name="csY1953" fmla="*/ 443479 h 779148"/>
              <a:gd name="csX1954" fmla="*/ 584921 w 3429066"/>
              <a:gd name="csY1954" fmla="*/ 424858 h 779148"/>
              <a:gd name="csX1955" fmla="*/ 603085 w 3429066"/>
              <a:gd name="csY1955" fmla="*/ 453261 h 779148"/>
              <a:gd name="csX1956" fmla="*/ 603285 w 3429066"/>
              <a:gd name="csY1956" fmla="*/ 421276 h 779148"/>
              <a:gd name="csX1957" fmla="*/ 597256 w 3429066"/>
              <a:gd name="csY1957" fmla="*/ 407208 h 779148"/>
              <a:gd name="csX1958" fmla="*/ 591093 w 3429066"/>
              <a:gd name="csY1958" fmla="*/ 416038 h 779148"/>
              <a:gd name="csX1959" fmla="*/ 594036 w 3429066"/>
              <a:gd name="csY1959" fmla="*/ 434459 h 779148"/>
              <a:gd name="csX1960" fmla="*/ 603285 w 3429066"/>
              <a:gd name="csY1960" fmla="*/ 421276 h 779148"/>
              <a:gd name="csX1961" fmla="*/ 605228 w 3429066"/>
              <a:gd name="csY1961" fmla="*/ 352763 h 779148"/>
              <a:gd name="csX1962" fmla="*/ 615772 w 3429066"/>
              <a:gd name="csY1962" fmla="*/ 376204 h 779148"/>
              <a:gd name="csX1963" fmla="*/ 612829 w 3429066"/>
              <a:gd name="csY1963" fmla="*/ 357773 h 779148"/>
              <a:gd name="csX1964" fmla="*/ 615963 w 3429066"/>
              <a:gd name="csY1964" fmla="*/ 344229 h 779148"/>
              <a:gd name="csX1965" fmla="*/ 609914 w 3429066"/>
              <a:gd name="csY1965" fmla="*/ 334732 h 779148"/>
              <a:gd name="csX1966" fmla="*/ 605228 w 3429066"/>
              <a:gd name="csY1966" fmla="*/ 352763 h 779148"/>
              <a:gd name="csX1967" fmla="*/ 640175 w 3429066"/>
              <a:gd name="csY1967" fmla="*/ 382100 h 779148"/>
              <a:gd name="csX1968" fmla="*/ 632403 w 3429066"/>
              <a:gd name="csY1968" fmla="*/ 404560 h 779148"/>
              <a:gd name="csX1969" fmla="*/ 623192 w 3429066"/>
              <a:gd name="csY1969" fmla="*/ 413190 h 779148"/>
              <a:gd name="csX1970" fmla="*/ 606523 w 3429066"/>
              <a:gd name="csY1970" fmla="*/ 389425 h 779148"/>
              <a:gd name="csX1971" fmla="*/ 606409 w 3429066"/>
              <a:gd name="csY1971" fmla="*/ 407713 h 779148"/>
              <a:gd name="csX1972" fmla="*/ 613934 w 3429066"/>
              <a:gd name="csY1972" fmla="*/ 426429 h 779148"/>
              <a:gd name="csX1973" fmla="*/ 635394 w 3429066"/>
              <a:gd name="csY1973" fmla="*/ 413838 h 779148"/>
              <a:gd name="csX1974" fmla="*/ 640175 w 3429066"/>
              <a:gd name="csY1974" fmla="*/ 382100 h 779148"/>
              <a:gd name="csX1975" fmla="*/ 657377 w 3429066"/>
              <a:gd name="csY1975" fmla="*/ 319007 h 779148"/>
              <a:gd name="csX1976" fmla="*/ 641985 w 3429066"/>
              <a:gd name="csY1976" fmla="*/ 336475 h 779148"/>
              <a:gd name="csX1977" fmla="*/ 620649 w 3429066"/>
              <a:gd name="csY1977" fmla="*/ 326169 h 779148"/>
              <a:gd name="csX1978" fmla="*/ 622040 w 3429066"/>
              <a:gd name="csY1978" fmla="*/ 349134 h 779148"/>
              <a:gd name="csX1979" fmla="*/ 632784 w 3429066"/>
              <a:gd name="csY1979" fmla="*/ 340562 h 779148"/>
              <a:gd name="csX1980" fmla="*/ 625183 w 3429066"/>
              <a:gd name="csY1980" fmla="*/ 335561 h 779148"/>
              <a:gd name="csX1981" fmla="*/ 637337 w 3429066"/>
              <a:gd name="csY1981" fmla="*/ 345381 h 779148"/>
              <a:gd name="csX1982" fmla="*/ 629536 w 3429066"/>
              <a:gd name="csY1982" fmla="*/ 372366 h 779148"/>
              <a:gd name="csX1983" fmla="*/ 623459 w 3429066"/>
              <a:gd name="csY1983" fmla="*/ 367489 h 779148"/>
              <a:gd name="csX1984" fmla="*/ 627898 w 3429066"/>
              <a:gd name="csY1984" fmla="*/ 390577 h 779148"/>
              <a:gd name="csX1985" fmla="*/ 624783 w 3429066"/>
              <a:gd name="csY1985" fmla="*/ 399578 h 779148"/>
              <a:gd name="csX1986" fmla="*/ 637146 w 3429066"/>
              <a:gd name="csY1986" fmla="*/ 377385 h 779148"/>
              <a:gd name="csX1987" fmla="*/ 641861 w 3429066"/>
              <a:gd name="csY1987" fmla="*/ 354754 h 779148"/>
              <a:gd name="csX1988" fmla="*/ 645024 w 3429066"/>
              <a:gd name="csY1988" fmla="*/ 336637 h 779148"/>
              <a:gd name="csX1989" fmla="*/ 657082 w 3429066"/>
              <a:gd name="csY1989" fmla="*/ 364736 h 779148"/>
              <a:gd name="csX1990" fmla="*/ 657216 w 3429066"/>
              <a:gd name="csY1990" fmla="*/ 341895 h 779148"/>
              <a:gd name="csX1991" fmla="*/ 648110 w 3429066"/>
              <a:gd name="csY1991" fmla="*/ 332246 h 779148"/>
              <a:gd name="csX1992" fmla="*/ 657377 w 3429066"/>
              <a:gd name="csY1992" fmla="*/ 319007 h 779148"/>
              <a:gd name="csX1993" fmla="*/ 664502 w 3429066"/>
              <a:gd name="csY1993" fmla="*/ 401693 h 779148"/>
              <a:gd name="csX1994" fmla="*/ 672113 w 3429066"/>
              <a:gd name="csY1994" fmla="*/ 406675 h 779148"/>
              <a:gd name="csX1995" fmla="*/ 664502 w 3429066"/>
              <a:gd name="csY1995" fmla="*/ 401693 h 779148"/>
              <a:gd name="csX1996" fmla="*/ 673951 w 3429066"/>
              <a:gd name="csY1996" fmla="*/ 356478 h 779148"/>
              <a:gd name="csX1997" fmla="*/ 669284 w 3429066"/>
              <a:gd name="csY1997" fmla="*/ 369965 h 779148"/>
              <a:gd name="csX1998" fmla="*/ 660064 w 3429066"/>
              <a:gd name="csY1998" fmla="*/ 378585 h 779148"/>
              <a:gd name="csX1999" fmla="*/ 672284 w 3429066"/>
              <a:gd name="csY1999" fmla="*/ 379252 h 779148"/>
              <a:gd name="csX2000" fmla="*/ 673951 w 3429066"/>
              <a:gd name="csY2000" fmla="*/ 356478 h 779148"/>
              <a:gd name="csX2001" fmla="*/ 683247 w 3429066"/>
              <a:gd name="csY2001" fmla="*/ 334132 h 779148"/>
              <a:gd name="csX2002" fmla="*/ 674084 w 3429066"/>
              <a:gd name="csY2002" fmla="*/ 333646 h 779148"/>
              <a:gd name="csX2003" fmla="*/ 675561 w 3429066"/>
              <a:gd name="csY2003" fmla="*/ 342848 h 779148"/>
              <a:gd name="csX2004" fmla="*/ 683247 w 3429066"/>
              <a:gd name="csY2004" fmla="*/ 334132 h 779148"/>
              <a:gd name="csX2005" fmla="*/ 693887 w 3429066"/>
              <a:gd name="csY2005" fmla="*/ 343848 h 779148"/>
              <a:gd name="csX2006" fmla="*/ 699945 w 3429066"/>
              <a:gd name="csY2006" fmla="*/ 353325 h 779148"/>
              <a:gd name="csX2007" fmla="*/ 706107 w 3429066"/>
              <a:gd name="csY2007" fmla="*/ 344496 h 779148"/>
              <a:gd name="csX2008" fmla="*/ 703164 w 3429066"/>
              <a:gd name="csY2008" fmla="*/ 326055 h 779148"/>
              <a:gd name="csX2009" fmla="*/ 712327 w 3429066"/>
              <a:gd name="csY2009" fmla="*/ 326541 h 779148"/>
              <a:gd name="csX2010" fmla="*/ 703221 w 3429066"/>
              <a:gd name="csY2010" fmla="*/ 316892 h 779148"/>
              <a:gd name="csX2011" fmla="*/ 686286 w 3429066"/>
              <a:gd name="csY2011" fmla="*/ 338857 h 779148"/>
              <a:gd name="csX2012" fmla="*/ 684667 w 3429066"/>
              <a:gd name="csY2012" fmla="*/ 352496 h 779148"/>
              <a:gd name="csX2013" fmla="*/ 689286 w 3429066"/>
              <a:gd name="csY2013" fmla="*/ 348191 h 779148"/>
              <a:gd name="csX2014" fmla="*/ 695363 w 3429066"/>
              <a:gd name="csY2014" fmla="*/ 353068 h 779148"/>
              <a:gd name="csX2015" fmla="*/ 693887 w 3429066"/>
              <a:gd name="csY2015" fmla="*/ 343848 h 779148"/>
              <a:gd name="csX2016" fmla="*/ 712022 w 3429066"/>
              <a:gd name="csY2016" fmla="*/ 376842 h 779148"/>
              <a:gd name="csX2017" fmla="*/ 702878 w 3429066"/>
              <a:gd name="csY2017" fmla="*/ 371766 h 779148"/>
              <a:gd name="csX2018" fmla="*/ 705831 w 3429066"/>
              <a:gd name="csY2018" fmla="*/ 390215 h 779148"/>
              <a:gd name="csX2019" fmla="*/ 696687 w 3429066"/>
              <a:gd name="csY2019" fmla="*/ 385158 h 779148"/>
              <a:gd name="csX2020" fmla="*/ 696582 w 3429066"/>
              <a:gd name="csY2020" fmla="*/ 403446 h 779148"/>
              <a:gd name="csX2021" fmla="*/ 710413 w 3429066"/>
              <a:gd name="csY2021" fmla="*/ 390482 h 779148"/>
              <a:gd name="csX2022" fmla="*/ 712022 w 3429066"/>
              <a:gd name="csY2022" fmla="*/ 376842 h 779148"/>
              <a:gd name="csX2023" fmla="*/ 718299 w 3429066"/>
              <a:gd name="csY2023" fmla="*/ 349725 h 779148"/>
              <a:gd name="csX2024" fmla="*/ 725767 w 3429066"/>
              <a:gd name="csY2024" fmla="*/ 377585 h 779148"/>
              <a:gd name="csX2025" fmla="*/ 722824 w 3429066"/>
              <a:gd name="csY2025" fmla="*/ 359116 h 779148"/>
              <a:gd name="csX2026" fmla="*/ 728986 w 3429066"/>
              <a:gd name="csY2026" fmla="*/ 350306 h 779148"/>
              <a:gd name="csX2027" fmla="*/ 716794 w 3429066"/>
              <a:gd name="csY2027" fmla="*/ 345076 h 779148"/>
              <a:gd name="csX2028" fmla="*/ 710651 w 3429066"/>
              <a:gd name="csY2028" fmla="*/ 349334 h 779148"/>
              <a:gd name="csX2029" fmla="*/ 718299 w 3429066"/>
              <a:gd name="csY2029" fmla="*/ 349725 h 779148"/>
              <a:gd name="csX2030" fmla="*/ 713356 w 3429066"/>
              <a:gd name="csY2030" fmla="*/ 408923 h 779148"/>
              <a:gd name="csX2031" fmla="*/ 724024 w 3429066"/>
              <a:gd name="csY2031" fmla="*/ 414057 h 779148"/>
              <a:gd name="csX2032" fmla="*/ 713356 w 3429066"/>
              <a:gd name="csY2032" fmla="*/ 408923 h 779148"/>
              <a:gd name="csX2033" fmla="*/ 725462 w 3429066"/>
              <a:gd name="csY2033" fmla="*/ 427877 h 779148"/>
              <a:gd name="csX2034" fmla="*/ 719309 w 3429066"/>
              <a:gd name="csY2034" fmla="*/ 436659 h 779148"/>
              <a:gd name="csX2035" fmla="*/ 714775 w 3429066"/>
              <a:gd name="csY2035" fmla="*/ 427306 h 779148"/>
              <a:gd name="csX2036" fmla="*/ 714670 w 3429066"/>
              <a:gd name="csY2036" fmla="*/ 445594 h 779148"/>
              <a:gd name="csX2037" fmla="*/ 726862 w 3429066"/>
              <a:gd name="csY2037" fmla="*/ 450823 h 779148"/>
              <a:gd name="csX2038" fmla="*/ 725462 w 3429066"/>
              <a:gd name="csY2038" fmla="*/ 427877 h 779148"/>
              <a:gd name="csX2039" fmla="*/ 737959 w 3429066"/>
              <a:gd name="csY2039" fmla="*/ 382805 h 779148"/>
              <a:gd name="csX2040" fmla="*/ 728853 w 3429066"/>
              <a:gd name="csY2040" fmla="*/ 373175 h 779148"/>
              <a:gd name="csX2041" fmla="*/ 737959 w 3429066"/>
              <a:gd name="csY2041" fmla="*/ 382805 h 779148"/>
              <a:gd name="csX2042" fmla="*/ 743817 w 3429066"/>
              <a:gd name="csY2042" fmla="*/ 424277 h 779148"/>
              <a:gd name="csX2043" fmla="*/ 731682 w 3429066"/>
              <a:gd name="csY2043" fmla="*/ 409913 h 779148"/>
              <a:gd name="csX2044" fmla="*/ 743817 w 3429066"/>
              <a:gd name="csY2044" fmla="*/ 424277 h 779148"/>
              <a:gd name="csX2045" fmla="*/ 760695 w 3429066"/>
              <a:gd name="csY2045" fmla="*/ 411485 h 779148"/>
              <a:gd name="csX2046" fmla="*/ 746941 w 3429066"/>
              <a:gd name="csY2046" fmla="*/ 410751 h 779148"/>
              <a:gd name="csX2047" fmla="*/ 760695 w 3429066"/>
              <a:gd name="csY2047" fmla="*/ 411485 h 779148"/>
              <a:gd name="csX2048" fmla="*/ 767077 w 3429066"/>
              <a:gd name="csY2048" fmla="*/ 366098 h 779148"/>
              <a:gd name="csX2049" fmla="*/ 757981 w 3429066"/>
              <a:gd name="csY2049" fmla="*/ 356459 h 779148"/>
              <a:gd name="csX2050" fmla="*/ 767077 w 3429066"/>
              <a:gd name="csY2050" fmla="*/ 366098 h 779148"/>
              <a:gd name="csX2051" fmla="*/ 767334 w 3429066"/>
              <a:gd name="csY2051" fmla="*/ 324950 h 779148"/>
              <a:gd name="csX2052" fmla="*/ 749027 w 3429066"/>
              <a:gd name="csY2052" fmla="*/ 319378 h 779148"/>
              <a:gd name="csX2053" fmla="*/ 756552 w 3429066"/>
              <a:gd name="csY2053" fmla="*/ 338104 h 779148"/>
              <a:gd name="csX2054" fmla="*/ 758028 w 3429066"/>
              <a:gd name="csY2054" fmla="*/ 347315 h 779148"/>
              <a:gd name="csX2055" fmla="*/ 759705 w 3429066"/>
              <a:gd name="csY2055" fmla="*/ 324531 h 779148"/>
              <a:gd name="csX2056" fmla="*/ 767334 w 3429066"/>
              <a:gd name="csY2056" fmla="*/ 324950 h 779148"/>
              <a:gd name="csX2057" fmla="*/ 823808 w 3429066"/>
              <a:gd name="csY2057" fmla="*/ 332561 h 779148"/>
              <a:gd name="csX2058" fmla="*/ 832952 w 3429066"/>
              <a:gd name="csY2058" fmla="*/ 337638 h 779148"/>
              <a:gd name="csX2059" fmla="*/ 823808 w 3429066"/>
              <a:gd name="csY2059" fmla="*/ 332561 h 779148"/>
              <a:gd name="csX2060" fmla="*/ 771334 w 3429066"/>
              <a:gd name="csY2060" fmla="*/ 421200 h 779148"/>
              <a:gd name="csX2061" fmla="*/ 774411 w 3429066"/>
              <a:gd name="csY2061" fmla="*/ 416771 h 779148"/>
              <a:gd name="csX2062" fmla="*/ 768163 w 3429066"/>
              <a:gd name="csY2062" fmla="*/ 439298 h 779148"/>
              <a:gd name="csX2063" fmla="*/ 774278 w 3429066"/>
              <a:gd name="csY2063" fmla="*/ 439631 h 779148"/>
              <a:gd name="csX2064" fmla="*/ 771334 w 3429066"/>
              <a:gd name="csY2064" fmla="*/ 421200 h 779148"/>
              <a:gd name="csX2065" fmla="*/ 776440 w 3429066"/>
              <a:gd name="csY2065" fmla="*/ 334599 h 779148"/>
              <a:gd name="csX2066" fmla="*/ 771973 w 3429066"/>
              <a:gd name="csY2066" fmla="*/ 316044 h 779148"/>
              <a:gd name="csX2067" fmla="*/ 770334 w 3429066"/>
              <a:gd name="csY2067" fmla="*/ 334256 h 779148"/>
              <a:gd name="csX2068" fmla="*/ 776440 w 3429066"/>
              <a:gd name="csY2068" fmla="*/ 334599 h 779148"/>
              <a:gd name="csX2069" fmla="*/ 797300 w 3429066"/>
              <a:gd name="csY2069" fmla="*/ 422581 h 779148"/>
              <a:gd name="csX2070" fmla="*/ 781974 w 3429066"/>
              <a:gd name="csY2070" fmla="*/ 430935 h 779148"/>
              <a:gd name="csX2071" fmla="*/ 788194 w 3429066"/>
              <a:gd name="csY2071" fmla="*/ 412961 h 779148"/>
              <a:gd name="csX2072" fmla="*/ 777392 w 3429066"/>
              <a:gd name="csY2072" fmla="*/ 430668 h 779148"/>
              <a:gd name="csX2073" fmla="*/ 795642 w 3429066"/>
              <a:gd name="csY2073" fmla="*/ 445356 h 779148"/>
              <a:gd name="csX2074" fmla="*/ 797300 w 3429066"/>
              <a:gd name="csY2074" fmla="*/ 422581 h 779148"/>
              <a:gd name="csX2075" fmla="*/ 793128 w 3429066"/>
              <a:gd name="csY2075" fmla="*/ 353782 h 779148"/>
              <a:gd name="csX2076" fmla="*/ 786994 w 3429066"/>
              <a:gd name="csY2076" fmla="*/ 358030 h 779148"/>
              <a:gd name="csX2077" fmla="*/ 793128 w 3429066"/>
              <a:gd name="csY2077" fmla="*/ 353782 h 779148"/>
              <a:gd name="csX2078" fmla="*/ 812959 w 3429066"/>
              <a:gd name="csY2078" fmla="*/ 359440 h 779148"/>
              <a:gd name="csX2079" fmla="*/ 813102 w 3429066"/>
              <a:gd name="csY2079" fmla="*/ 336580 h 779148"/>
              <a:gd name="csX2080" fmla="*/ 819264 w 3429066"/>
              <a:gd name="csY2080" fmla="*/ 327760 h 779148"/>
              <a:gd name="csX2081" fmla="*/ 804024 w 3429066"/>
              <a:gd name="csY2081" fmla="*/ 322350 h 779148"/>
              <a:gd name="csX2082" fmla="*/ 809968 w 3429066"/>
              <a:gd name="csY2082" fmla="*/ 350115 h 779148"/>
              <a:gd name="csX2083" fmla="*/ 803834 w 3429066"/>
              <a:gd name="csY2083" fmla="*/ 354373 h 779148"/>
              <a:gd name="csX2084" fmla="*/ 787108 w 3429066"/>
              <a:gd name="csY2084" fmla="*/ 339762 h 779148"/>
              <a:gd name="csX2085" fmla="*/ 800824 w 3429066"/>
              <a:gd name="csY2085" fmla="*/ 345067 h 779148"/>
              <a:gd name="csX2086" fmla="*/ 796090 w 3429066"/>
              <a:gd name="csY2086" fmla="*/ 372251 h 779148"/>
              <a:gd name="csX2087" fmla="*/ 812959 w 3429066"/>
              <a:gd name="csY2087" fmla="*/ 359440 h 779148"/>
              <a:gd name="csX2088" fmla="*/ 835485 w 3429066"/>
              <a:gd name="csY2088" fmla="*/ 424667 h 779148"/>
              <a:gd name="csX2089" fmla="*/ 829437 w 3429066"/>
              <a:gd name="csY2089" fmla="*/ 415190 h 779148"/>
              <a:gd name="csX2090" fmla="*/ 827818 w 3429066"/>
              <a:gd name="csY2090" fmla="*/ 428839 h 779148"/>
              <a:gd name="csX2091" fmla="*/ 823236 w 3429066"/>
              <a:gd name="csY2091" fmla="*/ 428582 h 779148"/>
              <a:gd name="csX2092" fmla="*/ 823370 w 3429066"/>
              <a:gd name="csY2092" fmla="*/ 405741 h 779148"/>
              <a:gd name="csX2093" fmla="*/ 817235 w 3429066"/>
              <a:gd name="csY2093" fmla="*/ 409970 h 779148"/>
              <a:gd name="csX2094" fmla="*/ 817207 w 3429066"/>
              <a:gd name="csY2094" fmla="*/ 414552 h 779148"/>
              <a:gd name="csX2095" fmla="*/ 806625 w 3429066"/>
              <a:gd name="csY2095" fmla="*/ 395702 h 779148"/>
              <a:gd name="csX2096" fmla="*/ 804815 w 3429066"/>
              <a:gd name="csY2096" fmla="*/ 441317 h 779148"/>
              <a:gd name="csX2097" fmla="*/ 818540 w 3429066"/>
              <a:gd name="csY2097" fmla="*/ 446642 h 779148"/>
              <a:gd name="csX2098" fmla="*/ 821646 w 3429066"/>
              <a:gd name="csY2098" fmla="*/ 437669 h 779148"/>
              <a:gd name="csX2099" fmla="*/ 832285 w 3429066"/>
              <a:gd name="csY2099" fmla="*/ 447375 h 779148"/>
              <a:gd name="csX2100" fmla="*/ 835485 w 3429066"/>
              <a:gd name="csY2100" fmla="*/ 424667 h 779148"/>
              <a:gd name="csX2101" fmla="*/ 834123 w 3429066"/>
              <a:gd name="csY2101" fmla="*/ 397159 h 779148"/>
              <a:gd name="csX2102" fmla="*/ 826513 w 3429066"/>
              <a:gd name="csY2102" fmla="*/ 392168 h 779148"/>
              <a:gd name="csX2103" fmla="*/ 823617 w 3429066"/>
              <a:gd name="csY2103" fmla="*/ 364584 h 779148"/>
              <a:gd name="csX2104" fmla="*/ 820484 w 3429066"/>
              <a:gd name="csY2104" fmla="*/ 378147 h 779148"/>
              <a:gd name="csX2105" fmla="*/ 823532 w 3429066"/>
              <a:gd name="csY2105" fmla="*/ 378319 h 779148"/>
              <a:gd name="csX2106" fmla="*/ 823484 w 3429066"/>
              <a:gd name="csY2106" fmla="*/ 387453 h 779148"/>
              <a:gd name="csX2107" fmla="*/ 812759 w 3429066"/>
              <a:gd name="csY2107" fmla="*/ 391444 h 779148"/>
              <a:gd name="csX2108" fmla="*/ 823446 w 3429066"/>
              <a:gd name="csY2108" fmla="*/ 392016 h 779148"/>
              <a:gd name="csX2109" fmla="*/ 838638 w 3429066"/>
              <a:gd name="csY2109" fmla="*/ 406551 h 779148"/>
              <a:gd name="csX2110" fmla="*/ 834123 w 3429066"/>
              <a:gd name="csY2110" fmla="*/ 397159 h 779148"/>
              <a:gd name="csX2111" fmla="*/ 851135 w 3429066"/>
              <a:gd name="csY2111" fmla="*/ 361469 h 779148"/>
              <a:gd name="csX2112" fmla="*/ 843553 w 3429066"/>
              <a:gd name="csY2112" fmla="*/ 351944 h 779148"/>
              <a:gd name="csX2113" fmla="*/ 854250 w 3429066"/>
              <a:gd name="csY2113" fmla="*/ 352525 h 779148"/>
              <a:gd name="csX2114" fmla="*/ 855907 w 3429066"/>
              <a:gd name="csY2114" fmla="*/ 329722 h 779148"/>
              <a:gd name="csX2115" fmla="*/ 839029 w 3429066"/>
              <a:gd name="csY2115" fmla="*/ 342543 h 779148"/>
              <a:gd name="csX2116" fmla="*/ 842001 w 3429066"/>
              <a:gd name="csY2116" fmla="*/ 356411 h 779148"/>
              <a:gd name="csX2117" fmla="*/ 838895 w 3429066"/>
              <a:gd name="csY2117" fmla="*/ 365393 h 779148"/>
              <a:gd name="csX2118" fmla="*/ 841924 w 3429066"/>
              <a:gd name="csY2118" fmla="*/ 370118 h 779148"/>
              <a:gd name="csX2119" fmla="*/ 843391 w 3429066"/>
              <a:gd name="csY2119" fmla="*/ 379376 h 779148"/>
              <a:gd name="csX2120" fmla="*/ 851135 w 3429066"/>
              <a:gd name="csY2120" fmla="*/ 361469 h 779148"/>
              <a:gd name="csX2121" fmla="*/ 864670 w 3429066"/>
              <a:gd name="csY2121" fmla="*/ 398807 h 779148"/>
              <a:gd name="csX2122" fmla="*/ 849411 w 3429066"/>
              <a:gd name="csY2122" fmla="*/ 393416 h 779148"/>
              <a:gd name="csX2123" fmla="*/ 864670 w 3429066"/>
              <a:gd name="csY2123" fmla="*/ 398807 h 779148"/>
              <a:gd name="csX2124" fmla="*/ 869775 w 3429066"/>
              <a:gd name="csY2124" fmla="*/ 378014 h 779148"/>
              <a:gd name="csX2125" fmla="*/ 872414 w 3429066"/>
              <a:gd name="csY2125" fmla="*/ 380929 h 779148"/>
              <a:gd name="csX2126" fmla="*/ 876938 w 3429066"/>
              <a:gd name="csY2126" fmla="*/ 390330 h 779148"/>
              <a:gd name="csX2127" fmla="*/ 883101 w 3429066"/>
              <a:gd name="csY2127" fmla="*/ 381500 h 779148"/>
              <a:gd name="csX2128" fmla="*/ 873966 w 3429066"/>
              <a:gd name="csY2128" fmla="*/ 376433 h 779148"/>
              <a:gd name="csX2129" fmla="*/ 880167 w 3429066"/>
              <a:gd name="csY2129" fmla="*/ 363069 h 779148"/>
              <a:gd name="csX2130" fmla="*/ 889292 w 3429066"/>
              <a:gd name="csY2130" fmla="*/ 368127 h 779148"/>
              <a:gd name="csX2131" fmla="*/ 872604 w 3429066"/>
              <a:gd name="csY2131" fmla="*/ 348906 h 779148"/>
              <a:gd name="csX2132" fmla="*/ 874185 w 3429066"/>
              <a:gd name="csY2132" fmla="*/ 339885 h 779148"/>
              <a:gd name="csX2133" fmla="*/ 866546 w 3429066"/>
              <a:gd name="csY2133" fmla="*/ 339457 h 779148"/>
              <a:gd name="csX2134" fmla="*/ 871023 w 3429066"/>
              <a:gd name="csY2134" fmla="*/ 357992 h 779148"/>
              <a:gd name="csX2135" fmla="*/ 863384 w 3429066"/>
              <a:gd name="csY2135" fmla="*/ 357602 h 779148"/>
              <a:gd name="csX2136" fmla="*/ 870937 w 3429066"/>
              <a:gd name="csY2136" fmla="*/ 371689 h 779148"/>
              <a:gd name="csX2137" fmla="*/ 869775 w 3429066"/>
              <a:gd name="csY2137" fmla="*/ 378014 h 779148"/>
              <a:gd name="csX2138" fmla="*/ 869775 w 3429066"/>
              <a:gd name="csY2138" fmla="*/ 378014 h 779148"/>
              <a:gd name="csX2139" fmla="*/ 893712 w 3429066"/>
              <a:gd name="csY2139" fmla="*/ 395778 h 779148"/>
              <a:gd name="csX2140" fmla="*/ 887539 w 3429066"/>
              <a:gd name="csY2140" fmla="*/ 404589 h 779148"/>
              <a:gd name="csX2141" fmla="*/ 869251 w 3429066"/>
              <a:gd name="csY2141" fmla="*/ 399064 h 779148"/>
              <a:gd name="csX2142" fmla="*/ 870661 w 3429066"/>
              <a:gd name="csY2142" fmla="*/ 417428 h 779148"/>
              <a:gd name="csX2143" fmla="*/ 893607 w 3429066"/>
              <a:gd name="csY2143" fmla="*/ 414085 h 779148"/>
              <a:gd name="csX2144" fmla="*/ 893712 w 3429066"/>
              <a:gd name="csY2144" fmla="*/ 395778 h 779148"/>
              <a:gd name="csX2145" fmla="*/ 934898 w 3429066"/>
              <a:gd name="csY2145" fmla="*/ 407160 h 779148"/>
              <a:gd name="csX2146" fmla="*/ 933460 w 3429066"/>
              <a:gd name="csY2146" fmla="*/ 393368 h 779148"/>
              <a:gd name="csX2147" fmla="*/ 927259 w 3429066"/>
              <a:gd name="csY2147" fmla="*/ 406741 h 779148"/>
              <a:gd name="csX2148" fmla="*/ 934898 w 3429066"/>
              <a:gd name="csY2148" fmla="*/ 407160 h 779148"/>
              <a:gd name="csX2149" fmla="*/ 951938 w 3429066"/>
              <a:gd name="csY2149" fmla="*/ 366936 h 779148"/>
              <a:gd name="csX2150" fmla="*/ 942756 w 3429066"/>
              <a:gd name="csY2150" fmla="*/ 371003 h 779148"/>
              <a:gd name="csX2151" fmla="*/ 951938 w 3429066"/>
              <a:gd name="csY2151" fmla="*/ 366936 h 779148"/>
              <a:gd name="csX2152" fmla="*/ 985733 w 3429066"/>
              <a:gd name="csY2152" fmla="*/ 336742 h 779148"/>
              <a:gd name="csX2153" fmla="*/ 979627 w 3429066"/>
              <a:gd name="csY2153" fmla="*/ 336409 h 779148"/>
              <a:gd name="csX2154" fmla="*/ 985733 w 3429066"/>
              <a:gd name="csY2154" fmla="*/ 336742 h 779148"/>
              <a:gd name="csX2155" fmla="*/ 986990 w 3429066"/>
              <a:gd name="csY2155" fmla="*/ 382548 h 779148"/>
              <a:gd name="csX2156" fmla="*/ 971750 w 3429066"/>
              <a:gd name="csY2156" fmla="*/ 377147 h 779148"/>
              <a:gd name="csX2157" fmla="*/ 986990 w 3429066"/>
              <a:gd name="csY2157" fmla="*/ 382548 h 779148"/>
              <a:gd name="csX2158" fmla="*/ 1015651 w 3429066"/>
              <a:gd name="csY2158" fmla="*/ 443546 h 779148"/>
              <a:gd name="csX2159" fmla="*/ 1009593 w 3429066"/>
              <a:gd name="csY2159" fmla="*/ 434040 h 779148"/>
              <a:gd name="csX2160" fmla="*/ 1009517 w 3429066"/>
              <a:gd name="csY2160" fmla="*/ 447785 h 779148"/>
              <a:gd name="csX2161" fmla="*/ 1015651 w 3429066"/>
              <a:gd name="csY2161" fmla="*/ 443546 h 779148"/>
              <a:gd name="csX2162" fmla="*/ 1027976 w 3429066"/>
              <a:gd name="csY2162" fmla="*/ 425925 h 779148"/>
              <a:gd name="csX2163" fmla="*/ 1017175 w 3429066"/>
              <a:gd name="csY2163" fmla="*/ 443603 h 779148"/>
              <a:gd name="csX2164" fmla="*/ 1023290 w 3429066"/>
              <a:gd name="csY2164" fmla="*/ 443936 h 779148"/>
              <a:gd name="csX2165" fmla="*/ 1021785 w 3429066"/>
              <a:gd name="csY2165" fmla="*/ 439269 h 779148"/>
              <a:gd name="csX2166" fmla="*/ 1027976 w 3429066"/>
              <a:gd name="csY2166" fmla="*/ 425925 h 779148"/>
              <a:gd name="csX2167" fmla="*/ 1049245 w 3429066"/>
              <a:gd name="csY2167" fmla="*/ 445356 h 779148"/>
              <a:gd name="csX2168" fmla="*/ 1040082 w 3429066"/>
              <a:gd name="csY2168" fmla="*/ 444860 h 779148"/>
              <a:gd name="csX2169" fmla="*/ 1027833 w 3429066"/>
              <a:gd name="csY2169" fmla="*/ 448794 h 779148"/>
              <a:gd name="csX2170" fmla="*/ 1049245 w 3429066"/>
              <a:gd name="csY2170" fmla="*/ 445356 h 779148"/>
              <a:gd name="csX2171" fmla="*/ 1061761 w 3429066"/>
              <a:gd name="csY2171" fmla="*/ 395711 h 779148"/>
              <a:gd name="csX2172" fmla="*/ 1052570 w 3429066"/>
              <a:gd name="csY2172" fmla="*/ 399788 h 779148"/>
              <a:gd name="csX2173" fmla="*/ 1061761 w 3429066"/>
              <a:gd name="csY2173" fmla="*/ 395711 h 779148"/>
              <a:gd name="csX2174" fmla="*/ 977132 w 3429066"/>
              <a:gd name="csY2174" fmla="*/ 496343 h 779148"/>
              <a:gd name="csX2175" fmla="*/ 964968 w 3429066"/>
              <a:gd name="csY2175" fmla="*/ 486523 h 779148"/>
              <a:gd name="csX2176" fmla="*/ 977132 w 3429066"/>
              <a:gd name="csY2176" fmla="*/ 496343 h 779148"/>
              <a:gd name="csX2177" fmla="*/ 993915 w 3429066"/>
              <a:gd name="csY2177" fmla="*/ 501810 h 779148"/>
              <a:gd name="csX2178" fmla="*/ 983247 w 3429066"/>
              <a:gd name="csY2178" fmla="*/ 496686 h 779148"/>
              <a:gd name="csX2179" fmla="*/ 983132 w 3429066"/>
              <a:gd name="csY2179" fmla="*/ 514945 h 779148"/>
              <a:gd name="csX2180" fmla="*/ 993915 w 3429066"/>
              <a:gd name="csY2180" fmla="*/ 501810 h 779148"/>
              <a:gd name="csX2181" fmla="*/ 1011993 w 3429066"/>
              <a:gd name="csY2181" fmla="*/ 543949 h 779148"/>
              <a:gd name="csX2182" fmla="*/ 1006040 w 3429066"/>
              <a:gd name="csY2182" fmla="*/ 516164 h 779148"/>
              <a:gd name="csX2183" fmla="*/ 1011993 w 3429066"/>
              <a:gd name="csY2183" fmla="*/ 543949 h 779148"/>
              <a:gd name="csX2184" fmla="*/ 1016699 w 3429066"/>
              <a:gd name="csY2184" fmla="*/ 521318 h 779148"/>
              <a:gd name="csX2185" fmla="*/ 1012288 w 3429066"/>
              <a:gd name="csY2185" fmla="*/ 493647 h 779148"/>
              <a:gd name="csX2186" fmla="*/ 1016699 w 3429066"/>
              <a:gd name="csY2186" fmla="*/ 521318 h 779148"/>
              <a:gd name="csX2187" fmla="*/ 1058056 w 3429066"/>
              <a:gd name="csY2187" fmla="*/ 505268 h 779148"/>
              <a:gd name="csX2188" fmla="*/ 1059494 w 3429066"/>
              <a:gd name="csY2188" fmla="*/ 519070 h 779148"/>
              <a:gd name="csX2189" fmla="*/ 1065628 w 3429066"/>
              <a:gd name="csY2189" fmla="*/ 514821 h 779148"/>
              <a:gd name="csX2190" fmla="*/ 1058056 w 3429066"/>
              <a:gd name="csY2190" fmla="*/ 505268 h 779148"/>
              <a:gd name="csX2191" fmla="*/ 1069915 w 3429066"/>
              <a:gd name="csY2191" fmla="*/ 565380 h 779148"/>
              <a:gd name="csX2192" fmla="*/ 1068495 w 3429066"/>
              <a:gd name="csY2192" fmla="*/ 546997 h 779148"/>
              <a:gd name="csX2193" fmla="*/ 1063943 w 3429066"/>
              <a:gd name="csY2193" fmla="*/ 542177 h 779148"/>
              <a:gd name="csX2194" fmla="*/ 1067076 w 3429066"/>
              <a:gd name="csY2194" fmla="*/ 528614 h 779148"/>
              <a:gd name="csX2195" fmla="*/ 1044140 w 3429066"/>
              <a:gd name="csY2195" fmla="*/ 531967 h 779148"/>
              <a:gd name="csX2196" fmla="*/ 1035082 w 3429066"/>
              <a:gd name="csY2196" fmla="*/ 513174 h 779148"/>
              <a:gd name="csX2197" fmla="*/ 1045912 w 3429066"/>
              <a:gd name="csY2197" fmla="*/ 490876 h 779148"/>
              <a:gd name="csX2198" fmla="*/ 1030462 w 3429066"/>
              <a:gd name="csY2198" fmla="*/ 517488 h 779148"/>
              <a:gd name="csX2199" fmla="*/ 1033463 w 3429066"/>
              <a:gd name="csY2199" fmla="*/ 526813 h 779148"/>
              <a:gd name="csX2200" fmla="*/ 1025833 w 3429066"/>
              <a:gd name="csY2200" fmla="*/ 526375 h 779148"/>
              <a:gd name="csX2201" fmla="*/ 1030434 w 3429066"/>
              <a:gd name="csY2201" fmla="*/ 522099 h 779148"/>
              <a:gd name="csX2202" fmla="*/ 1022880 w 3429066"/>
              <a:gd name="csY2202" fmla="*/ 507925 h 779148"/>
              <a:gd name="csX2203" fmla="*/ 1021432 w 3429066"/>
              <a:gd name="csY2203" fmla="*/ 494152 h 779148"/>
              <a:gd name="csX2204" fmla="*/ 1018242 w 3429066"/>
              <a:gd name="csY2204" fmla="*/ 516860 h 779148"/>
              <a:gd name="csX2205" fmla="*/ 1024328 w 3429066"/>
              <a:gd name="csY2205" fmla="*/ 521765 h 779148"/>
              <a:gd name="csX2206" fmla="*/ 1019499 w 3429066"/>
              <a:gd name="csY2206" fmla="*/ 562656 h 779148"/>
              <a:gd name="csX2207" fmla="*/ 1025614 w 3429066"/>
              <a:gd name="csY2207" fmla="*/ 562980 h 779148"/>
              <a:gd name="csX2208" fmla="*/ 1024195 w 3429066"/>
              <a:gd name="csY2208" fmla="*/ 544625 h 779148"/>
              <a:gd name="csX2209" fmla="*/ 1030272 w 3429066"/>
              <a:gd name="csY2209" fmla="*/ 549493 h 779148"/>
              <a:gd name="csX2210" fmla="*/ 1027195 w 3429066"/>
              <a:gd name="csY2210" fmla="*/ 553903 h 779148"/>
              <a:gd name="csX2211" fmla="*/ 1040949 w 3429066"/>
              <a:gd name="csY2211" fmla="*/ 554645 h 779148"/>
              <a:gd name="csX2212" fmla="*/ 1050141 w 3429066"/>
              <a:gd name="csY2212" fmla="*/ 550569 h 779148"/>
              <a:gd name="csX2213" fmla="*/ 1034977 w 3429066"/>
              <a:gd name="csY2213" fmla="*/ 531471 h 779148"/>
              <a:gd name="csX2214" fmla="*/ 1047112 w 3429066"/>
              <a:gd name="csY2214" fmla="*/ 545863 h 779148"/>
              <a:gd name="csX2215" fmla="*/ 1060857 w 3429066"/>
              <a:gd name="csY2215" fmla="*/ 546578 h 779148"/>
              <a:gd name="csX2216" fmla="*/ 1053141 w 3429066"/>
              <a:gd name="csY2216" fmla="*/ 559875 h 779148"/>
              <a:gd name="csX2217" fmla="*/ 1069915 w 3429066"/>
              <a:gd name="csY2217" fmla="*/ 565380 h 779148"/>
              <a:gd name="csX2218" fmla="*/ 1099566 w 3429066"/>
              <a:gd name="csY2218" fmla="*/ 461777 h 779148"/>
              <a:gd name="csX2219" fmla="*/ 1089012 w 3429066"/>
              <a:gd name="csY2219" fmla="*/ 438336 h 779148"/>
              <a:gd name="csX2220" fmla="*/ 1092003 w 3429066"/>
              <a:gd name="csY2220" fmla="*/ 447670 h 779148"/>
              <a:gd name="csX2221" fmla="*/ 1081288 w 3429066"/>
              <a:gd name="csY2221" fmla="*/ 451652 h 779148"/>
              <a:gd name="csX2222" fmla="*/ 1078344 w 3429066"/>
              <a:gd name="csY2222" fmla="*/ 433183 h 779148"/>
              <a:gd name="csX2223" fmla="*/ 1067629 w 3429066"/>
              <a:gd name="csY2223" fmla="*/ 437174 h 779148"/>
              <a:gd name="csX2224" fmla="*/ 1067495 w 3429066"/>
              <a:gd name="csY2224" fmla="*/ 460034 h 779148"/>
              <a:gd name="csX2225" fmla="*/ 1099566 w 3429066"/>
              <a:gd name="csY2225" fmla="*/ 461777 h 779148"/>
              <a:gd name="csX2226" fmla="*/ 1142438 w 3429066"/>
              <a:gd name="csY2226" fmla="*/ 445813 h 779148"/>
              <a:gd name="csX2227" fmla="*/ 1128665 w 3429066"/>
              <a:gd name="csY2227" fmla="*/ 449642 h 779148"/>
              <a:gd name="csX2228" fmla="*/ 1133332 w 3429066"/>
              <a:gd name="csY2228" fmla="*/ 436155 h 779148"/>
              <a:gd name="csX2229" fmla="*/ 1130303 w 3429066"/>
              <a:gd name="csY2229" fmla="*/ 431430 h 779148"/>
              <a:gd name="csX2230" fmla="*/ 1127246 w 3429066"/>
              <a:gd name="csY2230" fmla="*/ 431268 h 779148"/>
              <a:gd name="csX2231" fmla="*/ 1125607 w 3429066"/>
              <a:gd name="csY2231" fmla="*/ 449471 h 779148"/>
              <a:gd name="csX2232" fmla="*/ 1113396 w 3429066"/>
              <a:gd name="csY2232" fmla="*/ 448813 h 779148"/>
              <a:gd name="csX2233" fmla="*/ 1113473 w 3429066"/>
              <a:gd name="csY2233" fmla="*/ 435088 h 779148"/>
              <a:gd name="csX2234" fmla="*/ 1096642 w 3429066"/>
              <a:gd name="csY2234" fmla="*/ 438755 h 779148"/>
              <a:gd name="csX2235" fmla="*/ 1104148 w 3429066"/>
              <a:gd name="csY2235" fmla="*/ 462034 h 779148"/>
              <a:gd name="csX2236" fmla="*/ 1117968 w 3429066"/>
              <a:gd name="csY2236" fmla="*/ 449061 h 779148"/>
              <a:gd name="csX2237" fmla="*/ 1142438 w 3429066"/>
              <a:gd name="csY2237" fmla="*/ 445813 h 779148"/>
              <a:gd name="csX2238" fmla="*/ 1173718 w 3429066"/>
              <a:gd name="csY2238" fmla="*/ 580115 h 779148"/>
              <a:gd name="csX2239" fmla="*/ 1166032 w 3429066"/>
              <a:gd name="csY2239" fmla="*/ 588831 h 779148"/>
              <a:gd name="csX2240" fmla="*/ 1173632 w 3429066"/>
              <a:gd name="csY2240" fmla="*/ 593812 h 779148"/>
              <a:gd name="csX2241" fmla="*/ 1173718 w 3429066"/>
              <a:gd name="csY2241" fmla="*/ 580115 h 779148"/>
              <a:gd name="csX2242" fmla="*/ 1183396 w 3429066"/>
              <a:gd name="csY2242" fmla="*/ 493771 h 779148"/>
              <a:gd name="csX2243" fmla="*/ 1174271 w 3429066"/>
              <a:gd name="csY2243" fmla="*/ 488704 h 779148"/>
              <a:gd name="csX2244" fmla="*/ 1183396 w 3429066"/>
              <a:gd name="csY2244" fmla="*/ 493771 h 779148"/>
              <a:gd name="csX2245" fmla="*/ 1185177 w 3429066"/>
              <a:gd name="csY2245" fmla="*/ 452690 h 779148"/>
              <a:gd name="csX2246" fmla="*/ 1182262 w 3429066"/>
              <a:gd name="csY2246" fmla="*/ 429678 h 779148"/>
              <a:gd name="csX2247" fmla="*/ 1165431 w 3429066"/>
              <a:gd name="csY2247" fmla="*/ 433335 h 779148"/>
              <a:gd name="csX2248" fmla="*/ 1163793 w 3429066"/>
              <a:gd name="csY2248" fmla="*/ 451537 h 779148"/>
              <a:gd name="csX2249" fmla="*/ 1151715 w 3429066"/>
              <a:gd name="csY2249" fmla="*/ 428030 h 779148"/>
              <a:gd name="csX2250" fmla="*/ 1146962 w 3429066"/>
              <a:gd name="csY2250" fmla="*/ 455214 h 779148"/>
              <a:gd name="csX2251" fmla="*/ 1153135 w 3429066"/>
              <a:gd name="csY2251" fmla="*/ 446375 h 779148"/>
              <a:gd name="csX2252" fmla="*/ 1166803 w 3429066"/>
              <a:gd name="csY2252" fmla="*/ 460843 h 779148"/>
              <a:gd name="csX2253" fmla="*/ 1185177 w 3429066"/>
              <a:gd name="csY2253" fmla="*/ 452690 h 779148"/>
              <a:gd name="csX2254" fmla="*/ 1186844 w 3429066"/>
              <a:gd name="csY2254" fmla="*/ 429906 h 779148"/>
              <a:gd name="csX2255" fmla="*/ 1186796 w 3429066"/>
              <a:gd name="csY2255" fmla="*/ 439031 h 779148"/>
              <a:gd name="csX2256" fmla="*/ 1194340 w 3429066"/>
              <a:gd name="csY2256" fmla="*/ 453185 h 779148"/>
              <a:gd name="csX2257" fmla="*/ 1186844 w 3429066"/>
              <a:gd name="csY2257" fmla="*/ 429906 h 779148"/>
              <a:gd name="csX2258" fmla="*/ 1868567 w 3429066"/>
              <a:gd name="csY2258" fmla="*/ 626807 h 779148"/>
              <a:gd name="csX2259" fmla="*/ 1873187 w 3429066"/>
              <a:gd name="csY2259" fmla="*/ 622463 h 779148"/>
              <a:gd name="csX2260" fmla="*/ 1870243 w 3429066"/>
              <a:gd name="csY2260" fmla="*/ 604004 h 779148"/>
              <a:gd name="csX2261" fmla="*/ 1868567 w 3429066"/>
              <a:gd name="csY2261" fmla="*/ 626807 h 779148"/>
              <a:gd name="csX2262" fmla="*/ 1792891 w 3429066"/>
              <a:gd name="csY2262" fmla="*/ 508402 h 779148"/>
              <a:gd name="csX2263" fmla="*/ 1808198 w 3429066"/>
              <a:gd name="csY2263" fmla="*/ 504630 h 779148"/>
              <a:gd name="csX2264" fmla="*/ 1792891 w 3429066"/>
              <a:gd name="csY2264" fmla="*/ 508402 h 779148"/>
              <a:gd name="csX2265" fmla="*/ 1720406 w 3429066"/>
              <a:gd name="csY2265" fmla="*/ 623349 h 779148"/>
              <a:gd name="csX2266" fmla="*/ 1729540 w 3429066"/>
              <a:gd name="csY2266" fmla="*/ 628436 h 779148"/>
              <a:gd name="csX2267" fmla="*/ 1720406 w 3429066"/>
              <a:gd name="csY2267" fmla="*/ 623349 h 779148"/>
              <a:gd name="csX2268" fmla="*/ 1697460 w 3429066"/>
              <a:gd name="csY2268" fmla="*/ 626712 h 779148"/>
              <a:gd name="csX2269" fmla="*/ 1709709 w 3429066"/>
              <a:gd name="csY2269" fmla="*/ 622778 h 779148"/>
              <a:gd name="csX2270" fmla="*/ 1697460 w 3429066"/>
              <a:gd name="csY2270" fmla="*/ 626712 h 779148"/>
              <a:gd name="csX2271" fmla="*/ 1550841 w 3429066"/>
              <a:gd name="csY2271" fmla="*/ 618768 h 779148"/>
              <a:gd name="csX2272" fmla="*/ 1554032 w 3429066"/>
              <a:gd name="csY2272" fmla="*/ 596089 h 779148"/>
              <a:gd name="csX2273" fmla="*/ 1547927 w 3429066"/>
              <a:gd name="csY2273" fmla="*/ 595755 h 779148"/>
              <a:gd name="csX2274" fmla="*/ 1550841 w 3429066"/>
              <a:gd name="csY2274" fmla="*/ 618768 h 779148"/>
              <a:gd name="csX2275" fmla="*/ 1481166 w 3429066"/>
              <a:gd name="csY2275" fmla="*/ 518984 h 779148"/>
              <a:gd name="csX2276" fmla="*/ 1491786 w 3429066"/>
              <a:gd name="csY2276" fmla="*/ 533252 h 779148"/>
              <a:gd name="csX2277" fmla="*/ 1490386 w 3429066"/>
              <a:gd name="csY2277" fmla="*/ 510335 h 779148"/>
              <a:gd name="csX2278" fmla="*/ 1481166 w 3429066"/>
              <a:gd name="csY2278" fmla="*/ 518984 h 779148"/>
              <a:gd name="csX2279" fmla="*/ 1456039 w 3429066"/>
              <a:gd name="csY2279" fmla="*/ 631941 h 779148"/>
              <a:gd name="csX2280" fmla="*/ 1462097 w 3429066"/>
              <a:gd name="csY2280" fmla="*/ 641418 h 779148"/>
              <a:gd name="csX2281" fmla="*/ 1457649 w 3429066"/>
              <a:gd name="csY2281" fmla="*/ 618311 h 779148"/>
              <a:gd name="csX2282" fmla="*/ 1460811 w 3429066"/>
              <a:gd name="csY2282" fmla="*/ 600194 h 779148"/>
              <a:gd name="csX2283" fmla="*/ 1456039 w 3429066"/>
              <a:gd name="csY2283" fmla="*/ 631941 h 779148"/>
              <a:gd name="csX2284" fmla="*/ 1369066 w 3429066"/>
              <a:gd name="csY2284" fmla="*/ 613529 h 779148"/>
              <a:gd name="csX2285" fmla="*/ 1378277 w 3429066"/>
              <a:gd name="csY2285" fmla="*/ 604871 h 779148"/>
              <a:gd name="csX2286" fmla="*/ 1369066 w 3429066"/>
              <a:gd name="csY2286" fmla="*/ 613529 h 779148"/>
              <a:gd name="csX2287" fmla="*/ 1329909 w 3429066"/>
              <a:gd name="csY2287" fmla="*/ 519955 h 779148"/>
              <a:gd name="csX2288" fmla="*/ 1337548 w 3429066"/>
              <a:gd name="csY2288" fmla="*/ 520355 h 779148"/>
              <a:gd name="csX2289" fmla="*/ 1329909 w 3429066"/>
              <a:gd name="csY2289" fmla="*/ 519955 h 779148"/>
              <a:gd name="csX2290" fmla="*/ 1317279 w 3429066"/>
              <a:gd name="csY2290" fmla="*/ 587869 h 779148"/>
              <a:gd name="csX2291" fmla="*/ 1326490 w 3429066"/>
              <a:gd name="csY2291" fmla="*/ 579229 h 779148"/>
              <a:gd name="csX2292" fmla="*/ 1317279 w 3429066"/>
              <a:gd name="csY2292" fmla="*/ 587869 h 779148"/>
              <a:gd name="csX2293" fmla="*/ 1292924 w 3429066"/>
              <a:gd name="csY2293" fmla="*/ 572838 h 779148"/>
              <a:gd name="csX2294" fmla="*/ 1302191 w 3429066"/>
              <a:gd name="csY2294" fmla="*/ 555045 h 779148"/>
              <a:gd name="csX2295" fmla="*/ 1292924 w 3429066"/>
              <a:gd name="csY2295" fmla="*/ 572838 h 779148"/>
              <a:gd name="csX2296" fmla="*/ 1258214 w 3429066"/>
              <a:gd name="csY2296" fmla="*/ 502344 h 779148"/>
              <a:gd name="csX2297" fmla="*/ 1268797 w 3429066"/>
              <a:gd name="csY2297" fmla="*/ 521213 h 779148"/>
              <a:gd name="csX2298" fmla="*/ 1258214 w 3429066"/>
              <a:gd name="csY2298" fmla="*/ 502344 h 779148"/>
              <a:gd name="csX2299" fmla="*/ 1228649 w 3429066"/>
              <a:gd name="csY2299" fmla="*/ 592222 h 779148"/>
              <a:gd name="csX2300" fmla="*/ 1243832 w 3429066"/>
              <a:gd name="csY2300" fmla="*/ 606747 h 779148"/>
              <a:gd name="csX2301" fmla="*/ 1239298 w 3429066"/>
              <a:gd name="csY2301" fmla="*/ 597336 h 779148"/>
              <a:gd name="csX2302" fmla="*/ 1228649 w 3429066"/>
              <a:gd name="csY2302" fmla="*/ 592222 h 779148"/>
              <a:gd name="csX2303" fmla="*/ 1205008 w 3429066"/>
              <a:gd name="csY2303" fmla="*/ 458348 h 779148"/>
              <a:gd name="csX2304" fmla="*/ 1218914 w 3429066"/>
              <a:gd name="csY2304" fmla="*/ 431659 h 779148"/>
              <a:gd name="csX2305" fmla="*/ 1205170 w 3429066"/>
              <a:gd name="csY2305" fmla="*/ 430916 h 779148"/>
              <a:gd name="csX2306" fmla="*/ 1205008 w 3429066"/>
              <a:gd name="csY2306" fmla="*/ 458348 h 779148"/>
              <a:gd name="csX2307" fmla="*/ 1243308 w 3429066"/>
              <a:gd name="csY2307" fmla="*/ 442079 h 779148"/>
              <a:gd name="csX2308" fmla="*/ 1231135 w 3429066"/>
              <a:gd name="csY2308" fmla="*/ 432297 h 779148"/>
              <a:gd name="csX2309" fmla="*/ 1225001 w 3429066"/>
              <a:gd name="csY2309" fmla="*/ 436564 h 779148"/>
              <a:gd name="csX2310" fmla="*/ 1220505 w 3429066"/>
              <a:gd name="csY2310" fmla="*/ 422572 h 779148"/>
              <a:gd name="csX2311" fmla="*/ 1223420 w 3429066"/>
              <a:gd name="csY2311" fmla="*/ 445613 h 779148"/>
              <a:gd name="csX2312" fmla="*/ 1214171 w 3429066"/>
              <a:gd name="csY2312" fmla="*/ 458834 h 779148"/>
              <a:gd name="csX2313" fmla="*/ 1243308 w 3429066"/>
              <a:gd name="csY2313" fmla="*/ 442079 h 779148"/>
              <a:gd name="csX2314" fmla="*/ 1324213 w 3429066"/>
              <a:gd name="csY2314" fmla="*/ 451061 h 779148"/>
              <a:gd name="csX2315" fmla="*/ 1322737 w 3429066"/>
              <a:gd name="csY2315" fmla="*/ 441850 h 779148"/>
              <a:gd name="csX2316" fmla="*/ 1315098 w 3429066"/>
              <a:gd name="csY2316" fmla="*/ 441412 h 779148"/>
              <a:gd name="csX2317" fmla="*/ 1324213 w 3429066"/>
              <a:gd name="csY2317" fmla="*/ 451061 h 779148"/>
              <a:gd name="csX2318" fmla="*/ 1353283 w 3429066"/>
              <a:gd name="csY2318" fmla="*/ 443498 h 779148"/>
              <a:gd name="csX2319" fmla="*/ 1347121 w 3429066"/>
              <a:gd name="csY2319" fmla="*/ 452309 h 779148"/>
              <a:gd name="csX2320" fmla="*/ 1353198 w 3429066"/>
              <a:gd name="csY2320" fmla="*/ 457205 h 779148"/>
              <a:gd name="csX2321" fmla="*/ 1353283 w 3429066"/>
              <a:gd name="csY2321" fmla="*/ 443498 h 779148"/>
              <a:gd name="csX2322" fmla="*/ 1363952 w 3429066"/>
              <a:gd name="csY2322" fmla="*/ 448623 h 779148"/>
              <a:gd name="csX2323" fmla="*/ 1354941 w 3429066"/>
              <a:gd name="csY2323" fmla="*/ 420715 h 779148"/>
              <a:gd name="csX2324" fmla="*/ 1357894 w 3429066"/>
              <a:gd name="csY2324" fmla="*/ 439174 h 779148"/>
              <a:gd name="csX2325" fmla="*/ 1357846 w 3429066"/>
              <a:gd name="csY2325" fmla="*/ 448299 h 779148"/>
              <a:gd name="csX2326" fmla="*/ 1363952 w 3429066"/>
              <a:gd name="csY2326" fmla="*/ 448623 h 779148"/>
              <a:gd name="csX2327" fmla="*/ 1466450 w 3429066"/>
              <a:gd name="csY2327" fmla="*/ 426734 h 779148"/>
              <a:gd name="csX2328" fmla="*/ 1457230 w 3429066"/>
              <a:gd name="csY2328" fmla="*/ 435374 h 779148"/>
              <a:gd name="csX2329" fmla="*/ 1466345 w 3429066"/>
              <a:gd name="csY2329" fmla="*/ 445032 h 779148"/>
              <a:gd name="csX2330" fmla="*/ 1466450 w 3429066"/>
              <a:gd name="csY2330" fmla="*/ 426734 h 779148"/>
              <a:gd name="csX2331" fmla="*/ 2043456 w 3429066"/>
              <a:gd name="csY2331" fmla="*/ 508192 h 779148"/>
              <a:gd name="csX2332" fmla="*/ 2035712 w 3429066"/>
              <a:gd name="csY2332" fmla="*/ 526070 h 779148"/>
              <a:gd name="csX2333" fmla="*/ 2041760 w 3429066"/>
              <a:gd name="csY2333" fmla="*/ 535567 h 779148"/>
              <a:gd name="csX2334" fmla="*/ 2043456 w 3429066"/>
              <a:gd name="csY2334" fmla="*/ 508192 h 779148"/>
              <a:gd name="csX2335" fmla="*/ 2077117 w 3429066"/>
              <a:gd name="csY2335" fmla="*/ 500886 h 779148"/>
              <a:gd name="csX2336" fmla="*/ 2075641 w 3429066"/>
              <a:gd name="csY2336" fmla="*/ 491619 h 779148"/>
              <a:gd name="csX2337" fmla="*/ 2067925 w 3429066"/>
              <a:gd name="csY2337" fmla="*/ 504963 h 779148"/>
              <a:gd name="csX2338" fmla="*/ 2077117 w 3429066"/>
              <a:gd name="csY2338" fmla="*/ 500886 h 779148"/>
              <a:gd name="csX2339" fmla="*/ 2833697 w 3429066"/>
              <a:gd name="csY2339" fmla="*/ 445718 h 779148"/>
              <a:gd name="csX2340" fmla="*/ 2824563 w 3429066"/>
              <a:gd name="csY2340" fmla="*/ 440641 h 779148"/>
              <a:gd name="csX2341" fmla="*/ 2833697 w 3429066"/>
              <a:gd name="csY2341" fmla="*/ 445718 h 779148"/>
              <a:gd name="csX2342" fmla="*/ 2856414 w 3429066"/>
              <a:gd name="csY2342" fmla="*/ 478950 h 779148"/>
              <a:gd name="csX2343" fmla="*/ 2853443 w 3429066"/>
              <a:gd name="csY2343" fmla="*/ 465082 h 779148"/>
              <a:gd name="csX2344" fmla="*/ 2842727 w 3429066"/>
              <a:gd name="csY2344" fmla="*/ 469063 h 779148"/>
              <a:gd name="csX2345" fmla="*/ 2851775 w 3429066"/>
              <a:gd name="csY2345" fmla="*/ 487856 h 779148"/>
              <a:gd name="csX2346" fmla="*/ 2853357 w 3429066"/>
              <a:gd name="csY2346" fmla="*/ 478808 h 779148"/>
              <a:gd name="csX2347" fmla="*/ 2856414 w 3429066"/>
              <a:gd name="csY2347" fmla="*/ 478950 h 779148"/>
              <a:gd name="csX2348" fmla="*/ 2882541 w 3429066"/>
              <a:gd name="csY2348" fmla="*/ 452919 h 779148"/>
              <a:gd name="csX2349" fmla="*/ 2873435 w 3429066"/>
              <a:gd name="csY2349" fmla="*/ 443270 h 779148"/>
              <a:gd name="csX2350" fmla="*/ 2882541 w 3429066"/>
              <a:gd name="csY2350" fmla="*/ 452919 h 779148"/>
              <a:gd name="csX2351" fmla="*/ 3333350 w 3429066"/>
              <a:gd name="csY2351" fmla="*/ 436126 h 779148"/>
              <a:gd name="csX2352" fmla="*/ 3333455 w 3429066"/>
              <a:gd name="csY2352" fmla="*/ 417838 h 779148"/>
              <a:gd name="csX2353" fmla="*/ 3333350 w 3429066"/>
              <a:gd name="csY2353" fmla="*/ 436126 h 779148"/>
              <a:gd name="csX2354" fmla="*/ 3292050 w 3429066"/>
              <a:gd name="csY2354" fmla="*/ 443041 h 779148"/>
              <a:gd name="csX2355" fmla="*/ 3301127 w 3429066"/>
              <a:gd name="csY2355" fmla="*/ 457233 h 779148"/>
              <a:gd name="csX2356" fmla="*/ 3292050 w 3429066"/>
              <a:gd name="csY2356" fmla="*/ 443041 h 779148"/>
              <a:gd name="csX2357" fmla="*/ 3275819 w 3429066"/>
              <a:gd name="csY2357" fmla="*/ 94607 h 779148"/>
              <a:gd name="csX2358" fmla="*/ 3280229 w 3429066"/>
              <a:gd name="csY2358" fmla="*/ 122287 h 779148"/>
              <a:gd name="csX2359" fmla="*/ 3281906 w 3429066"/>
              <a:gd name="csY2359" fmla="*/ 99512 h 779148"/>
              <a:gd name="csX2360" fmla="*/ 3275819 w 3429066"/>
              <a:gd name="csY2360" fmla="*/ 94607 h 779148"/>
              <a:gd name="csX2361" fmla="*/ 3236167 w 3429066"/>
              <a:gd name="csY2361" fmla="*/ 83339 h 779148"/>
              <a:gd name="csX2362" fmla="*/ 3239138 w 3429066"/>
              <a:gd name="csY2362" fmla="*/ 97226 h 779148"/>
              <a:gd name="csX2363" fmla="*/ 3242053 w 3429066"/>
              <a:gd name="csY2363" fmla="*/ 120248 h 779148"/>
              <a:gd name="csX2364" fmla="*/ 3240615 w 3429066"/>
              <a:gd name="csY2364" fmla="*/ 106447 h 779148"/>
              <a:gd name="csX2365" fmla="*/ 3245272 w 3429066"/>
              <a:gd name="csY2365" fmla="*/ 92969 h 779148"/>
              <a:gd name="csX2366" fmla="*/ 3236167 w 3429066"/>
              <a:gd name="csY2366" fmla="*/ 83339 h 779148"/>
              <a:gd name="csX2367" fmla="*/ 3229023 w 3429066"/>
              <a:gd name="csY2367" fmla="*/ 508230 h 779148"/>
              <a:gd name="csX2368" fmla="*/ 3242815 w 3429066"/>
              <a:gd name="csY2368" fmla="*/ 499829 h 779148"/>
              <a:gd name="csX2369" fmla="*/ 3236681 w 3429066"/>
              <a:gd name="csY2369" fmla="*/ 504058 h 779148"/>
              <a:gd name="csX2370" fmla="*/ 3233680 w 3429066"/>
              <a:gd name="csY2370" fmla="*/ 494743 h 779148"/>
              <a:gd name="csX2371" fmla="*/ 3229023 w 3429066"/>
              <a:gd name="csY2371" fmla="*/ 508230 h 779148"/>
              <a:gd name="csX2372" fmla="*/ 3222203 w 3429066"/>
              <a:gd name="csY2372" fmla="*/ 119182 h 779148"/>
              <a:gd name="csX2373" fmla="*/ 3229975 w 3429066"/>
              <a:gd name="csY2373" fmla="*/ 96722 h 779148"/>
              <a:gd name="csX2374" fmla="*/ 3214611 w 3429066"/>
              <a:gd name="csY2374" fmla="*/ 109618 h 779148"/>
              <a:gd name="csX2375" fmla="*/ 3222203 w 3429066"/>
              <a:gd name="csY2375" fmla="*/ 119182 h 779148"/>
              <a:gd name="csX2376" fmla="*/ 3203734 w 3429066"/>
              <a:gd name="csY2376" fmla="*/ 141032 h 779148"/>
              <a:gd name="csX2377" fmla="*/ 3211535 w 3429066"/>
              <a:gd name="csY2377" fmla="*/ 114009 h 779148"/>
              <a:gd name="csX2378" fmla="*/ 3203734 w 3429066"/>
              <a:gd name="csY2378" fmla="*/ 141032 h 779148"/>
              <a:gd name="csX2379" fmla="*/ 3109893 w 3429066"/>
              <a:gd name="csY2379" fmla="*/ 501791 h 779148"/>
              <a:gd name="csX2380" fmla="*/ 3102340 w 3429066"/>
              <a:gd name="csY2380" fmla="*/ 487656 h 779148"/>
              <a:gd name="csX2381" fmla="*/ 3109893 w 3429066"/>
              <a:gd name="csY2381" fmla="*/ 501791 h 779148"/>
              <a:gd name="csX2382" fmla="*/ 2996089 w 3429066"/>
              <a:gd name="csY2382" fmla="*/ 372166 h 779148"/>
              <a:gd name="csX2383" fmla="*/ 2996194 w 3429066"/>
              <a:gd name="csY2383" fmla="*/ 353878 h 779148"/>
              <a:gd name="csX2384" fmla="*/ 2991612 w 3429066"/>
              <a:gd name="csY2384" fmla="*/ 353649 h 779148"/>
              <a:gd name="csX2385" fmla="*/ 2996089 w 3429066"/>
              <a:gd name="csY2385" fmla="*/ 372166 h 779148"/>
              <a:gd name="csX2386" fmla="*/ 2803512 w 3429066"/>
              <a:gd name="csY2386" fmla="*/ 384643 h 779148"/>
              <a:gd name="csX2387" fmla="*/ 2815790 w 3429066"/>
              <a:gd name="csY2387" fmla="*/ 376137 h 779148"/>
              <a:gd name="csX2388" fmla="*/ 2803512 w 3429066"/>
              <a:gd name="csY2388" fmla="*/ 384643 h 779148"/>
              <a:gd name="csX2389" fmla="*/ 2783853 w 3429066"/>
              <a:gd name="csY2389" fmla="*/ 351563 h 779148"/>
              <a:gd name="csX2390" fmla="*/ 2792940 w 3429066"/>
              <a:gd name="csY2390" fmla="*/ 365765 h 779148"/>
              <a:gd name="csX2391" fmla="*/ 2783853 w 3429066"/>
              <a:gd name="csY2391" fmla="*/ 351563 h 779148"/>
              <a:gd name="csX2392" fmla="*/ 2769718 w 3429066"/>
              <a:gd name="csY2392" fmla="*/ 414819 h 779148"/>
              <a:gd name="csX2393" fmla="*/ 2759021 w 3429066"/>
              <a:gd name="csY2393" fmla="*/ 414237 h 779148"/>
              <a:gd name="csX2394" fmla="*/ 2769718 w 3429066"/>
              <a:gd name="csY2394" fmla="*/ 414819 h 779148"/>
              <a:gd name="csX2395" fmla="*/ 2713482 w 3429066"/>
              <a:gd name="csY2395" fmla="*/ 366051 h 779148"/>
              <a:gd name="csX2396" fmla="*/ 2717987 w 3429066"/>
              <a:gd name="csY2396" fmla="*/ 380014 h 779148"/>
              <a:gd name="csX2397" fmla="*/ 2731789 w 3429066"/>
              <a:gd name="csY2397" fmla="*/ 371594 h 779148"/>
              <a:gd name="csX2398" fmla="*/ 2736304 w 3429066"/>
              <a:gd name="csY2398" fmla="*/ 381014 h 779148"/>
              <a:gd name="csX2399" fmla="*/ 2765355 w 3429066"/>
              <a:gd name="csY2399" fmla="*/ 377995 h 779148"/>
              <a:gd name="csX2400" fmla="*/ 2768461 w 3429066"/>
              <a:gd name="csY2400" fmla="*/ 369041 h 779148"/>
              <a:gd name="csX2401" fmla="*/ 2762326 w 3429066"/>
              <a:gd name="csY2401" fmla="*/ 373261 h 779148"/>
              <a:gd name="csX2402" fmla="*/ 2753278 w 3429066"/>
              <a:gd name="csY2402" fmla="*/ 354468 h 779148"/>
              <a:gd name="csX2403" fmla="*/ 2745610 w 3429066"/>
              <a:gd name="csY2403" fmla="*/ 358659 h 779148"/>
              <a:gd name="csX2404" fmla="*/ 2733447 w 3429066"/>
              <a:gd name="csY2404" fmla="*/ 348848 h 779148"/>
              <a:gd name="csX2405" fmla="*/ 2728836 w 3429066"/>
              <a:gd name="csY2405" fmla="*/ 353144 h 779148"/>
              <a:gd name="csX2406" fmla="*/ 2713482 w 3429066"/>
              <a:gd name="csY2406" fmla="*/ 366051 h 779148"/>
              <a:gd name="csX2407" fmla="*/ 2528573 w 3429066"/>
              <a:gd name="csY2407" fmla="*/ 374356 h 779148"/>
              <a:gd name="csX2408" fmla="*/ 2539184 w 3429066"/>
              <a:gd name="csY2408" fmla="*/ 388663 h 779148"/>
              <a:gd name="csX2409" fmla="*/ 2546880 w 3429066"/>
              <a:gd name="csY2409" fmla="*/ 379919 h 779148"/>
              <a:gd name="csX2410" fmla="*/ 2548376 w 3429066"/>
              <a:gd name="csY2410" fmla="*/ 384567 h 779148"/>
              <a:gd name="csX2411" fmla="*/ 2549938 w 3429066"/>
              <a:gd name="csY2411" fmla="*/ 380081 h 779148"/>
              <a:gd name="csX2412" fmla="*/ 2563787 w 3429066"/>
              <a:gd name="csY2412" fmla="*/ 362517 h 779148"/>
              <a:gd name="csX2413" fmla="*/ 2540832 w 3429066"/>
              <a:gd name="csY2413" fmla="*/ 370442 h 779148"/>
              <a:gd name="csX2414" fmla="*/ 2528573 w 3429066"/>
              <a:gd name="csY2414" fmla="*/ 374356 h 779148"/>
              <a:gd name="csX2415" fmla="*/ 2315147 w 3429066"/>
              <a:gd name="csY2415" fmla="*/ 550321 h 779148"/>
              <a:gd name="csX2416" fmla="*/ 2324310 w 3429066"/>
              <a:gd name="csY2416" fmla="*/ 550807 h 779148"/>
              <a:gd name="csX2417" fmla="*/ 2315147 w 3429066"/>
              <a:gd name="csY2417" fmla="*/ 550321 h 779148"/>
              <a:gd name="csX2418" fmla="*/ 2342836 w 3429066"/>
              <a:gd name="csY2418" fmla="*/ 519794 h 779148"/>
              <a:gd name="csX2419" fmla="*/ 2339645 w 3429066"/>
              <a:gd name="csY2419" fmla="*/ 542492 h 779148"/>
              <a:gd name="csX2420" fmla="*/ 2342836 w 3429066"/>
              <a:gd name="csY2420" fmla="*/ 519794 h 779148"/>
              <a:gd name="csX2421" fmla="*/ 2335340 w 3429066"/>
              <a:gd name="csY2421" fmla="*/ 496533 h 779148"/>
              <a:gd name="csX2422" fmla="*/ 2342883 w 3429066"/>
              <a:gd name="csY2422" fmla="*/ 510650 h 779148"/>
              <a:gd name="csX2423" fmla="*/ 2335340 w 3429066"/>
              <a:gd name="csY2423" fmla="*/ 496533 h 779148"/>
              <a:gd name="csX2424" fmla="*/ 2525411 w 3429066"/>
              <a:gd name="csY2424" fmla="*/ 392492 h 779148"/>
              <a:gd name="csX2425" fmla="*/ 2522525 w 3429066"/>
              <a:gd name="csY2425" fmla="*/ 364879 h 779148"/>
              <a:gd name="csX2426" fmla="*/ 2525611 w 3429066"/>
              <a:gd name="csY2426" fmla="*/ 360469 h 779148"/>
              <a:gd name="csX2427" fmla="*/ 2525411 w 3429066"/>
              <a:gd name="csY2427" fmla="*/ 392492 h 779148"/>
              <a:gd name="csX2428" fmla="*/ 2439648 w 3429066"/>
              <a:gd name="csY2428" fmla="*/ 172922 h 779148"/>
              <a:gd name="csX2429" fmla="*/ 2451897 w 3429066"/>
              <a:gd name="csY2429" fmla="*/ 169016 h 779148"/>
              <a:gd name="csX2430" fmla="*/ 2439648 w 3429066"/>
              <a:gd name="csY2430" fmla="*/ 172922 h 779148"/>
              <a:gd name="csX2431" fmla="*/ 2398357 w 3429066"/>
              <a:gd name="csY2431" fmla="*/ 179827 h 779148"/>
              <a:gd name="csX2432" fmla="*/ 2408987 w 3429066"/>
              <a:gd name="csY2432" fmla="*/ 189552 h 779148"/>
              <a:gd name="csX2433" fmla="*/ 2409120 w 3429066"/>
              <a:gd name="csY2433" fmla="*/ 166673 h 779148"/>
              <a:gd name="csX2434" fmla="*/ 2398357 w 3429066"/>
              <a:gd name="csY2434" fmla="*/ 179827 h 779148"/>
              <a:gd name="csX2435" fmla="*/ 2311213 w 3429066"/>
              <a:gd name="csY2435" fmla="*/ 188847 h 779148"/>
              <a:gd name="csX2436" fmla="*/ 2318880 w 3429066"/>
              <a:gd name="csY2436" fmla="*/ 184695 h 779148"/>
              <a:gd name="csX2437" fmla="*/ 2311213 w 3429066"/>
              <a:gd name="csY2437" fmla="*/ 188847 h 779148"/>
              <a:gd name="csX2438" fmla="*/ 2317394 w 3429066"/>
              <a:gd name="csY2438" fmla="*/ 431554 h 779148"/>
              <a:gd name="csX2439" fmla="*/ 2329634 w 3429066"/>
              <a:gd name="csY2439" fmla="*/ 427639 h 779148"/>
              <a:gd name="csX2440" fmla="*/ 2335721 w 3429066"/>
              <a:gd name="csY2440" fmla="*/ 432535 h 779148"/>
              <a:gd name="csX2441" fmla="*/ 2343264 w 3429066"/>
              <a:gd name="csY2441" fmla="*/ 446651 h 779148"/>
              <a:gd name="csX2442" fmla="*/ 2352570 w 3429066"/>
              <a:gd name="csY2442" fmla="*/ 424296 h 779148"/>
              <a:gd name="csX2443" fmla="*/ 2358628 w 3429066"/>
              <a:gd name="csY2443" fmla="*/ 433754 h 779148"/>
              <a:gd name="csX2444" fmla="*/ 2350961 w 3429066"/>
              <a:gd name="csY2444" fmla="*/ 437936 h 779148"/>
              <a:gd name="csX2445" fmla="*/ 2358571 w 3429066"/>
              <a:gd name="csY2445" fmla="*/ 442898 h 779148"/>
              <a:gd name="csX2446" fmla="*/ 2372363 w 3429066"/>
              <a:gd name="csY2446" fmla="*/ 434488 h 779148"/>
              <a:gd name="csX2447" fmla="*/ 2372335 w 3429066"/>
              <a:gd name="csY2447" fmla="*/ 439069 h 779148"/>
              <a:gd name="csX2448" fmla="*/ 2383050 w 3429066"/>
              <a:gd name="csY2448" fmla="*/ 435059 h 779148"/>
              <a:gd name="csX2449" fmla="*/ 2377002 w 3429066"/>
              <a:gd name="csY2449" fmla="*/ 425610 h 779148"/>
              <a:gd name="csX2450" fmla="*/ 2393823 w 3429066"/>
              <a:gd name="csY2450" fmla="*/ 421924 h 779148"/>
              <a:gd name="csX2451" fmla="*/ 2396795 w 3429066"/>
              <a:gd name="csY2451" fmla="*/ 435821 h 779148"/>
              <a:gd name="csX2452" fmla="*/ 2407482 w 3429066"/>
              <a:gd name="csY2452" fmla="*/ 436402 h 779148"/>
              <a:gd name="csX2453" fmla="*/ 2407425 w 3429066"/>
              <a:gd name="csY2453" fmla="*/ 445565 h 779148"/>
              <a:gd name="csX2454" fmla="*/ 2416617 w 3429066"/>
              <a:gd name="csY2454" fmla="*/ 441460 h 779148"/>
              <a:gd name="csX2455" fmla="*/ 2418064 w 3429066"/>
              <a:gd name="csY2455" fmla="*/ 455252 h 779148"/>
              <a:gd name="csX2456" fmla="*/ 2416674 w 3429066"/>
              <a:gd name="csY2456" fmla="*/ 432335 h 779148"/>
              <a:gd name="csX2457" fmla="*/ 2425980 w 3429066"/>
              <a:gd name="csY2457" fmla="*/ 409932 h 779148"/>
              <a:gd name="csX2458" fmla="*/ 2432037 w 3429066"/>
              <a:gd name="csY2458" fmla="*/ 419438 h 779148"/>
              <a:gd name="csX2459" fmla="*/ 2438200 w 3429066"/>
              <a:gd name="csY2459" fmla="*/ 410608 h 779148"/>
              <a:gd name="csX2460" fmla="*/ 2468747 w 3429066"/>
              <a:gd name="csY2460" fmla="*/ 412256 h 779148"/>
              <a:gd name="csX2461" fmla="*/ 2474938 w 3429066"/>
              <a:gd name="csY2461" fmla="*/ 398883 h 779148"/>
              <a:gd name="csX2462" fmla="*/ 2516229 w 3429066"/>
              <a:gd name="csY2462" fmla="*/ 391978 h 779148"/>
              <a:gd name="csX2463" fmla="*/ 2499484 w 3429066"/>
              <a:gd name="csY2463" fmla="*/ 381910 h 779148"/>
              <a:gd name="csX2464" fmla="*/ 2473576 w 3429066"/>
              <a:gd name="csY2464" fmla="*/ 371385 h 779148"/>
              <a:gd name="csX2465" fmla="*/ 2470433 w 3429066"/>
              <a:gd name="csY2465" fmla="*/ 384920 h 779148"/>
              <a:gd name="csX2466" fmla="*/ 2438305 w 3429066"/>
              <a:gd name="csY2466" fmla="*/ 392330 h 779148"/>
              <a:gd name="csX2467" fmla="*/ 2436857 w 3429066"/>
              <a:gd name="csY2467" fmla="*/ 378557 h 779148"/>
              <a:gd name="csX2468" fmla="*/ 2429113 w 3429066"/>
              <a:gd name="csY2468" fmla="*/ 396416 h 779148"/>
              <a:gd name="csX2469" fmla="*/ 2401643 w 3429066"/>
              <a:gd name="csY2469" fmla="*/ 390349 h 779148"/>
              <a:gd name="csX2470" fmla="*/ 2384841 w 3429066"/>
              <a:gd name="csY2470" fmla="*/ 389454 h 779148"/>
              <a:gd name="csX2471" fmla="*/ 2374040 w 3429066"/>
              <a:gd name="csY2471" fmla="*/ 407151 h 779148"/>
              <a:gd name="csX2472" fmla="*/ 2378726 w 3429066"/>
              <a:gd name="csY2472" fmla="*/ 389101 h 779148"/>
              <a:gd name="csX2473" fmla="*/ 2364981 w 3429066"/>
              <a:gd name="csY2473" fmla="*/ 388368 h 779148"/>
              <a:gd name="csX2474" fmla="*/ 2371011 w 3429066"/>
              <a:gd name="csY2474" fmla="*/ 402427 h 779148"/>
              <a:gd name="csX2475" fmla="*/ 2357238 w 3429066"/>
              <a:gd name="csY2475" fmla="*/ 406227 h 779148"/>
              <a:gd name="csX2476" fmla="*/ 2354123 w 3429066"/>
              <a:gd name="csY2476" fmla="*/ 415219 h 779148"/>
              <a:gd name="csX2477" fmla="*/ 2349570 w 3429066"/>
              <a:gd name="csY2477" fmla="*/ 410418 h 779148"/>
              <a:gd name="csX2478" fmla="*/ 2335778 w 3429066"/>
              <a:gd name="csY2478" fmla="*/ 418800 h 779148"/>
              <a:gd name="csX2479" fmla="*/ 2337416 w 3429066"/>
              <a:gd name="csY2479" fmla="*/ 400607 h 779148"/>
              <a:gd name="csX2480" fmla="*/ 2329691 w 3429066"/>
              <a:gd name="csY2480" fmla="*/ 413904 h 779148"/>
              <a:gd name="csX2481" fmla="*/ 2308394 w 3429066"/>
              <a:gd name="csY2481" fmla="*/ 399045 h 779148"/>
              <a:gd name="csX2482" fmla="*/ 2308479 w 3429066"/>
              <a:gd name="csY2482" fmla="*/ 385320 h 779148"/>
              <a:gd name="csX2483" fmla="*/ 2303755 w 3429066"/>
              <a:gd name="csY2483" fmla="*/ 407913 h 779148"/>
              <a:gd name="csX2484" fmla="*/ 2294592 w 3429066"/>
              <a:gd name="csY2484" fmla="*/ 407437 h 779148"/>
              <a:gd name="csX2485" fmla="*/ 2308289 w 3429066"/>
              <a:gd name="csY2485" fmla="*/ 417333 h 779148"/>
              <a:gd name="csX2486" fmla="*/ 2297544 w 3429066"/>
              <a:gd name="csY2486" fmla="*/ 425868 h 779148"/>
              <a:gd name="csX2487" fmla="*/ 2289924 w 3429066"/>
              <a:gd name="csY2487" fmla="*/ 420905 h 779148"/>
              <a:gd name="csX2488" fmla="*/ 2317394 w 3429066"/>
              <a:gd name="csY2488" fmla="*/ 431554 h 779148"/>
              <a:gd name="csX2489" fmla="*/ 2245471 w 3429066"/>
              <a:gd name="csY2489" fmla="*/ 450509 h 779148"/>
              <a:gd name="csX2490" fmla="*/ 2237889 w 3429066"/>
              <a:gd name="csY2490" fmla="*/ 440955 h 779148"/>
              <a:gd name="csX2491" fmla="*/ 2245471 w 3429066"/>
              <a:gd name="csY2491" fmla="*/ 450509 h 779148"/>
              <a:gd name="csX2492" fmla="*/ 2199075 w 3429066"/>
              <a:gd name="csY2492" fmla="*/ 544044 h 779148"/>
              <a:gd name="csX2493" fmla="*/ 2211267 w 3429066"/>
              <a:gd name="csY2493" fmla="*/ 549283 h 779148"/>
              <a:gd name="csX2494" fmla="*/ 2203742 w 3429066"/>
              <a:gd name="csY2494" fmla="*/ 530585 h 779148"/>
              <a:gd name="csX2495" fmla="*/ 2205238 w 3429066"/>
              <a:gd name="csY2495" fmla="*/ 535214 h 779148"/>
              <a:gd name="csX2496" fmla="*/ 2199075 w 3429066"/>
              <a:gd name="csY2496" fmla="*/ 544044 h 779148"/>
              <a:gd name="csX2497" fmla="*/ 2188664 w 3429066"/>
              <a:gd name="csY2497" fmla="*/ 497753 h 779148"/>
              <a:gd name="csX2498" fmla="*/ 2197856 w 3429066"/>
              <a:gd name="csY2498" fmla="*/ 493647 h 779148"/>
              <a:gd name="csX2499" fmla="*/ 2188664 w 3429066"/>
              <a:gd name="csY2499" fmla="*/ 497753 h 779148"/>
              <a:gd name="csX2500" fmla="*/ 2184216 w 3429066"/>
              <a:gd name="csY2500" fmla="*/ 474626 h 779148"/>
              <a:gd name="csX2501" fmla="*/ 2191798 w 3429066"/>
              <a:gd name="csY2501" fmla="*/ 484208 h 779148"/>
              <a:gd name="csX2502" fmla="*/ 2184216 w 3429066"/>
              <a:gd name="csY2502" fmla="*/ 474626 h 779148"/>
              <a:gd name="csX2503" fmla="*/ 2181206 w 3429066"/>
              <a:gd name="csY2503" fmla="*/ 213822 h 779148"/>
              <a:gd name="csX2504" fmla="*/ 2191979 w 3429066"/>
              <a:gd name="csY2504" fmla="*/ 200716 h 779148"/>
              <a:gd name="csX2505" fmla="*/ 2181206 w 3429066"/>
              <a:gd name="csY2505" fmla="*/ 213822 h 779148"/>
              <a:gd name="csX2506" fmla="*/ 2178320 w 3429066"/>
              <a:gd name="csY2506" fmla="*/ 186266 h 779148"/>
              <a:gd name="csX2507" fmla="*/ 2170767 w 3429066"/>
              <a:gd name="csY2507" fmla="*/ 172122 h 779148"/>
              <a:gd name="csX2508" fmla="*/ 2178320 w 3429066"/>
              <a:gd name="csY2508" fmla="*/ 186266 h 779148"/>
              <a:gd name="csX2509" fmla="*/ 2156765 w 3429066"/>
              <a:gd name="csY2509" fmla="*/ 212507 h 779148"/>
              <a:gd name="csX2510" fmla="*/ 2164461 w 3429066"/>
              <a:gd name="csY2510" fmla="*/ 203792 h 779148"/>
              <a:gd name="csX2511" fmla="*/ 2156765 w 3429066"/>
              <a:gd name="csY2511" fmla="*/ 212507 h 779148"/>
              <a:gd name="csX2512" fmla="*/ 2138620 w 3429066"/>
              <a:gd name="csY2512" fmla="*/ 435593 h 779148"/>
              <a:gd name="csX2513" fmla="*/ 2146316 w 3429066"/>
              <a:gd name="csY2513" fmla="*/ 426877 h 779148"/>
              <a:gd name="csX2514" fmla="*/ 2163118 w 3429066"/>
              <a:gd name="csY2514" fmla="*/ 427792 h 779148"/>
              <a:gd name="csX2515" fmla="*/ 2149402 w 3429066"/>
              <a:gd name="csY2515" fmla="*/ 422467 h 779148"/>
              <a:gd name="csX2516" fmla="*/ 2150955 w 3429066"/>
              <a:gd name="csY2516" fmla="*/ 417971 h 779148"/>
              <a:gd name="csX2517" fmla="*/ 2138620 w 3429066"/>
              <a:gd name="csY2517" fmla="*/ 435593 h 779148"/>
              <a:gd name="csX2518" fmla="*/ 2136915 w 3429066"/>
              <a:gd name="csY2518" fmla="*/ 211441 h 779148"/>
              <a:gd name="csX2519" fmla="*/ 2144516 w 3429066"/>
              <a:gd name="csY2519" fmla="*/ 216441 h 779148"/>
              <a:gd name="csX2520" fmla="*/ 2143106 w 3429066"/>
              <a:gd name="csY2520" fmla="*/ 198068 h 779148"/>
              <a:gd name="csX2521" fmla="*/ 2136915 w 3429066"/>
              <a:gd name="csY2521" fmla="*/ 211441 h 779148"/>
              <a:gd name="csX2522" fmla="*/ 2091185 w 3429066"/>
              <a:gd name="csY2522" fmla="*/ 446765 h 779148"/>
              <a:gd name="csX2523" fmla="*/ 2106492 w 3429066"/>
              <a:gd name="csY2523" fmla="*/ 442993 h 779148"/>
              <a:gd name="csX2524" fmla="*/ 2095938 w 3429066"/>
              <a:gd name="csY2524" fmla="*/ 419571 h 779148"/>
              <a:gd name="csX2525" fmla="*/ 2095833 w 3429066"/>
              <a:gd name="csY2525" fmla="*/ 437840 h 779148"/>
              <a:gd name="csX2526" fmla="*/ 2091185 w 3429066"/>
              <a:gd name="csY2526" fmla="*/ 446765 h 779148"/>
              <a:gd name="csX2527" fmla="*/ 2076107 w 3429066"/>
              <a:gd name="csY2527" fmla="*/ 413914 h 779148"/>
              <a:gd name="csX2528" fmla="*/ 2080803 w 3429066"/>
              <a:gd name="csY2528" fmla="*/ 395883 h 779148"/>
              <a:gd name="csX2529" fmla="*/ 2076107 w 3429066"/>
              <a:gd name="csY2529" fmla="*/ 413914 h 779148"/>
              <a:gd name="csX2530" fmla="*/ 1992144 w 3429066"/>
              <a:gd name="csY2530" fmla="*/ 404827 h 779148"/>
              <a:gd name="csX2531" fmla="*/ 1993611 w 3429066"/>
              <a:gd name="csY2531" fmla="*/ 414047 h 779148"/>
              <a:gd name="csX2532" fmla="*/ 2004298 w 3429066"/>
              <a:gd name="csY2532" fmla="*/ 414628 h 779148"/>
              <a:gd name="csX2533" fmla="*/ 1998107 w 3429066"/>
              <a:gd name="csY2533" fmla="*/ 428011 h 779148"/>
              <a:gd name="csX2534" fmla="*/ 2008823 w 3429066"/>
              <a:gd name="csY2534" fmla="*/ 424029 h 779148"/>
              <a:gd name="csX2535" fmla="*/ 2007460 w 3429066"/>
              <a:gd name="csY2535" fmla="*/ 396521 h 779148"/>
              <a:gd name="csX2536" fmla="*/ 1992144 w 3429066"/>
              <a:gd name="csY2536" fmla="*/ 404827 h 779148"/>
              <a:gd name="csX2537" fmla="*/ 1900285 w 3429066"/>
              <a:gd name="csY2537" fmla="*/ 436450 h 779148"/>
              <a:gd name="csX2538" fmla="*/ 1906362 w 3429066"/>
              <a:gd name="csY2538" fmla="*/ 441327 h 779148"/>
              <a:gd name="csX2539" fmla="*/ 1908029 w 3429066"/>
              <a:gd name="csY2539" fmla="*/ 418600 h 779148"/>
              <a:gd name="csX2540" fmla="*/ 1900285 w 3429066"/>
              <a:gd name="csY2540" fmla="*/ 436450 h 779148"/>
              <a:gd name="csX2541" fmla="*/ 1878902 w 3429066"/>
              <a:gd name="csY2541" fmla="*/ 435307 h 779148"/>
              <a:gd name="csX2542" fmla="*/ 1888007 w 3429066"/>
              <a:gd name="csY2542" fmla="*/ 444937 h 779148"/>
              <a:gd name="csX2543" fmla="*/ 1886569 w 3429066"/>
              <a:gd name="csY2543" fmla="*/ 431163 h 779148"/>
              <a:gd name="csX2544" fmla="*/ 1898790 w 3429066"/>
              <a:gd name="csY2544" fmla="*/ 431802 h 779148"/>
              <a:gd name="csX2545" fmla="*/ 1885121 w 3429066"/>
              <a:gd name="csY2545" fmla="*/ 417352 h 779148"/>
              <a:gd name="csX2546" fmla="*/ 1883483 w 3429066"/>
              <a:gd name="csY2546" fmla="*/ 435545 h 779148"/>
              <a:gd name="csX2547" fmla="*/ 1877425 w 3429066"/>
              <a:gd name="csY2547" fmla="*/ 426068 h 779148"/>
              <a:gd name="csX2548" fmla="*/ 1878902 w 3429066"/>
              <a:gd name="csY2548" fmla="*/ 435307 h 779148"/>
              <a:gd name="csX2549" fmla="*/ 1679029 w 3429066"/>
              <a:gd name="csY2549" fmla="*/ 136431 h 779148"/>
              <a:gd name="csX2550" fmla="*/ 1691278 w 3429066"/>
              <a:gd name="csY2550" fmla="*/ 132517 h 779148"/>
              <a:gd name="csX2551" fmla="*/ 1691335 w 3429066"/>
              <a:gd name="csY2551" fmla="*/ 123353 h 779148"/>
              <a:gd name="csX2552" fmla="*/ 1679029 w 3429066"/>
              <a:gd name="csY2552" fmla="*/ 136431 h 779148"/>
              <a:gd name="csX2553" fmla="*/ 1675914 w 3429066"/>
              <a:gd name="csY2553" fmla="*/ 145375 h 779148"/>
              <a:gd name="csX2554" fmla="*/ 1678972 w 3429066"/>
              <a:gd name="csY2554" fmla="*/ 145537 h 779148"/>
              <a:gd name="csX2555" fmla="*/ 1671447 w 3429066"/>
              <a:gd name="csY2555" fmla="*/ 126849 h 779148"/>
              <a:gd name="csX2556" fmla="*/ 1675914 w 3429066"/>
              <a:gd name="csY2556" fmla="*/ 145375 h 779148"/>
              <a:gd name="csX2557" fmla="*/ 1654588 w 3429066"/>
              <a:gd name="csY2557" fmla="*/ 135088 h 779148"/>
              <a:gd name="csX2558" fmla="*/ 1663818 w 3429066"/>
              <a:gd name="csY2558" fmla="*/ 126449 h 779148"/>
              <a:gd name="csX2559" fmla="*/ 1654588 w 3429066"/>
              <a:gd name="csY2559" fmla="*/ 135088 h 779148"/>
              <a:gd name="csX2560" fmla="*/ 1624613 w 3429066"/>
              <a:gd name="csY2560" fmla="*/ 293527 h 779148"/>
              <a:gd name="csX2561" fmla="*/ 1635385 w 3429066"/>
              <a:gd name="csY2561" fmla="*/ 280383 h 779148"/>
              <a:gd name="csX2562" fmla="*/ 1624613 w 3429066"/>
              <a:gd name="csY2562" fmla="*/ 293527 h 779148"/>
              <a:gd name="csX2563" fmla="*/ 1617907 w 3429066"/>
              <a:gd name="csY2563" fmla="*/ 137679 h 779148"/>
              <a:gd name="csX2564" fmla="*/ 1627127 w 3429066"/>
              <a:gd name="csY2564" fmla="*/ 129021 h 779148"/>
              <a:gd name="csX2565" fmla="*/ 1617907 w 3429066"/>
              <a:gd name="csY2565" fmla="*/ 137679 h 779148"/>
              <a:gd name="csX2566" fmla="*/ 1513256 w 3429066"/>
              <a:gd name="csY2566" fmla="*/ 264647 h 779148"/>
              <a:gd name="csX2567" fmla="*/ 1522448 w 3429066"/>
              <a:gd name="csY2567" fmla="*/ 260580 h 779148"/>
              <a:gd name="csX2568" fmla="*/ 1519504 w 3429066"/>
              <a:gd name="csY2568" fmla="*/ 242111 h 779148"/>
              <a:gd name="csX2569" fmla="*/ 1513256 w 3429066"/>
              <a:gd name="csY2569" fmla="*/ 264647 h 779148"/>
              <a:gd name="csX2570" fmla="*/ 1504150 w 3429066"/>
              <a:gd name="csY2570" fmla="*/ 254999 h 779148"/>
              <a:gd name="csX2571" fmla="*/ 1510227 w 3429066"/>
              <a:gd name="csY2571" fmla="*/ 259923 h 779148"/>
              <a:gd name="csX2572" fmla="*/ 1516390 w 3429066"/>
              <a:gd name="csY2572" fmla="*/ 251093 h 779148"/>
              <a:gd name="csX2573" fmla="*/ 1504150 w 3429066"/>
              <a:gd name="csY2573" fmla="*/ 254999 h 779148"/>
              <a:gd name="csX2574" fmla="*/ 1440447 w 3429066"/>
              <a:gd name="csY2574" fmla="*/ 178399 h 779148"/>
              <a:gd name="csX2575" fmla="*/ 1451162 w 3429066"/>
              <a:gd name="csY2575" fmla="*/ 174407 h 779148"/>
              <a:gd name="csX2576" fmla="*/ 1440447 w 3429066"/>
              <a:gd name="csY2576" fmla="*/ 178399 h 779148"/>
              <a:gd name="csX2577" fmla="*/ 1382373 w 3429066"/>
              <a:gd name="csY2577" fmla="*/ 179827 h 779148"/>
              <a:gd name="csX2578" fmla="*/ 1387011 w 3429066"/>
              <a:gd name="csY2578" fmla="*/ 170940 h 779148"/>
              <a:gd name="csX2579" fmla="*/ 1382563 w 3429066"/>
              <a:gd name="csY2579" fmla="*/ 147823 h 779148"/>
              <a:gd name="csX2580" fmla="*/ 1377934 w 3429066"/>
              <a:gd name="csY2580" fmla="*/ 156720 h 779148"/>
              <a:gd name="csX2581" fmla="*/ 1382373 w 3429066"/>
              <a:gd name="csY2581" fmla="*/ 179827 h 779148"/>
              <a:gd name="csX2582" fmla="*/ 1368771 w 3429066"/>
              <a:gd name="csY2582" fmla="*/ 156215 h 779148"/>
              <a:gd name="csX2583" fmla="*/ 1373191 w 3429066"/>
              <a:gd name="csY2583" fmla="*/ 183913 h 779148"/>
              <a:gd name="csX2584" fmla="*/ 1368771 w 3429066"/>
              <a:gd name="csY2584" fmla="*/ 156215 h 779148"/>
              <a:gd name="csX2585" fmla="*/ 1368219 w 3429066"/>
              <a:gd name="csY2585" fmla="*/ 247674 h 779148"/>
              <a:gd name="csX2586" fmla="*/ 1386659 w 3429066"/>
              <a:gd name="csY2586" fmla="*/ 230395 h 779148"/>
              <a:gd name="csX2587" fmla="*/ 1382049 w 3429066"/>
              <a:gd name="csY2587" fmla="*/ 234720 h 779148"/>
              <a:gd name="csX2588" fmla="*/ 1368219 w 3429066"/>
              <a:gd name="csY2588" fmla="*/ 247674 h 779148"/>
              <a:gd name="csX2589" fmla="*/ 1316507 w 3429066"/>
              <a:gd name="csY2589" fmla="*/ 208288 h 779148"/>
              <a:gd name="csX2590" fmla="*/ 1308764 w 3429066"/>
              <a:gd name="csY2590" fmla="*/ 226166 h 779148"/>
              <a:gd name="csX2591" fmla="*/ 1316374 w 3429066"/>
              <a:gd name="csY2591" fmla="*/ 231148 h 779148"/>
              <a:gd name="csX2592" fmla="*/ 1316507 w 3429066"/>
              <a:gd name="csY2592" fmla="*/ 208288 h 779148"/>
              <a:gd name="csX2593" fmla="*/ 1324308 w 3429066"/>
              <a:gd name="csY2593" fmla="*/ 181256 h 779148"/>
              <a:gd name="csX2594" fmla="*/ 1331976 w 3429066"/>
              <a:gd name="csY2594" fmla="*/ 177122 h 779148"/>
              <a:gd name="csX2595" fmla="*/ 1329033 w 3429066"/>
              <a:gd name="csY2595" fmla="*/ 158663 h 779148"/>
              <a:gd name="csX2596" fmla="*/ 1324308 w 3429066"/>
              <a:gd name="csY2596" fmla="*/ 181256 h 779148"/>
              <a:gd name="csX2597" fmla="*/ 1299963 w 3429066"/>
              <a:gd name="csY2597" fmla="*/ 166245 h 779148"/>
              <a:gd name="csX2598" fmla="*/ 1312240 w 3429066"/>
              <a:gd name="csY2598" fmla="*/ 157767 h 779148"/>
              <a:gd name="csX2599" fmla="*/ 1299963 w 3429066"/>
              <a:gd name="csY2599" fmla="*/ 166245 h 779148"/>
              <a:gd name="csX2600" fmla="*/ 1299934 w 3429066"/>
              <a:gd name="csY2600" fmla="*/ 170807 h 779148"/>
              <a:gd name="csX2601" fmla="*/ 1318203 w 3429066"/>
              <a:gd name="csY2601" fmla="*/ 180932 h 779148"/>
              <a:gd name="csX2602" fmla="*/ 1322870 w 3429066"/>
              <a:gd name="csY2602" fmla="*/ 167464 h 779148"/>
              <a:gd name="csX2603" fmla="*/ 1299934 w 3429066"/>
              <a:gd name="csY2603" fmla="*/ 170807 h 779148"/>
              <a:gd name="csX2604" fmla="*/ 2407530 w 3429066"/>
              <a:gd name="csY2604" fmla="*/ 431840 h 779148"/>
              <a:gd name="csX2605" fmla="*/ 2416807 w 3429066"/>
              <a:gd name="csY2605" fmla="*/ 414057 h 779148"/>
              <a:gd name="csX2606" fmla="*/ 2412168 w 3429066"/>
              <a:gd name="csY2606" fmla="*/ 422943 h 779148"/>
              <a:gd name="csX2607" fmla="*/ 2413664 w 3429066"/>
              <a:gd name="csY2607" fmla="*/ 427601 h 779148"/>
              <a:gd name="csX2608" fmla="*/ 2407530 w 3429066"/>
              <a:gd name="csY2608" fmla="*/ 431840 h 779148"/>
              <a:gd name="csX2609" fmla="*/ 558660 w 3429066"/>
              <a:gd name="csY2609" fmla="*/ 473721 h 779148"/>
              <a:gd name="csX2610" fmla="*/ 567842 w 3429066"/>
              <a:gd name="csY2610" fmla="*/ 469654 h 779148"/>
              <a:gd name="csX2611" fmla="*/ 558660 w 3429066"/>
              <a:gd name="csY2611" fmla="*/ 473721 h 779148"/>
              <a:gd name="csX2612" fmla="*/ 1852822 w 3429066"/>
              <a:gd name="csY2612" fmla="*/ 452185 h 779148"/>
              <a:gd name="csX2613" fmla="*/ 1831410 w 3429066"/>
              <a:gd name="csY2613" fmla="*/ 455576 h 779148"/>
              <a:gd name="csX2614" fmla="*/ 1835991 w 3429066"/>
              <a:gd name="csY2614" fmla="*/ 455833 h 779148"/>
              <a:gd name="csX2615" fmla="*/ 1852822 w 3429066"/>
              <a:gd name="csY2615" fmla="*/ 452185 h 779148"/>
              <a:gd name="csX2616" fmla="*/ 1637471 w 3429066"/>
              <a:gd name="csY2616" fmla="*/ 440536 h 779148"/>
              <a:gd name="csX2617" fmla="*/ 1617593 w 3429066"/>
              <a:gd name="csY2617" fmla="*/ 444022 h 779148"/>
              <a:gd name="csX2618" fmla="*/ 1637471 w 3429066"/>
              <a:gd name="csY2618" fmla="*/ 440536 h 779148"/>
              <a:gd name="csX2619" fmla="*/ 694611 w 3429066"/>
              <a:gd name="csY2619" fmla="*/ 224995 h 779148"/>
              <a:gd name="csX2620" fmla="*/ 714518 w 3429066"/>
              <a:gd name="csY2620" fmla="*/ 216927 h 779148"/>
              <a:gd name="csX2621" fmla="*/ 726681 w 3429066"/>
              <a:gd name="csY2621" fmla="*/ 226709 h 779148"/>
              <a:gd name="csX2622" fmla="*/ 694611 w 3429066"/>
              <a:gd name="csY2622" fmla="*/ 224995 h 779148"/>
              <a:gd name="csX2623" fmla="*/ 511950 w 3429066"/>
              <a:gd name="csY2623" fmla="*/ 366022 h 779148"/>
              <a:gd name="csX2624" fmla="*/ 518084 w 3429066"/>
              <a:gd name="csY2624" fmla="*/ 361783 h 779148"/>
              <a:gd name="csX2625" fmla="*/ 520922 w 3429066"/>
              <a:gd name="csY2625" fmla="*/ 398521 h 779148"/>
              <a:gd name="csX2626" fmla="*/ 511950 w 3429066"/>
              <a:gd name="csY2626" fmla="*/ 366022 h 779148"/>
              <a:gd name="csX2627" fmla="*/ 664150 w 3429066"/>
              <a:gd name="csY2627" fmla="*/ 209612 h 779148"/>
              <a:gd name="csX2628" fmla="*/ 684028 w 3429066"/>
              <a:gd name="csY2628" fmla="*/ 206135 h 779148"/>
              <a:gd name="csX2629" fmla="*/ 664150 w 3429066"/>
              <a:gd name="csY2629" fmla="*/ 209612 h 779148"/>
              <a:gd name="csX2630" fmla="*/ 799957 w 3429066"/>
              <a:gd name="csY2630" fmla="*/ 235234 h 779148"/>
              <a:gd name="csX2631" fmla="*/ 773992 w 3429066"/>
              <a:gd name="csY2631" fmla="*/ 233853 h 779148"/>
              <a:gd name="csX2632" fmla="*/ 821369 w 3429066"/>
              <a:gd name="csY2632" fmla="*/ 231843 h 779148"/>
              <a:gd name="csX2633" fmla="*/ 799957 w 3429066"/>
              <a:gd name="csY2633" fmla="*/ 235234 h 779148"/>
              <a:gd name="csX2634" fmla="*/ 502930 w 3429066"/>
              <a:gd name="csY2634" fmla="*/ 342705 h 779148"/>
              <a:gd name="csX2635" fmla="*/ 518189 w 3429066"/>
              <a:gd name="csY2635" fmla="*/ 343495 h 779148"/>
              <a:gd name="csX2636" fmla="*/ 502930 w 3429066"/>
              <a:gd name="csY2636" fmla="*/ 342705 h 779148"/>
              <a:gd name="csX2637" fmla="*/ 460077 w 3429066"/>
              <a:gd name="csY2637" fmla="*/ 354068 h 779148"/>
              <a:gd name="csX2638" fmla="*/ 469259 w 3429066"/>
              <a:gd name="csY2638" fmla="*/ 350001 h 779148"/>
              <a:gd name="csX2639" fmla="*/ 460077 w 3429066"/>
              <a:gd name="csY2639" fmla="*/ 354068 h 779148"/>
              <a:gd name="csX2640" fmla="*/ 484565 w 3429066"/>
              <a:gd name="csY2640" fmla="*/ 346239 h 779148"/>
              <a:gd name="csX2641" fmla="*/ 499815 w 3429066"/>
              <a:gd name="csY2641" fmla="*/ 351658 h 779148"/>
              <a:gd name="csX2642" fmla="*/ 487547 w 3429066"/>
              <a:gd name="csY2642" fmla="*/ 360164 h 779148"/>
              <a:gd name="csX2643" fmla="*/ 484565 w 3429066"/>
              <a:gd name="csY2643" fmla="*/ 346239 h 779148"/>
              <a:gd name="csX2644" fmla="*/ 629050 w 3429066"/>
              <a:gd name="csY2644" fmla="*/ 454671 h 779148"/>
              <a:gd name="csX2645" fmla="*/ 639794 w 3429066"/>
              <a:gd name="csY2645" fmla="*/ 446108 h 779148"/>
              <a:gd name="csX2646" fmla="*/ 653520 w 3429066"/>
              <a:gd name="csY2646" fmla="*/ 451433 h 779148"/>
              <a:gd name="csX2647" fmla="*/ 651901 w 3429066"/>
              <a:gd name="csY2647" fmla="*/ 465063 h 779148"/>
              <a:gd name="csX2648" fmla="*/ 641242 w 3429066"/>
              <a:gd name="csY2648" fmla="*/ 459910 h 779148"/>
              <a:gd name="csX2649" fmla="*/ 629050 w 3429066"/>
              <a:gd name="csY2649" fmla="*/ 454671 h 779148"/>
              <a:gd name="csX2650" fmla="*/ 2671115 w 3429066"/>
              <a:gd name="csY2650" fmla="*/ 551264 h 779148"/>
              <a:gd name="csX2651" fmla="*/ 2639044 w 3429066"/>
              <a:gd name="csY2651" fmla="*/ 549531 h 779148"/>
              <a:gd name="csX2652" fmla="*/ 2668124 w 3429066"/>
              <a:gd name="csY2652" fmla="*/ 541939 h 779148"/>
              <a:gd name="csX2653" fmla="*/ 2671115 w 3429066"/>
              <a:gd name="csY2653" fmla="*/ 551264 h 779148"/>
              <a:gd name="csX2654" fmla="*/ 2033607 w 3429066"/>
              <a:gd name="csY2654" fmla="*/ 114419 h 779148"/>
              <a:gd name="csX2655" fmla="*/ 2044303 w 3429066"/>
              <a:gd name="csY2655" fmla="*/ 115010 h 779148"/>
              <a:gd name="csX2656" fmla="*/ 2033607 w 3429066"/>
              <a:gd name="csY2656" fmla="*/ 114419 h 779148"/>
              <a:gd name="csX2657" fmla="*/ 2947292 w 3429066"/>
              <a:gd name="csY2657" fmla="*/ 104303 h 779148"/>
              <a:gd name="csX2658" fmla="*/ 2956541 w 3429066"/>
              <a:gd name="csY2658" fmla="*/ 91092 h 779148"/>
              <a:gd name="csX2659" fmla="*/ 2964094 w 3429066"/>
              <a:gd name="csY2659" fmla="*/ 105218 h 779148"/>
              <a:gd name="csX2660" fmla="*/ 2947292 w 3429066"/>
              <a:gd name="csY2660" fmla="*/ 104303 h 779148"/>
              <a:gd name="csX2661" fmla="*/ 2108483 w 3429066"/>
              <a:gd name="csY2661" fmla="*/ 113886 h 779148"/>
              <a:gd name="csX2662" fmla="*/ 2125247 w 3429066"/>
              <a:gd name="csY2662" fmla="*/ 119353 h 779148"/>
              <a:gd name="csX2663" fmla="*/ 2140468 w 3429066"/>
              <a:gd name="csY2663" fmla="*/ 129307 h 779148"/>
              <a:gd name="csX2664" fmla="*/ 2108483 w 3429066"/>
              <a:gd name="csY2664" fmla="*/ 113886 h 779148"/>
              <a:gd name="csX2665" fmla="*/ 2490273 w 3429066"/>
              <a:gd name="csY2665" fmla="*/ 139079 h 779148"/>
              <a:gd name="csX2666" fmla="*/ 2504104 w 3429066"/>
              <a:gd name="csY2666" fmla="*/ 126106 h 779148"/>
              <a:gd name="csX2667" fmla="*/ 2508657 w 3429066"/>
              <a:gd name="csY2667" fmla="*/ 130926 h 779148"/>
              <a:gd name="csX2668" fmla="*/ 2490273 w 3429066"/>
              <a:gd name="csY2668" fmla="*/ 139079 h 779148"/>
              <a:gd name="csX2669" fmla="*/ 2202894 w 3429066"/>
              <a:gd name="csY2669" fmla="*/ 164721 h 779148"/>
              <a:gd name="csX2670" fmla="*/ 2210448 w 3429066"/>
              <a:gd name="csY2670" fmla="*/ 178827 h 779148"/>
              <a:gd name="csX2671" fmla="*/ 2202894 w 3429066"/>
              <a:gd name="csY2671" fmla="*/ 164721 h 779148"/>
              <a:gd name="csX2672" fmla="*/ 2097538 w 3429066"/>
              <a:gd name="csY2672" fmla="*/ 154443 h 779148"/>
              <a:gd name="csX2673" fmla="*/ 2105235 w 3429066"/>
              <a:gd name="csY2673" fmla="*/ 145690 h 779148"/>
              <a:gd name="csX2674" fmla="*/ 2115845 w 3429066"/>
              <a:gd name="csY2674" fmla="*/ 160006 h 779148"/>
              <a:gd name="csX2675" fmla="*/ 2097538 w 3429066"/>
              <a:gd name="csY2675" fmla="*/ 154443 h 779148"/>
              <a:gd name="csX2676" fmla="*/ 2048666 w 3429066"/>
              <a:gd name="csY2676" fmla="*/ 151805 h 779148"/>
              <a:gd name="csX2677" fmla="*/ 2062334 w 3429066"/>
              <a:gd name="csY2677" fmla="*/ 166254 h 779148"/>
              <a:gd name="csX2678" fmla="*/ 2048666 w 3429066"/>
              <a:gd name="csY2678" fmla="*/ 151805 h 779148"/>
              <a:gd name="csX2679" fmla="*/ 2102015 w 3429066"/>
              <a:gd name="csY2679" fmla="*/ 172998 h 779148"/>
              <a:gd name="csX2680" fmla="*/ 2112617 w 3429066"/>
              <a:gd name="csY2680" fmla="*/ 187257 h 779148"/>
              <a:gd name="csX2681" fmla="*/ 2102015 w 3429066"/>
              <a:gd name="csY2681" fmla="*/ 172998 h 779148"/>
              <a:gd name="csX2682" fmla="*/ 2121780 w 3429066"/>
              <a:gd name="csY2682" fmla="*/ 187762 h 779148"/>
              <a:gd name="csX2683" fmla="*/ 2117341 w 3429066"/>
              <a:gd name="csY2683" fmla="*/ 164654 h 779148"/>
              <a:gd name="csX2684" fmla="*/ 2127942 w 3429066"/>
              <a:gd name="csY2684" fmla="*/ 178970 h 779148"/>
              <a:gd name="csX2685" fmla="*/ 2121780 w 3429066"/>
              <a:gd name="csY2685" fmla="*/ 187762 h 779148"/>
              <a:gd name="csX2686" fmla="*/ 2746039 w 3429066"/>
              <a:gd name="csY2686" fmla="*/ 541606 h 779148"/>
              <a:gd name="csX2687" fmla="*/ 2729179 w 3429066"/>
              <a:gd name="csY2687" fmla="*/ 549816 h 779148"/>
              <a:gd name="csX2688" fmla="*/ 2690994 w 3429066"/>
              <a:gd name="csY2688" fmla="*/ 547759 h 779148"/>
              <a:gd name="csX2689" fmla="*/ 2674220 w 3429066"/>
              <a:gd name="csY2689" fmla="*/ 542273 h 779148"/>
              <a:gd name="csX2690" fmla="*/ 2712425 w 3429066"/>
              <a:gd name="csY2690" fmla="*/ 539777 h 779148"/>
              <a:gd name="csX2691" fmla="*/ 2746039 w 3429066"/>
              <a:gd name="csY2691" fmla="*/ 541606 h 779148"/>
              <a:gd name="csX2692" fmla="*/ 2613089 w 3429066"/>
              <a:gd name="csY2692" fmla="*/ 548130 h 779148"/>
              <a:gd name="csX2693" fmla="*/ 2597810 w 3429066"/>
              <a:gd name="csY2693" fmla="*/ 547302 h 779148"/>
              <a:gd name="csX2694" fmla="*/ 2613089 w 3429066"/>
              <a:gd name="csY2694" fmla="*/ 548130 h 779148"/>
              <a:gd name="csX2695" fmla="*/ 2524525 w 3429066"/>
              <a:gd name="csY2695" fmla="*/ 538767 h 779148"/>
              <a:gd name="csX2696" fmla="*/ 2513781 w 3429066"/>
              <a:gd name="csY2696" fmla="*/ 547330 h 779148"/>
              <a:gd name="csX2697" fmla="*/ 2524525 w 3429066"/>
              <a:gd name="csY2697" fmla="*/ 538767 h 779148"/>
              <a:gd name="csX2698" fmla="*/ 2594782 w 3429066"/>
              <a:gd name="csY2698" fmla="*/ 542549 h 779148"/>
              <a:gd name="csX2699" fmla="*/ 2574903 w 3429066"/>
              <a:gd name="csY2699" fmla="*/ 546054 h 779148"/>
              <a:gd name="csX2700" fmla="*/ 2594782 w 3429066"/>
              <a:gd name="csY2700" fmla="*/ 542549 h 779148"/>
              <a:gd name="csX2701" fmla="*/ 2860672 w 3429066"/>
              <a:gd name="csY2701" fmla="*/ 534043 h 779148"/>
              <a:gd name="csX2702" fmla="*/ 2845375 w 3429066"/>
              <a:gd name="csY2702" fmla="*/ 537805 h 779148"/>
              <a:gd name="csX2703" fmla="*/ 2860672 w 3429066"/>
              <a:gd name="csY2703" fmla="*/ 534043 h 779148"/>
              <a:gd name="csX2704" fmla="*/ 2982992 w 3429066"/>
              <a:gd name="csY2704" fmla="*/ 517793 h 779148"/>
              <a:gd name="csX2705" fmla="*/ 2973800 w 3429066"/>
              <a:gd name="csY2705" fmla="*/ 521861 h 779148"/>
              <a:gd name="csX2706" fmla="*/ 2929452 w 3429066"/>
              <a:gd name="csY2706" fmla="*/ 528614 h 779148"/>
              <a:gd name="csX2707" fmla="*/ 2943254 w 3429066"/>
              <a:gd name="csY2707" fmla="*/ 520213 h 779148"/>
              <a:gd name="csX2708" fmla="*/ 2982992 w 3429066"/>
              <a:gd name="csY2708" fmla="*/ 517793 h 779148"/>
              <a:gd name="csX2709" fmla="*/ 2765898 w 3429066"/>
              <a:gd name="csY2709" fmla="*/ 542635 h 779148"/>
              <a:gd name="csX2710" fmla="*/ 2749096 w 3429066"/>
              <a:gd name="csY2710" fmla="*/ 541749 h 779148"/>
              <a:gd name="csX2711" fmla="*/ 2765898 w 3429066"/>
              <a:gd name="csY2711" fmla="*/ 542635 h 779148"/>
              <a:gd name="csX2712" fmla="*/ 2842346 w 3429066"/>
              <a:gd name="csY2712" fmla="*/ 533043 h 779148"/>
              <a:gd name="csX2713" fmla="*/ 2833154 w 3429066"/>
              <a:gd name="csY2713" fmla="*/ 537177 h 779148"/>
              <a:gd name="csX2714" fmla="*/ 2842346 w 3429066"/>
              <a:gd name="csY2714" fmla="*/ 533043 h 779148"/>
              <a:gd name="csX2715" fmla="*/ 1894542 w 3429066"/>
              <a:gd name="csY2715" fmla="*/ 120610 h 779148"/>
              <a:gd name="csX2716" fmla="*/ 1912896 w 3429066"/>
              <a:gd name="csY2716" fmla="*/ 117010 h 779148"/>
              <a:gd name="csX2717" fmla="*/ 1894542 w 3429066"/>
              <a:gd name="csY2717" fmla="*/ 120610 h 779148"/>
              <a:gd name="csX2718" fmla="*/ 1061590 w 3429066"/>
              <a:gd name="csY2718" fmla="*/ 171636 h 779148"/>
              <a:gd name="csX2719" fmla="*/ 1070839 w 3429066"/>
              <a:gd name="csY2719" fmla="*/ 158406 h 779148"/>
              <a:gd name="csX2720" fmla="*/ 1067838 w 3429066"/>
              <a:gd name="csY2720" fmla="*/ 149119 h 779148"/>
              <a:gd name="csX2721" fmla="*/ 1073915 w 3429066"/>
              <a:gd name="csY2721" fmla="*/ 154034 h 779148"/>
              <a:gd name="csX2722" fmla="*/ 1061590 w 3429066"/>
              <a:gd name="csY2722" fmla="*/ 171636 h 779148"/>
              <a:gd name="csX2723" fmla="*/ 1024995 w 3429066"/>
              <a:gd name="csY2723" fmla="*/ 160520 h 779148"/>
              <a:gd name="csX2724" fmla="*/ 1037244 w 3429066"/>
              <a:gd name="csY2724" fmla="*/ 156624 h 779148"/>
              <a:gd name="csX2725" fmla="*/ 1024995 w 3429066"/>
              <a:gd name="csY2725" fmla="*/ 160520 h 779148"/>
              <a:gd name="csX2726" fmla="*/ 1075725 w 3429066"/>
              <a:gd name="csY2726" fmla="*/ 108390 h 779148"/>
              <a:gd name="csX2727" fmla="*/ 1084802 w 3429066"/>
              <a:gd name="csY2727" fmla="*/ 122601 h 779148"/>
              <a:gd name="csX2728" fmla="*/ 1075725 w 3429066"/>
              <a:gd name="csY2728" fmla="*/ 108390 h 779148"/>
              <a:gd name="csX2729" fmla="*/ 1040511 w 3429066"/>
              <a:gd name="csY2729" fmla="*/ 120220 h 779148"/>
              <a:gd name="csX2730" fmla="*/ 1051179 w 3429066"/>
              <a:gd name="csY2730" fmla="*/ 125373 h 779148"/>
              <a:gd name="csX2731" fmla="*/ 1058818 w 3429066"/>
              <a:gd name="csY2731" fmla="*/ 125801 h 779148"/>
              <a:gd name="csX2732" fmla="*/ 1040511 w 3429066"/>
              <a:gd name="csY2732" fmla="*/ 120220 h 779148"/>
              <a:gd name="csX2733" fmla="*/ 1073972 w 3429066"/>
              <a:gd name="csY2733" fmla="*/ 144899 h 779148"/>
              <a:gd name="csX2734" fmla="*/ 1081640 w 3429066"/>
              <a:gd name="csY2734" fmla="*/ 140718 h 779148"/>
              <a:gd name="csX2735" fmla="*/ 1083221 w 3429066"/>
              <a:gd name="csY2735" fmla="*/ 131678 h 779148"/>
              <a:gd name="csX2736" fmla="*/ 1087774 w 3429066"/>
              <a:gd name="csY2736" fmla="*/ 136498 h 779148"/>
              <a:gd name="csX2737" fmla="*/ 1097023 w 3429066"/>
              <a:gd name="csY2737" fmla="*/ 123277 h 779148"/>
              <a:gd name="csX2738" fmla="*/ 1090860 w 3429066"/>
              <a:gd name="csY2738" fmla="*/ 132069 h 779148"/>
              <a:gd name="csX2739" fmla="*/ 1092251 w 3429066"/>
              <a:gd name="csY2739" fmla="*/ 155005 h 779148"/>
              <a:gd name="csX2740" fmla="*/ 1087688 w 3429066"/>
              <a:gd name="csY2740" fmla="*/ 150185 h 779148"/>
              <a:gd name="csX2741" fmla="*/ 1086107 w 3429066"/>
              <a:gd name="csY2741" fmla="*/ 159263 h 779148"/>
              <a:gd name="csX2742" fmla="*/ 1075439 w 3429066"/>
              <a:gd name="csY2742" fmla="*/ 154119 h 779148"/>
              <a:gd name="csX2743" fmla="*/ 1073972 w 3429066"/>
              <a:gd name="csY2743" fmla="*/ 144899 h 779148"/>
              <a:gd name="csX2744" fmla="*/ 1159535 w 3429066"/>
              <a:gd name="csY2744" fmla="*/ 144918 h 779148"/>
              <a:gd name="csX2745" fmla="*/ 1177919 w 3429066"/>
              <a:gd name="csY2745" fmla="*/ 136765 h 779148"/>
              <a:gd name="csX2746" fmla="*/ 1182443 w 3429066"/>
              <a:gd name="csY2746" fmla="*/ 146185 h 779148"/>
              <a:gd name="csX2747" fmla="*/ 1164088 w 3429066"/>
              <a:gd name="csY2747" fmla="*/ 149766 h 779148"/>
              <a:gd name="csX2748" fmla="*/ 1163946 w 3429066"/>
              <a:gd name="csY2748" fmla="*/ 172598 h 779148"/>
              <a:gd name="csX2749" fmla="*/ 1189777 w 3429066"/>
              <a:gd name="csY2749" fmla="*/ 196848 h 779148"/>
              <a:gd name="csX2750" fmla="*/ 1174595 w 3429066"/>
              <a:gd name="csY2750" fmla="*/ 182342 h 779148"/>
              <a:gd name="csX2751" fmla="*/ 1172975 w 3429066"/>
              <a:gd name="csY2751" fmla="*/ 195944 h 779148"/>
              <a:gd name="csX2752" fmla="*/ 1137818 w 3429066"/>
              <a:gd name="csY2752" fmla="*/ 198620 h 779148"/>
              <a:gd name="csX2753" fmla="*/ 1151677 w 3429066"/>
              <a:gd name="csY2753" fmla="*/ 181094 h 779148"/>
              <a:gd name="csX2754" fmla="*/ 1145629 w 3429066"/>
              <a:gd name="csY2754" fmla="*/ 171617 h 779148"/>
              <a:gd name="csX2755" fmla="*/ 1154849 w 3429066"/>
              <a:gd name="csY2755" fmla="*/ 162978 h 779148"/>
              <a:gd name="csX2756" fmla="*/ 1153173 w 3429066"/>
              <a:gd name="csY2756" fmla="*/ 185752 h 779148"/>
              <a:gd name="csX2757" fmla="*/ 1166898 w 3429066"/>
              <a:gd name="csY2757" fmla="*/ 191076 h 779148"/>
              <a:gd name="csX2758" fmla="*/ 1160869 w 3429066"/>
              <a:gd name="csY2758" fmla="*/ 177017 h 779148"/>
              <a:gd name="csX2759" fmla="*/ 1162460 w 3429066"/>
              <a:gd name="csY2759" fmla="*/ 167969 h 779148"/>
              <a:gd name="csX2760" fmla="*/ 1157964 w 3429066"/>
              <a:gd name="csY2760" fmla="*/ 153976 h 779148"/>
              <a:gd name="csX2761" fmla="*/ 1159535 w 3429066"/>
              <a:gd name="csY2761" fmla="*/ 144918 h 779148"/>
              <a:gd name="csX2762" fmla="*/ 1074391 w 3429066"/>
              <a:gd name="csY2762" fmla="*/ 76310 h 779148"/>
              <a:gd name="csX2763" fmla="*/ 1091327 w 3429066"/>
              <a:gd name="csY2763" fmla="*/ 54345 h 779148"/>
              <a:gd name="csX2764" fmla="*/ 1097442 w 3429066"/>
              <a:gd name="csY2764" fmla="*/ 54678 h 779148"/>
              <a:gd name="csX2765" fmla="*/ 1135761 w 3429066"/>
              <a:gd name="csY2765" fmla="*/ 33914 h 779148"/>
              <a:gd name="csX2766" fmla="*/ 1141781 w 3429066"/>
              <a:gd name="csY2766" fmla="*/ 47925 h 779148"/>
              <a:gd name="csX2767" fmla="*/ 1137018 w 3429066"/>
              <a:gd name="csY2767" fmla="*/ 79672 h 779148"/>
              <a:gd name="csX2768" fmla="*/ 1124769 w 3429066"/>
              <a:gd name="csY2768" fmla="*/ 83615 h 779148"/>
              <a:gd name="csX2769" fmla="*/ 1139952 w 3429066"/>
              <a:gd name="csY2769" fmla="*/ 98150 h 779148"/>
              <a:gd name="csX2770" fmla="*/ 1138314 w 3429066"/>
              <a:gd name="csY2770" fmla="*/ 116334 h 779148"/>
              <a:gd name="csX2771" fmla="*/ 1109329 w 3429066"/>
              <a:gd name="csY2771" fmla="*/ 110180 h 779148"/>
              <a:gd name="csX2772" fmla="*/ 1113958 w 3429066"/>
              <a:gd name="csY2772" fmla="*/ 101322 h 779148"/>
              <a:gd name="csX2773" fmla="*/ 1120207 w 3429066"/>
              <a:gd name="csY2773" fmla="*/ 78767 h 779148"/>
              <a:gd name="csX2774" fmla="*/ 1112510 w 3429066"/>
              <a:gd name="csY2774" fmla="*/ 87520 h 779148"/>
              <a:gd name="csX2775" fmla="*/ 1080430 w 3429066"/>
              <a:gd name="csY2775" fmla="*/ 85796 h 779148"/>
              <a:gd name="csX2776" fmla="*/ 1074391 w 3429066"/>
              <a:gd name="csY2776" fmla="*/ 76310 h 779148"/>
              <a:gd name="csX2777" fmla="*/ 1103462 w 3429066"/>
              <a:gd name="csY2777" fmla="*/ 68747 h 779148"/>
              <a:gd name="csX2778" fmla="*/ 1107986 w 3429066"/>
              <a:gd name="csY2778" fmla="*/ 78129 h 779148"/>
              <a:gd name="csX2779" fmla="*/ 1097385 w 3429066"/>
              <a:gd name="csY2779" fmla="*/ 63822 h 779148"/>
              <a:gd name="csX2780" fmla="*/ 1103462 w 3429066"/>
              <a:gd name="csY2780" fmla="*/ 68747 h 779148"/>
              <a:gd name="csX2781" fmla="*/ 1145848 w 3429066"/>
              <a:gd name="csY2781" fmla="*/ 135041 h 779148"/>
              <a:gd name="csX2782" fmla="*/ 1142733 w 3429066"/>
              <a:gd name="csY2782" fmla="*/ 144013 h 779148"/>
              <a:gd name="csX2783" fmla="*/ 1151868 w 3429066"/>
              <a:gd name="csY2783" fmla="*/ 149100 h 779148"/>
              <a:gd name="csX2784" fmla="*/ 1148839 w 3429066"/>
              <a:gd name="csY2784" fmla="*/ 144347 h 779148"/>
              <a:gd name="csX2785" fmla="*/ 1145896 w 3429066"/>
              <a:gd name="csY2785" fmla="*/ 125897 h 779148"/>
              <a:gd name="csX2786" fmla="*/ 1155097 w 3429066"/>
              <a:gd name="csY2786" fmla="*/ 121830 h 779148"/>
              <a:gd name="csX2787" fmla="*/ 1152001 w 3429066"/>
              <a:gd name="csY2787" fmla="*/ 126230 h 779148"/>
              <a:gd name="csX2788" fmla="*/ 1162707 w 3429066"/>
              <a:gd name="csY2788" fmla="*/ 126802 h 779148"/>
              <a:gd name="csX2789" fmla="*/ 1158069 w 3429066"/>
              <a:gd name="csY2789" fmla="*/ 135698 h 779148"/>
              <a:gd name="csX2790" fmla="*/ 1136523 w 3429066"/>
              <a:gd name="csY2790" fmla="*/ 161968 h 779148"/>
              <a:gd name="csX2791" fmla="*/ 1138133 w 3429066"/>
              <a:gd name="csY2791" fmla="*/ 148366 h 779148"/>
              <a:gd name="csX2792" fmla="*/ 1128855 w 3429066"/>
              <a:gd name="csY2792" fmla="*/ 166149 h 779148"/>
              <a:gd name="csX2793" fmla="*/ 1124388 w 3429066"/>
              <a:gd name="csY2793" fmla="*/ 147614 h 779148"/>
              <a:gd name="csX2794" fmla="*/ 1139790 w 3429066"/>
              <a:gd name="csY2794" fmla="*/ 125592 h 779148"/>
              <a:gd name="csX2795" fmla="*/ 1139685 w 3429066"/>
              <a:gd name="csY2795" fmla="*/ 143870 h 779148"/>
              <a:gd name="csX2796" fmla="*/ 1145848 w 3429066"/>
              <a:gd name="csY2796" fmla="*/ 135041 h 779148"/>
              <a:gd name="csX2797" fmla="*/ 1020223 w 3429066"/>
              <a:gd name="csY2797" fmla="*/ 192286 h 779148"/>
              <a:gd name="csX2798" fmla="*/ 1024852 w 3429066"/>
              <a:gd name="csY2798" fmla="*/ 183361 h 779148"/>
              <a:gd name="csX2799" fmla="*/ 1037072 w 3429066"/>
              <a:gd name="csY2799" fmla="*/ 184037 h 779148"/>
              <a:gd name="csX2800" fmla="*/ 1049207 w 3429066"/>
              <a:gd name="csY2800" fmla="*/ 198420 h 779148"/>
              <a:gd name="csX2801" fmla="*/ 1041597 w 3429066"/>
              <a:gd name="csY2801" fmla="*/ 193438 h 779148"/>
              <a:gd name="csX2802" fmla="*/ 1041511 w 3429066"/>
              <a:gd name="csY2802" fmla="*/ 207135 h 779148"/>
              <a:gd name="csX2803" fmla="*/ 1058294 w 3429066"/>
              <a:gd name="csY2803" fmla="*/ 212631 h 779148"/>
              <a:gd name="csX2804" fmla="*/ 1050608 w 3429066"/>
              <a:gd name="csY2804" fmla="*/ 221347 h 779148"/>
              <a:gd name="csX2805" fmla="*/ 1042911 w 3429066"/>
              <a:gd name="csY2805" fmla="*/ 230081 h 779148"/>
              <a:gd name="csX2806" fmla="*/ 1021499 w 3429066"/>
              <a:gd name="csY2806" fmla="*/ 233529 h 779148"/>
              <a:gd name="csX2807" fmla="*/ 1023156 w 3429066"/>
              <a:gd name="csY2807" fmla="*/ 210745 h 779148"/>
              <a:gd name="csX2808" fmla="*/ 1041425 w 3429066"/>
              <a:gd name="csY2808" fmla="*/ 220851 h 779148"/>
              <a:gd name="csX2809" fmla="*/ 1032396 w 3429066"/>
              <a:gd name="csY2809" fmla="*/ 197534 h 779148"/>
              <a:gd name="csX2810" fmla="*/ 1036892 w 3429066"/>
              <a:gd name="csY2810" fmla="*/ 211488 h 779148"/>
              <a:gd name="csX2811" fmla="*/ 1020223 w 3429066"/>
              <a:gd name="csY2811" fmla="*/ 192286 h 779148"/>
              <a:gd name="csX2812" fmla="*/ 1182500 w 3429066"/>
              <a:gd name="csY2812" fmla="*/ 137022 h 779148"/>
              <a:gd name="csX2813" fmla="*/ 1199274 w 3429066"/>
              <a:gd name="csY2813" fmla="*/ 142489 h 779148"/>
              <a:gd name="csX2814" fmla="*/ 1202436 w 3429066"/>
              <a:gd name="csY2814" fmla="*/ 124392 h 779148"/>
              <a:gd name="csX2815" fmla="*/ 1211466 w 3429066"/>
              <a:gd name="csY2815" fmla="*/ 147737 h 779148"/>
              <a:gd name="csX2816" fmla="*/ 1211380 w 3429066"/>
              <a:gd name="csY2816" fmla="*/ 161444 h 779148"/>
              <a:gd name="csX2817" fmla="*/ 1199140 w 3429066"/>
              <a:gd name="csY2817" fmla="*/ 165349 h 779148"/>
              <a:gd name="csX2818" fmla="*/ 1205379 w 3429066"/>
              <a:gd name="csY2818" fmla="*/ 142823 h 779148"/>
              <a:gd name="csX2819" fmla="*/ 1203789 w 3429066"/>
              <a:gd name="csY2819" fmla="*/ 151890 h 779148"/>
              <a:gd name="csX2820" fmla="*/ 1193102 w 3429066"/>
              <a:gd name="csY2820" fmla="*/ 151319 h 779148"/>
              <a:gd name="csX2821" fmla="*/ 1188406 w 3429066"/>
              <a:gd name="csY2821" fmla="*/ 169359 h 779148"/>
              <a:gd name="csX2822" fmla="*/ 1182500 w 3429066"/>
              <a:gd name="csY2822" fmla="*/ 137022 h 779148"/>
              <a:gd name="csX2823" fmla="*/ 974646 w 3429066"/>
              <a:gd name="csY2823" fmla="*/ 148652 h 779148"/>
              <a:gd name="csX2824" fmla="*/ 965511 w 3429066"/>
              <a:gd name="csY2824" fmla="*/ 143594 h 779148"/>
              <a:gd name="csX2825" fmla="*/ 974646 w 3429066"/>
              <a:gd name="csY2825" fmla="*/ 148652 h 779148"/>
              <a:gd name="csX2826" fmla="*/ 59560 w 3429066"/>
              <a:gd name="csY2826" fmla="*/ 391911 h 779148"/>
              <a:gd name="csX2827" fmla="*/ 39681 w 3429066"/>
              <a:gd name="csY2827" fmla="*/ 395387 h 779148"/>
              <a:gd name="csX2828" fmla="*/ 59560 w 3429066"/>
              <a:gd name="csY2828" fmla="*/ 391911 h 779148"/>
              <a:gd name="csX2829" fmla="*/ 973064 w 3429066"/>
              <a:gd name="csY2829" fmla="*/ 157748 h 779148"/>
              <a:gd name="csX2830" fmla="*/ 980837 w 3429066"/>
              <a:gd name="csY2830" fmla="*/ 135288 h 779148"/>
              <a:gd name="csX2831" fmla="*/ 992972 w 3429066"/>
              <a:gd name="csY2831" fmla="*/ 149652 h 779148"/>
              <a:gd name="csX2832" fmla="*/ 979227 w 3429066"/>
              <a:gd name="csY2832" fmla="*/ 148900 h 779148"/>
              <a:gd name="csX2833" fmla="*/ 982256 w 3429066"/>
              <a:gd name="csY2833" fmla="*/ 153643 h 779148"/>
              <a:gd name="csX2834" fmla="*/ 973064 w 3429066"/>
              <a:gd name="csY2834" fmla="*/ 157748 h 779148"/>
              <a:gd name="csX2835" fmla="*/ 36509 w 3429066"/>
              <a:gd name="csY2835" fmla="*/ 162016 h 779148"/>
              <a:gd name="csX2836" fmla="*/ 42672 w 3429066"/>
              <a:gd name="csY2836" fmla="*/ 153176 h 779148"/>
              <a:gd name="csX2837" fmla="*/ 42786 w 3429066"/>
              <a:gd name="csY2837" fmla="*/ 134898 h 779148"/>
              <a:gd name="csX2838" fmla="*/ 61170 w 3429066"/>
              <a:gd name="csY2838" fmla="*/ 126763 h 779148"/>
              <a:gd name="csX2839" fmla="*/ 91802 w 3429066"/>
              <a:gd name="csY2839" fmla="*/ 114676 h 779148"/>
              <a:gd name="csX2840" fmla="*/ 96355 w 3429066"/>
              <a:gd name="csY2840" fmla="*/ 119524 h 779148"/>
              <a:gd name="csX2841" fmla="*/ 142284 w 3429066"/>
              <a:gd name="csY2841" fmla="*/ 103713 h 779148"/>
              <a:gd name="csX2842" fmla="*/ 151419 w 3429066"/>
              <a:gd name="csY2842" fmla="*/ 108761 h 779148"/>
              <a:gd name="csX2843" fmla="*/ 157582 w 3429066"/>
              <a:gd name="csY2843" fmla="*/ 99951 h 779148"/>
              <a:gd name="csX2844" fmla="*/ 165192 w 3429066"/>
              <a:gd name="csY2844" fmla="*/ 104942 h 779148"/>
              <a:gd name="csX2845" fmla="*/ 200339 w 3429066"/>
              <a:gd name="csY2845" fmla="*/ 102265 h 779148"/>
              <a:gd name="csX2846" fmla="*/ 201740 w 3429066"/>
              <a:gd name="csY2846" fmla="*/ 125211 h 779148"/>
              <a:gd name="csX2847" fmla="*/ 201873 w 3429066"/>
              <a:gd name="csY2847" fmla="*/ 102341 h 779148"/>
              <a:gd name="csX2848" fmla="*/ 223342 w 3429066"/>
              <a:gd name="csY2848" fmla="*/ 89787 h 779148"/>
              <a:gd name="csX2849" fmla="*/ 229429 w 3429066"/>
              <a:gd name="csY2849" fmla="*/ 94712 h 779148"/>
              <a:gd name="csX2850" fmla="*/ 240116 w 3429066"/>
              <a:gd name="csY2850" fmla="*/ 95293 h 779148"/>
              <a:gd name="csX2851" fmla="*/ 247860 w 3429066"/>
              <a:gd name="csY2851" fmla="*/ 77405 h 779148"/>
              <a:gd name="csX2852" fmla="*/ 241887 w 3429066"/>
              <a:gd name="csY2852" fmla="*/ 54221 h 779148"/>
              <a:gd name="csX2853" fmla="*/ 238658 w 3429066"/>
              <a:gd name="csY2853" fmla="*/ 81501 h 779148"/>
              <a:gd name="csX2854" fmla="*/ 228009 w 3429066"/>
              <a:gd name="csY2854" fmla="*/ 76329 h 779148"/>
              <a:gd name="csX2855" fmla="*/ 228114 w 3429066"/>
              <a:gd name="csY2855" fmla="*/ 58041 h 779148"/>
              <a:gd name="csX2856" fmla="*/ 220304 w 3429066"/>
              <a:gd name="csY2856" fmla="*/ 85063 h 779148"/>
              <a:gd name="csX2857" fmla="*/ 221952 w 3429066"/>
              <a:gd name="csY2857" fmla="*/ 66851 h 779148"/>
              <a:gd name="csX2858" fmla="*/ 209702 w 3429066"/>
              <a:gd name="csY2858" fmla="*/ 70766 h 779148"/>
              <a:gd name="csX2859" fmla="*/ 192796 w 3429066"/>
              <a:gd name="csY2859" fmla="*/ 88140 h 779148"/>
              <a:gd name="csX2860" fmla="*/ 202035 w 3429066"/>
              <a:gd name="csY2860" fmla="*/ 74909 h 779148"/>
              <a:gd name="csX2861" fmla="*/ 196015 w 3429066"/>
              <a:gd name="csY2861" fmla="*/ 60879 h 779148"/>
              <a:gd name="csX2862" fmla="*/ 197482 w 3429066"/>
              <a:gd name="csY2862" fmla="*/ 70099 h 779148"/>
              <a:gd name="csX2863" fmla="*/ 192881 w 3429066"/>
              <a:gd name="csY2863" fmla="*/ 74462 h 779148"/>
              <a:gd name="csX2864" fmla="*/ 185195 w 3429066"/>
              <a:gd name="csY2864" fmla="*/ 83158 h 779148"/>
              <a:gd name="csX2865" fmla="*/ 189824 w 3429066"/>
              <a:gd name="csY2865" fmla="*/ 74271 h 779148"/>
              <a:gd name="csX2866" fmla="*/ 192996 w 3429066"/>
              <a:gd name="csY2866" fmla="*/ 56174 h 779148"/>
              <a:gd name="csX2867" fmla="*/ 177775 w 3429066"/>
              <a:gd name="csY2867" fmla="*/ 46172 h 779148"/>
              <a:gd name="csX2868" fmla="*/ 185328 w 3429066"/>
              <a:gd name="csY2868" fmla="*/ 60298 h 779148"/>
              <a:gd name="csX2869" fmla="*/ 179080 w 3429066"/>
              <a:gd name="csY2869" fmla="*/ 82825 h 779148"/>
              <a:gd name="csX2870" fmla="*/ 177689 w 3429066"/>
              <a:gd name="csY2870" fmla="*/ 59879 h 779148"/>
              <a:gd name="csX2871" fmla="*/ 167116 w 3429066"/>
              <a:gd name="csY2871" fmla="*/ 41038 h 779148"/>
              <a:gd name="csX2872" fmla="*/ 174831 w 3429066"/>
              <a:gd name="csY2872" fmla="*/ 27723 h 779148"/>
              <a:gd name="csX2873" fmla="*/ 173450 w 3429066"/>
              <a:gd name="csY2873" fmla="*/ 4786 h 779148"/>
              <a:gd name="csX2874" fmla="*/ 184147 w 3429066"/>
              <a:gd name="csY2874" fmla="*/ 5377 h 779148"/>
              <a:gd name="csX2875" fmla="*/ 190281 w 3429066"/>
              <a:gd name="csY2875" fmla="*/ 1138 h 779148"/>
              <a:gd name="csX2876" fmla="*/ 213131 w 3429066"/>
              <a:gd name="csY2876" fmla="*/ 11520 h 779148"/>
              <a:gd name="csX2877" fmla="*/ 219265 w 3429066"/>
              <a:gd name="csY2877" fmla="*/ 7272 h 779148"/>
              <a:gd name="csX2878" fmla="*/ 254365 w 3429066"/>
              <a:gd name="csY2878" fmla="*/ 13740 h 779148"/>
              <a:gd name="csX2879" fmla="*/ 266548 w 3429066"/>
              <a:gd name="csY2879" fmla="*/ 18998 h 779148"/>
              <a:gd name="csX2880" fmla="*/ 344300 w 3429066"/>
              <a:gd name="csY2880" fmla="*/ 46049 h 779148"/>
              <a:gd name="csX2881" fmla="*/ 350358 w 3429066"/>
              <a:gd name="csY2881" fmla="*/ 55516 h 779148"/>
              <a:gd name="csX2882" fmla="*/ 367160 w 3429066"/>
              <a:gd name="csY2882" fmla="*/ 56412 h 779148"/>
              <a:gd name="csX2883" fmla="*/ 379381 w 3429066"/>
              <a:gd name="csY2883" fmla="*/ 57098 h 779148"/>
              <a:gd name="csX2884" fmla="*/ 386925 w 3429066"/>
              <a:gd name="csY2884" fmla="*/ 71204 h 779148"/>
              <a:gd name="csX2885" fmla="*/ 411394 w 3429066"/>
              <a:gd name="csY2885" fmla="*/ 67956 h 779148"/>
              <a:gd name="csX2886" fmla="*/ 408251 w 3429066"/>
              <a:gd name="csY2886" fmla="*/ 81510 h 779148"/>
              <a:gd name="csX2887" fmla="*/ 420557 w 3429066"/>
              <a:gd name="csY2887" fmla="*/ 68461 h 779148"/>
              <a:gd name="csX2888" fmla="*/ 434159 w 3429066"/>
              <a:gd name="csY2888" fmla="*/ 92045 h 779148"/>
              <a:gd name="csX2889" fmla="*/ 460172 w 3429066"/>
              <a:gd name="csY2889" fmla="*/ 84330 h 779148"/>
              <a:gd name="csX2890" fmla="*/ 464706 w 3429066"/>
              <a:gd name="csY2890" fmla="*/ 93683 h 779148"/>
              <a:gd name="csX2891" fmla="*/ 469316 w 3429066"/>
              <a:gd name="csY2891" fmla="*/ 89368 h 779148"/>
              <a:gd name="csX2892" fmla="*/ 496719 w 3429066"/>
              <a:gd name="csY2892" fmla="*/ 104599 h 779148"/>
              <a:gd name="csX2893" fmla="*/ 504415 w 3429066"/>
              <a:gd name="csY2893" fmla="*/ 95864 h 779148"/>
              <a:gd name="csX2894" fmla="*/ 505863 w 3429066"/>
              <a:gd name="csY2894" fmla="*/ 109637 h 779148"/>
              <a:gd name="csX2895" fmla="*/ 527237 w 3429066"/>
              <a:gd name="csY2895" fmla="*/ 110809 h 779148"/>
              <a:gd name="csX2896" fmla="*/ 528818 w 3429066"/>
              <a:gd name="csY2896" fmla="*/ 101732 h 779148"/>
              <a:gd name="csX2897" fmla="*/ 540972 w 3429066"/>
              <a:gd name="csY2897" fmla="*/ 111543 h 779148"/>
              <a:gd name="csX2898" fmla="*/ 545611 w 3429066"/>
              <a:gd name="csY2898" fmla="*/ 102627 h 779148"/>
              <a:gd name="csX2899" fmla="*/ 562366 w 3429066"/>
              <a:gd name="csY2899" fmla="*/ 112686 h 779148"/>
              <a:gd name="csX2900" fmla="*/ 576139 w 3429066"/>
              <a:gd name="csY2900" fmla="*/ 108866 h 779148"/>
              <a:gd name="csX2901" fmla="*/ 585359 w 3429066"/>
              <a:gd name="csY2901" fmla="*/ 100236 h 779148"/>
              <a:gd name="csX2902" fmla="*/ 617430 w 3429066"/>
              <a:gd name="csY2902" fmla="*/ 101951 h 779148"/>
              <a:gd name="csX2903" fmla="*/ 641871 w 3429066"/>
              <a:gd name="csY2903" fmla="*/ 103294 h 779148"/>
              <a:gd name="csX2904" fmla="*/ 648033 w 3429066"/>
              <a:gd name="csY2904" fmla="*/ 94455 h 779148"/>
              <a:gd name="csX2905" fmla="*/ 652596 w 3429066"/>
              <a:gd name="csY2905" fmla="*/ 99284 h 779148"/>
              <a:gd name="csX2906" fmla="*/ 664864 w 3429066"/>
              <a:gd name="csY2906" fmla="*/ 90797 h 779148"/>
              <a:gd name="csX2907" fmla="*/ 690801 w 3429066"/>
              <a:gd name="csY2907" fmla="*/ 96750 h 779148"/>
              <a:gd name="csX2908" fmla="*/ 695401 w 3429066"/>
              <a:gd name="csY2908" fmla="*/ 92435 h 779148"/>
              <a:gd name="csX2909" fmla="*/ 703021 w 3429066"/>
              <a:gd name="csY2909" fmla="*/ 97445 h 779148"/>
              <a:gd name="csX2910" fmla="*/ 709184 w 3429066"/>
              <a:gd name="csY2910" fmla="*/ 88606 h 779148"/>
              <a:gd name="csX2911" fmla="*/ 713737 w 3429066"/>
              <a:gd name="csY2911" fmla="*/ 93445 h 779148"/>
              <a:gd name="csX2912" fmla="*/ 719871 w 3429066"/>
              <a:gd name="csY2912" fmla="*/ 89178 h 779148"/>
              <a:gd name="csX2913" fmla="*/ 754999 w 3429066"/>
              <a:gd name="csY2913" fmla="*/ 91092 h 779148"/>
              <a:gd name="csX2914" fmla="*/ 759552 w 3429066"/>
              <a:gd name="csY2914" fmla="*/ 95912 h 779148"/>
              <a:gd name="csX2915" fmla="*/ 780955 w 3429066"/>
              <a:gd name="csY2915" fmla="*/ 92502 h 779148"/>
              <a:gd name="csX2916" fmla="*/ 806948 w 3429066"/>
              <a:gd name="csY2916" fmla="*/ 89330 h 779148"/>
              <a:gd name="csX2917" fmla="*/ 802291 w 3429066"/>
              <a:gd name="csY2917" fmla="*/ 102789 h 779148"/>
              <a:gd name="csX2918" fmla="*/ 808482 w 3429066"/>
              <a:gd name="csY2918" fmla="*/ 89397 h 779148"/>
              <a:gd name="csX2919" fmla="*/ 823732 w 3429066"/>
              <a:gd name="csY2919" fmla="*/ 94788 h 779148"/>
              <a:gd name="csX2920" fmla="*/ 828389 w 3429066"/>
              <a:gd name="csY2920" fmla="*/ 81329 h 779148"/>
              <a:gd name="csX2921" fmla="*/ 871157 w 3429066"/>
              <a:gd name="csY2921" fmla="*/ 83644 h 779148"/>
              <a:gd name="csX2922" fmla="*/ 880386 w 3429066"/>
              <a:gd name="csY2922" fmla="*/ 75005 h 779148"/>
              <a:gd name="csX2923" fmla="*/ 909371 w 3429066"/>
              <a:gd name="csY2923" fmla="*/ 81139 h 779148"/>
              <a:gd name="csX2924" fmla="*/ 918562 w 3429066"/>
              <a:gd name="csY2924" fmla="*/ 77081 h 779148"/>
              <a:gd name="csX2925" fmla="*/ 926144 w 3429066"/>
              <a:gd name="csY2925" fmla="*/ 86625 h 779148"/>
              <a:gd name="csX2926" fmla="*/ 933802 w 3429066"/>
              <a:gd name="csY2926" fmla="*/ 82453 h 779148"/>
              <a:gd name="csX2927" fmla="*/ 970397 w 3429066"/>
              <a:gd name="csY2927" fmla="*/ 93597 h 779148"/>
              <a:gd name="csX2928" fmla="*/ 959682 w 3429066"/>
              <a:gd name="csY2928" fmla="*/ 97588 h 779148"/>
              <a:gd name="csX2929" fmla="*/ 948985 w 3429066"/>
              <a:gd name="csY2929" fmla="*/ 97007 h 779148"/>
              <a:gd name="csX2930" fmla="*/ 939746 w 3429066"/>
              <a:gd name="csY2930" fmla="*/ 110209 h 779148"/>
              <a:gd name="csX2931" fmla="*/ 936774 w 3429066"/>
              <a:gd name="csY2931" fmla="*/ 96341 h 779148"/>
              <a:gd name="csX2932" fmla="*/ 927583 w 3429066"/>
              <a:gd name="csY2932" fmla="*/ 100398 h 779148"/>
              <a:gd name="csX2933" fmla="*/ 932031 w 3429066"/>
              <a:gd name="csY2933" fmla="*/ 123515 h 779148"/>
              <a:gd name="csX2934" fmla="*/ 909095 w 3429066"/>
              <a:gd name="csY2934" fmla="*/ 126859 h 779148"/>
              <a:gd name="csX2935" fmla="*/ 913514 w 3429066"/>
              <a:gd name="csY2935" fmla="*/ 154548 h 779148"/>
              <a:gd name="csX2936" fmla="*/ 887587 w 3429066"/>
              <a:gd name="csY2936" fmla="*/ 148576 h 779148"/>
              <a:gd name="csX2937" fmla="*/ 885977 w 3429066"/>
              <a:gd name="csY2937" fmla="*/ 162187 h 779148"/>
              <a:gd name="csX2938" fmla="*/ 879862 w 3429066"/>
              <a:gd name="csY2938" fmla="*/ 161854 h 779148"/>
              <a:gd name="csX2939" fmla="*/ 881501 w 3429066"/>
              <a:gd name="csY2939" fmla="*/ 143651 h 779148"/>
              <a:gd name="csX2940" fmla="*/ 852430 w 3429066"/>
              <a:gd name="csY2940" fmla="*/ 151262 h 779148"/>
              <a:gd name="csX2941" fmla="*/ 855459 w 3429066"/>
              <a:gd name="csY2941" fmla="*/ 155967 h 779148"/>
              <a:gd name="csX2942" fmla="*/ 827970 w 3429066"/>
              <a:gd name="csY2942" fmla="*/ 154481 h 779148"/>
              <a:gd name="csX2943" fmla="*/ 818721 w 3429066"/>
              <a:gd name="csY2943" fmla="*/ 167730 h 779148"/>
              <a:gd name="csX2944" fmla="*/ 809615 w 3429066"/>
              <a:gd name="csY2944" fmla="*/ 158082 h 779148"/>
              <a:gd name="csX2945" fmla="*/ 806510 w 3429066"/>
              <a:gd name="csY2945" fmla="*/ 167045 h 779148"/>
              <a:gd name="csX2946" fmla="*/ 797319 w 3429066"/>
              <a:gd name="csY2946" fmla="*/ 171131 h 779148"/>
              <a:gd name="csX2947" fmla="*/ 809501 w 3429066"/>
              <a:gd name="csY2947" fmla="*/ 176379 h 779148"/>
              <a:gd name="csX2948" fmla="*/ 813978 w 3429066"/>
              <a:gd name="csY2948" fmla="*/ 194886 h 779148"/>
              <a:gd name="csX2949" fmla="*/ 817055 w 3429066"/>
              <a:gd name="csY2949" fmla="*/ 190486 h 779148"/>
              <a:gd name="csX2950" fmla="*/ 814073 w 3429066"/>
              <a:gd name="csY2950" fmla="*/ 176598 h 779148"/>
              <a:gd name="csX2951" fmla="*/ 904161 w 3429066"/>
              <a:gd name="csY2951" fmla="*/ 186066 h 779148"/>
              <a:gd name="csX2952" fmla="*/ 904075 w 3429066"/>
              <a:gd name="csY2952" fmla="*/ 199754 h 779148"/>
              <a:gd name="csX2953" fmla="*/ 930050 w 3429066"/>
              <a:gd name="csY2953" fmla="*/ 201163 h 779148"/>
              <a:gd name="csX2954" fmla="*/ 933164 w 3429066"/>
              <a:gd name="csY2954" fmla="*/ 192191 h 779148"/>
              <a:gd name="csX2955" fmla="*/ 940651 w 3429066"/>
              <a:gd name="csY2955" fmla="*/ 215441 h 779148"/>
              <a:gd name="csX2956" fmla="*/ 943813 w 3429066"/>
              <a:gd name="csY2956" fmla="*/ 197325 h 779148"/>
              <a:gd name="csX2957" fmla="*/ 948347 w 3429066"/>
              <a:gd name="csY2957" fmla="*/ 206726 h 779148"/>
              <a:gd name="csX2958" fmla="*/ 939022 w 3429066"/>
              <a:gd name="csY2958" fmla="*/ 233653 h 779148"/>
              <a:gd name="csX2959" fmla="*/ 925306 w 3429066"/>
              <a:gd name="csY2959" fmla="*/ 228348 h 779148"/>
              <a:gd name="csX2960" fmla="*/ 929973 w 3429066"/>
              <a:gd name="csY2960" fmla="*/ 214879 h 779148"/>
              <a:gd name="csX2961" fmla="*/ 922258 w 3429066"/>
              <a:gd name="csY2961" fmla="*/ 228186 h 779148"/>
              <a:gd name="csX2962" fmla="*/ 910038 w 3429066"/>
              <a:gd name="csY2962" fmla="*/ 227509 h 779148"/>
              <a:gd name="csX2963" fmla="*/ 914667 w 3429066"/>
              <a:gd name="csY2963" fmla="*/ 218632 h 779148"/>
              <a:gd name="csX2964" fmla="*/ 905456 w 3429066"/>
              <a:gd name="csY2964" fmla="*/ 227271 h 779148"/>
              <a:gd name="csX2965" fmla="*/ 879491 w 3429066"/>
              <a:gd name="csY2965" fmla="*/ 225890 h 779148"/>
              <a:gd name="csX2966" fmla="*/ 868880 w 3429066"/>
              <a:gd name="csY2966" fmla="*/ 211574 h 779148"/>
              <a:gd name="csX2967" fmla="*/ 865765 w 3429066"/>
              <a:gd name="csY2967" fmla="*/ 220566 h 779148"/>
              <a:gd name="csX2968" fmla="*/ 821503 w 3429066"/>
              <a:gd name="csY2968" fmla="*/ 213603 h 779148"/>
              <a:gd name="csX2969" fmla="*/ 829189 w 3429066"/>
              <a:gd name="csY2969" fmla="*/ 204868 h 779148"/>
              <a:gd name="csX2970" fmla="*/ 815369 w 3429066"/>
              <a:gd name="csY2970" fmla="*/ 217822 h 779148"/>
              <a:gd name="csX2971" fmla="*/ 763467 w 3429066"/>
              <a:gd name="csY2971" fmla="*/ 210450 h 779148"/>
              <a:gd name="csX2972" fmla="*/ 762029 w 3429066"/>
              <a:gd name="csY2972" fmla="*/ 196677 h 779148"/>
              <a:gd name="csX2973" fmla="*/ 755866 w 3429066"/>
              <a:gd name="csY2973" fmla="*/ 205488 h 779148"/>
              <a:gd name="csX2974" fmla="*/ 719233 w 3429066"/>
              <a:gd name="csY2974" fmla="*/ 198925 h 779148"/>
              <a:gd name="csX2975" fmla="*/ 700888 w 3429066"/>
              <a:gd name="csY2975" fmla="*/ 202497 h 779148"/>
              <a:gd name="csX2976" fmla="*/ 688696 w 3429066"/>
              <a:gd name="csY2976" fmla="*/ 197296 h 779148"/>
              <a:gd name="csX2977" fmla="*/ 681038 w 3429066"/>
              <a:gd name="csY2977" fmla="*/ 201430 h 779148"/>
              <a:gd name="csX2978" fmla="*/ 674980 w 3429066"/>
              <a:gd name="csY2978" fmla="*/ 191953 h 779148"/>
              <a:gd name="csX2979" fmla="*/ 656596 w 3429066"/>
              <a:gd name="csY2979" fmla="*/ 200116 h 779148"/>
              <a:gd name="csX2980" fmla="*/ 653482 w 3429066"/>
              <a:gd name="csY2980" fmla="*/ 209088 h 779148"/>
              <a:gd name="csX2981" fmla="*/ 642823 w 3429066"/>
              <a:gd name="csY2981" fmla="*/ 203925 h 779148"/>
              <a:gd name="csX2982" fmla="*/ 633641 w 3429066"/>
              <a:gd name="csY2982" fmla="*/ 208012 h 779148"/>
              <a:gd name="csX2983" fmla="*/ 623002 w 3429066"/>
              <a:gd name="csY2983" fmla="*/ 198296 h 779148"/>
              <a:gd name="csX2984" fmla="*/ 627555 w 3429066"/>
              <a:gd name="csY2984" fmla="*/ 203116 h 779148"/>
              <a:gd name="csX2985" fmla="*/ 618363 w 3429066"/>
              <a:gd name="csY2985" fmla="*/ 207183 h 779148"/>
              <a:gd name="csX2986" fmla="*/ 558794 w 3429066"/>
              <a:gd name="csY2986" fmla="*/ 203983 h 779148"/>
              <a:gd name="csX2987" fmla="*/ 528257 w 3429066"/>
              <a:gd name="csY2987" fmla="*/ 202335 h 779148"/>
              <a:gd name="csX2988" fmla="*/ 522170 w 3429066"/>
              <a:gd name="csY2988" fmla="*/ 197429 h 779148"/>
              <a:gd name="csX2989" fmla="*/ 505396 w 3429066"/>
              <a:gd name="csY2989" fmla="*/ 191924 h 779148"/>
              <a:gd name="csX2990" fmla="*/ 487013 w 3429066"/>
              <a:gd name="csY2990" fmla="*/ 200077 h 779148"/>
              <a:gd name="csX2991" fmla="*/ 491623 w 3429066"/>
              <a:gd name="csY2991" fmla="*/ 195763 h 779148"/>
              <a:gd name="csX2992" fmla="*/ 485489 w 3429066"/>
              <a:gd name="csY2992" fmla="*/ 200001 h 779148"/>
              <a:gd name="csX2993" fmla="*/ 473335 w 3429066"/>
              <a:gd name="csY2993" fmla="*/ 190190 h 779148"/>
              <a:gd name="csX2994" fmla="*/ 476355 w 3429066"/>
              <a:gd name="csY2994" fmla="*/ 194934 h 779148"/>
              <a:gd name="csX2995" fmla="*/ 448837 w 3429066"/>
              <a:gd name="csY2995" fmla="*/ 198020 h 779148"/>
              <a:gd name="csX2996" fmla="*/ 426044 w 3429066"/>
              <a:gd name="csY2996" fmla="*/ 178503 h 779148"/>
              <a:gd name="csX2997" fmla="*/ 432035 w 3429066"/>
              <a:gd name="csY2997" fmla="*/ 197106 h 779148"/>
              <a:gd name="csX2998" fmla="*/ 412128 w 3429066"/>
              <a:gd name="csY2998" fmla="*/ 205202 h 779148"/>
              <a:gd name="csX2999" fmla="*/ 393849 w 3429066"/>
              <a:gd name="csY2999" fmla="*/ 195058 h 779148"/>
              <a:gd name="csX3000" fmla="*/ 398459 w 3429066"/>
              <a:gd name="csY3000" fmla="*/ 190714 h 779148"/>
              <a:gd name="csX3001" fmla="*/ 392268 w 3429066"/>
              <a:gd name="csY3001" fmla="*/ 204126 h 779148"/>
              <a:gd name="csX3002" fmla="*/ 386220 w 3429066"/>
              <a:gd name="csY3002" fmla="*/ 194629 h 779148"/>
              <a:gd name="csX3003" fmla="*/ 351044 w 3429066"/>
              <a:gd name="csY3003" fmla="*/ 201897 h 779148"/>
              <a:gd name="csX3004" fmla="*/ 341928 w 3429066"/>
              <a:gd name="csY3004" fmla="*/ 192238 h 779148"/>
              <a:gd name="csX3005" fmla="*/ 347977 w 3429066"/>
              <a:gd name="csY3005" fmla="*/ 201744 h 779148"/>
              <a:gd name="csX3006" fmla="*/ 305219 w 3429066"/>
              <a:gd name="csY3006" fmla="*/ 199411 h 779148"/>
              <a:gd name="csX3007" fmla="*/ 303762 w 3429066"/>
              <a:gd name="csY3007" fmla="*/ 185609 h 779148"/>
              <a:gd name="csX3008" fmla="*/ 299104 w 3429066"/>
              <a:gd name="csY3008" fmla="*/ 199068 h 779148"/>
              <a:gd name="csX3009" fmla="*/ 279244 w 3429066"/>
              <a:gd name="csY3009" fmla="*/ 198030 h 779148"/>
              <a:gd name="csX3010" fmla="*/ 244145 w 3429066"/>
              <a:gd name="csY3010" fmla="*/ 191533 h 779148"/>
              <a:gd name="csX3011" fmla="*/ 234953 w 3429066"/>
              <a:gd name="csY3011" fmla="*/ 195639 h 779148"/>
              <a:gd name="csX3012" fmla="*/ 183023 w 3429066"/>
              <a:gd name="csY3012" fmla="*/ 192819 h 779148"/>
              <a:gd name="csX3013" fmla="*/ 169221 w 3429066"/>
              <a:gd name="csY3013" fmla="*/ 201230 h 779148"/>
              <a:gd name="csX3014" fmla="*/ 140208 w 3429066"/>
              <a:gd name="csY3014" fmla="*/ 199649 h 779148"/>
              <a:gd name="csX3015" fmla="*/ 105023 w 3429066"/>
              <a:gd name="csY3015" fmla="*/ 206907 h 779148"/>
              <a:gd name="csX3016" fmla="*/ 98936 w 3429066"/>
              <a:gd name="csY3016" fmla="*/ 201992 h 779148"/>
              <a:gd name="csX3017" fmla="*/ 92802 w 3429066"/>
              <a:gd name="csY3017" fmla="*/ 206231 h 779148"/>
              <a:gd name="csX3018" fmla="*/ 80562 w 3429066"/>
              <a:gd name="csY3018" fmla="*/ 210155 h 779148"/>
              <a:gd name="csX3019" fmla="*/ 40853 w 3429066"/>
              <a:gd name="csY3019" fmla="*/ 207993 h 779148"/>
              <a:gd name="csX3020" fmla="*/ 42491 w 3429066"/>
              <a:gd name="csY3020" fmla="*/ 189781 h 779148"/>
              <a:gd name="csX3021" fmla="*/ 54712 w 3429066"/>
              <a:gd name="csY3021" fmla="*/ 190457 h 779148"/>
              <a:gd name="csX3022" fmla="*/ 56388 w 3429066"/>
              <a:gd name="csY3022" fmla="*/ 167683 h 779148"/>
              <a:gd name="csX3023" fmla="*/ 51749 w 3429066"/>
              <a:gd name="csY3023" fmla="*/ 176570 h 779148"/>
              <a:gd name="csX3024" fmla="*/ 48749 w 3429066"/>
              <a:gd name="csY3024" fmla="*/ 167254 h 779148"/>
              <a:gd name="csX3025" fmla="*/ 44139 w 3429066"/>
              <a:gd name="csY3025" fmla="*/ 171588 h 779148"/>
              <a:gd name="csX3026" fmla="*/ 36509 w 3429066"/>
              <a:gd name="csY3026" fmla="*/ 162016 h 779148"/>
              <a:gd name="csX3027" fmla="*/ 832247 w 3429066"/>
              <a:gd name="csY3027" fmla="*/ 200439 h 779148"/>
              <a:gd name="csX3028" fmla="*/ 841381 w 3429066"/>
              <a:gd name="csY3028" fmla="*/ 205497 h 779148"/>
              <a:gd name="csX3029" fmla="*/ 832247 w 3429066"/>
              <a:gd name="csY3029" fmla="*/ 200439 h 779148"/>
              <a:gd name="csX3030" fmla="*/ 896807 w 3429066"/>
              <a:gd name="csY3030" fmla="*/ 135317 h 779148"/>
              <a:gd name="csX3031" fmla="*/ 907447 w 3429066"/>
              <a:gd name="csY3031" fmla="*/ 145042 h 779148"/>
              <a:gd name="csX3032" fmla="*/ 898417 w 3429066"/>
              <a:gd name="csY3032" fmla="*/ 121677 h 779148"/>
              <a:gd name="csX3033" fmla="*/ 896807 w 3429066"/>
              <a:gd name="csY3033" fmla="*/ 135317 h 779148"/>
              <a:gd name="csX3034" fmla="*/ 881844 w 3429066"/>
              <a:gd name="csY3034" fmla="*/ 84215 h 779148"/>
              <a:gd name="csX3035" fmla="*/ 893997 w 3429066"/>
              <a:gd name="csY3035" fmla="*/ 94016 h 779148"/>
              <a:gd name="csX3036" fmla="*/ 881844 w 3429066"/>
              <a:gd name="csY3036" fmla="*/ 84215 h 779148"/>
              <a:gd name="csX3037" fmla="*/ 829837 w 3429066"/>
              <a:gd name="csY3037" fmla="*/ 95102 h 779148"/>
              <a:gd name="csX3038" fmla="*/ 843610 w 3429066"/>
              <a:gd name="csY3038" fmla="*/ 91292 h 779148"/>
              <a:gd name="csX3039" fmla="*/ 829837 w 3429066"/>
              <a:gd name="csY3039" fmla="*/ 95102 h 779148"/>
              <a:gd name="csX3040" fmla="*/ 791042 w 3429066"/>
              <a:gd name="csY3040" fmla="*/ 193629 h 779148"/>
              <a:gd name="csX3041" fmla="*/ 801786 w 3429066"/>
              <a:gd name="csY3041" fmla="*/ 185066 h 779148"/>
              <a:gd name="csX3042" fmla="*/ 791042 w 3429066"/>
              <a:gd name="csY3042" fmla="*/ 193629 h 779148"/>
              <a:gd name="csX3043" fmla="*/ 687657 w 3429066"/>
              <a:gd name="csY3043" fmla="*/ 110295 h 779148"/>
              <a:gd name="csX3044" fmla="*/ 698373 w 3429066"/>
              <a:gd name="csY3044" fmla="*/ 106323 h 779148"/>
              <a:gd name="csX3045" fmla="*/ 687657 w 3429066"/>
              <a:gd name="csY3045" fmla="*/ 110295 h 779148"/>
              <a:gd name="csX3046" fmla="*/ 641775 w 3429066"/>
              <a:gd name="csY3046" fmla="*/ 116972 h 779148"/>
              <a:gd name="csX3047" fmla="*/ 646414 w 3429066"/>
              <a:gd name="csY3047" fmla="*/ 108075 h 779148"/>
              <a:gd name="csX3048" fmla="*/ 632670 w 3429066"/>
              <a:gd name="csY3048" fmla="*/ 107333 h 779148"/>
              <a:gd name="csX3049" fmla="*/ 641775 w 3429066"/>
              <a:gd name="csY3049" fmla="*/ 116972 h 779148"/>
              <a:gd name="csX3050" fmla="*/ 456724 w 3429066"/>
              <a:gd name="csY3050" fmla="*/ 148128 h 779148"/>
              <a:gd name="csX3051" fmla="*/ 464449 w 3429066"/>
              <a:gd name="csY3051" fmla="*/ 134822 h 779148"/>
              <a:gd name="csX3052" fmla="*/ 456724 w 3429066"/>
              <a:gd name="csY3052" fmla="*/ 148128 h 779148"/>
              <a:gd name="csX3053" fmla="*/ 448847 w 3429066"/>
              <a:gd name="csY3053" fmla="*/ 188847 h 779148"/>
              <a:gd name="csX3054" fmla="*/ 468725 w 3429066"/>
              <a:gd name="csY3054" fmla="*/ 185371 h 779148"/>
              <a:gd name="csX3055" fmla="*/ 464125 w 3429066"/>
              <a:gd name="csY3055" fmla="*/ 189667 h 779148"/>
              <a:gd name="csX3056" fmla="*/ 448847 w 3429066"/>
              <a:gd name="csY3056" fmla="*/ 188847 h 779148"/>
              <a:gd name="csX3057" fmla="*/ 415195 w 3429066"/>
              <a:gd name="csY3057" fmla="*/ 196182 h 779148"/>
              <a:gd name="csX3058" fmla="*/ 424434 w 3429066"/>
              <a:gd name="csY3058" fmla="*/ 182961 h 779148"/>
              <a:gd name="csX3059" fmla="*/ 415195 w 3429066"/>
              <a:gd name="csY3059" fmla="*/ 196182 h 779148"/>
              <a:gd name="csX3060" fmla="*/ 412194 w 3429066"/>
              <a:gd name="csY3060" fmla="*/ 186876 h 779148"/>
              <a:gd name="csX3061" fmla="*/ 403088 w 3429066"/>
              <a:gd name="csY3061" fmla="*/ 177227 h 779148"/>
              <a:gd name="csX3062" fmla="*/ 412194 w 3429066"/>
              <a:gd name="csY3062" fmla="*/ 186876 h 779148"/>
              <a:gd name="csX3063" fmla="*/ 347139 w 3429066"/>
              <a:gd name="csY3063" fmla="*/ 78186 h 779148"/>
              <a:gd name="csX3064" fmla="*/ 353254 w 3429066"/>
              <a:gd name="csY3064" fmla="*/ 78519 h 779148"/>
              <a:gd name="csX3065" fmla="*/ 347139 w 3429066"/>
              <a:gd name="csY3065" fmla="*/ 78186 h 779148"/>
              <a:gd name="csX3066" fmla="*/ 324212 w 3429066"/>
              <a:gd name="csY3066" fmla="*/ 81520 h 779148"/>
              <a:gd name="csX3067" fmla="*/ 336318 w 3429066"/>
              <a:gd name="csY3067" fmla="*/ 100446 h 779148"/>
              <a:gd name="csX3068" fmla="*/ 328813 w 3429066"/>
              <a:gd name="csY3068" fmla="*/ 77195 h 779148"/>
              <a:gd name="csX3069" fmla="*/ 331984 w 3429066"/>
              <a:gd name="csY3069" fmla="*/ 59079 h 779148"/>
              <a:gd name="csX3070" fmla="*/ 324212 w 3429066"/>
              <a:gd name="csY3070" fmla="*/ 81520 h 779148"/>
              <a:gd name="csX3071" fmla="*/ 275625 w 3429066"/>
              <a:gd name="csY3071" fmla="*/ 33161 h 779148"/>
              <a:gd name="csX3072" fmla="*/ 269510 w 3429066"/>
              <a:gd name="csY3072" fmla="*/ 32847 h 779148"/>
              <a:gd name="csX3073" fmla="*/ 275625 w 3429066"/>
              <a:gd name="csY3073" fmla="*/ 33161 h 779148"/>
              <a:gd name="csX3074" fmla="*/ 266186 w 3429066"/>
              <a:gd name="csY3074" fmla="*/ 78395 h 779148"/>
              <a:gd name="csX3075" fmla="*/ 275406 w 3429066"/>
              <a:gd name="csY3075" fmla="*/ 69747 h 779148"/>
              <a:gd name="csX3076" fmla="*/ 272405 w 3429066"/>
              <a:gd name="csY3076" fmla="*/ 60450 h 779148"/>
              <a:gd name="csX3077" fmla="*/ 266186 w 3429066"/>
              <a:gd name="csY3077" fmla="*/ 78395 h 779148"/>
              <a:gd name="csX3078" fmla="*/ 186985 w 3429066"/>
              <a:gd name="csY3078" fmla="*/ 37524 h 779148"/>
              <a:gd name="csX3079" fmla="*/ 177984 w 3429066"/>
              <a:gd name="csY3079" fmla="*/ 9625 h 779148"/>
              <a:gd name="csX3080" fmla="*/ 183985 w 3429066"/>
              <a:gd name="csY3080" fmla="*/ 28218 h 779148"/>
              <a:gd name="csX3081" fmla="*/ 183937 w 3429066"/>
              <a:gd name="csY3081" fmla="*/ 37381 h 779148"/>
              <a:gd name="csX3082" fmla="*/ 186957 w 3429066"/>
              <a:gd name="csY3082" fmla="*/ 42086 h 779148"/>
              <a:gd name="csX3083" fmla="*/ 193043 w 3429066"/>
              <a:gd name="csY3083" fmla="*/ 47011 h 779148"/>
              <a:gd name="csX3084" fmla="*/ 186985 w 3429066"/>
              <a:gd name="csY3084" fmla="*/ 37524 h 779148"/>
              <a:gd name="csX3085" fmla="*/ 197749 w 3429066"/>
              <a:gd name="csY3085" fmla="*/ 24398 h 779148"/>
              <a:gd name="csX3086" fmla="*/ 205388 w 3429066"/>
              <a:gd name="csY3086" fmla="*/ 24798 h 779148"/>
              <a:gd name="csX3087" fmla="*/ 197749 w 3429066"/>
              <a:gd name="csY3087" fmla="*/ 24398 h 779148"/>
              <a:gd name="csX3088" fmla="*/ 211312 w 3429066"/>
              <a:gd name="csY3088" fmla="*/ 57117 h 779148"/>
              <a:gd name="csX3089" fmla="*/ 200720 w 3429066"/>
              <a:gd name="csY3089" fmla="*/ 38267 h 779148"/>
              <a:gd name="csX3090" fmla="*/ 196063 w 3429066"/>
              <a:gd name="csY3090" fmla="*/ 51726 h 779148"/>
              <a:gd name="csX3091" fmla="*/ 211312 w 3429066"/>
              <a:gd name="csY3091" fmla="*/ 57117 h 779148"/>
              <a:gd name="csX3092" fmla="*/ 223780 w 3429066"/>
              <a:gd name="csY3092" fmla="*/ 16664 h 779148"/>
              <a:gd name="csX3093" fmla="*/ 216075 w 3429066"/>
              <a:gd name="csY3093" fmla="*/ 25379 h 779148"/>
              <a:gd name="csX3094" fmla="*/ 208407 w 3429066"/>
              <a:gd name="csY3094" fmla="*/ 29542 h 779148"/>
              <a:gd name="csX3095" fmla="*/ 223780 w 3429066"/>
              <a:gd name="csY3095" fmla="*/ 16664 h 779148"/>
              <a:gd name="csX3096" fmla="*/ 248155 w 3429066"/>
              <a:gd name="csY3096" fmla="*/ 27094 h 779148"/>
              <a:gd name="csX3097" fmla="*/ 240401 w 3429066"/>
              <a:gd name="csY3097" fmla="*/ 44991 h 779148"/>
              <a:gd name="csX3098" fmla="*/ 248155 w 3429066"/>
              <a:gd name="csY3098" fmla="*/ 27094 h 779148"/>
              <a:gd name="csX3099" fmla="*/ 91507 w 3429066"/>
              <a:gd name="csY3099" fmla="*/ 160415 h 779148"/>
              <a:gd name="csX3100" fmla="*/ 95983 w 3429066"/>
              <a:gd name="csY3100" fmla="*/ 178941 h 779148"/>
              <a:gd name="csX3101" fmla="*/ 97669 w 3429066"/>
              <a:gd name="csY3101" fmla="*/ 151576 h 779148"/>
              <a:gd name="csX3102" fmla="*/ 91507 w 3429066"/>
              <a:gd name="csY3102" fmla="*/ 160415 h 779148"/>
              <a:gd name="csX3103" fmla="*/ 69971 w 3429066"/>
              <a:gd name="csY3103" fmla="*/ 186676 h 779148"/>
              <a:gd name="csX3104" fmla="*/ 72971 w 3429066"/>
              <a:gd name="csY3104" fmla="*/ 195991 h 779148"/>
              <a:gd name="csX3105" fmla="*/ 71418 w 3429066"/>
              <a:gd name="csY3105" fmla="*/ 200468 h 779148"/>
              <a:gd name="csX3106" fmla="*/ 82106 w 3429066"/>
              <a:gd name="csY3106" fmla="*/ 201068 h 779148"/>
              <a:gd name="csX3107" fmla="*/ 73000 w 3429066"/>
              <a:gd name="csY3107" fmla="*/ 191429 h 779148"/>
              <a:gd name="csX3108" fmla="*/ 69971 w 3429066"/>
              <a:gd name="csY3108" fmla="*/ 186676 h 779148"/>
              <a:gd name="csX3109" fmla="*/ 995763 w 3429066"/>
              <a:gd name="csY3109" fmla="*/ 195534 h 779148"/>
              <a:gd name="csX3110" fmla="*/ 1011136 w 3429066"/>
              <a:gd name="csY3110" fmla="*/ 178084 h 779148"/>
              <a:gd name="csX3111" fmla="*/ 1021671 w 3429066"/>
              <a:gd name="csY3111" fmla="*/ 206097 h 779148"/>
              <a:gd name="csX3112" fmla="*/ 1004697 w 3429066"/>
              <a:gd name="csY3112" fmla="*/ 232596 h 779148"/>
              <a:gd name="csX3113" fmla="*/ 1015508 w 3429066"/>
              <a:gd name="csY3113" fmla="*/ 214908 h 779148"/>
              <a:gd name="csX3114" fmla="*/ 1009479 w 3429066"/>
              <a:gd name="csY3114" fmla="*/ 200839 h 779148"/>
              <a:gd name="csX3115" fmla="*/ 988009 w 3429066"/>
              <a:gd name="csY3115" fmla="*/ 213422 h 779148"/>
              <a:gd name="csX3116" fmla="*/ 995648 w 3429066"/>
              <a:gd name="csY3116" fmla="*/ 213822 h 779148"/>
              <a:gd name="csX3117" fmla="*/ 972798 w 3429066"/>
              <a:gd name="csY3117" fmla="*/ 203430 h 779148"/>
              <a:gd name="csX3118" fmla="*/ 972684 w 3429066"/>
              <a:gd name="csY3118" fmla="*/ 221718 h 779148"/>
              <a:gd name="csX3119" fmla="*/ 984933 w 3429066"/>
              <a:gd name="csY3119" fmla="*/ 217784 h 779148"/>
              <a:gd name="csX3120" fmla="*/ 969607 w 3429066"/>
              <a:gd name="csY3120" fmla="*/ 226119 h 779148"/>
              <a:gd name="csX3121" fmla="*/ 957386 w 3429066"/>
              <a:gd name="csY3121" fmla="*/ 225471 h 779148"/>
              <a:gd name="csX3122" fmla="*/ 963606 w 3429066"/>
              <a:gd name="csY3122" fmla="*/ 207497 h 779148"/>
              <a:gd name="csX3123" fmla="*/ 968102 w 3429066"/>
              <a:gd name="csY3123" fmla="*/ 221471 h 779148"/>
              <a:gd name="csX3124" fmla="*/ 971245 w 3429066"/>
              <a:gd name="csY3124" fmla="*/ 207926 h 779148"/>
              <a:gd name="csX3125" fmla="*/ 965149 w 3429066"/>
              <a:gd name="csY3125" fmla="*/ 203030 h 779148"/>
              <a:gd name="csX3126" fmla="*/ 979027 w 3429066"/>
              <a:gd name="csY3126" fmla="*/ 180904 h 779148"/>
              <a:gd name="csX3127" fmla="*/ 995763 w 3429066"/>
              <a:gd name="csY3127" fmla="*/ 195534 h 779148"/>
              <a:gd name="csX3128" fmla="*/ 994581 w 3429066"/>
              <a:gd name="csY3128" fmla="*/ 136022 h 779148"/>
              <a:gd name="csX3129" fmla="*/ 999163 w 3429066"/>
              <a:gd name="csY3129" fmla="*/ 136288 h 779148"/>
              <a:gd name="csX3130" fmla="*/ 1000563 w 3429066"/>
              <a:gd name="csY3130" fmla="*/ 159234 h 779148"/>
              <a:gd name="csX3131" fmla="*/ 994581 w 3429066"/>
              <a:gd name="csY3131" fmla="*/ 136022 h 779148"/>
              <a:gd name="csX3132" fmla="*/ 968464 w 3429066"/>
              <a:gd name="csY3132" fmla="*/ 162035 h 779148"/>
              <a:gd name="csX3133" fmla="*/ 959320 w 3429066"/>
              <a:gd name="csY3133" fmla="*/ 156977 h 779148"/>
              <a:gd name="csX3134" fmla="*/ 968464 w 3429066"/>
              <a:gd name="csY3134" fmla="*/ 162035 h 779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  <a:cxn ang="0">
                <a:pos x="csX2907" y="csY2907"/>
              </a:cxn>
              <a:cxn ang="0">
                <a:pos x="csX2908" y="csY2908"/>
              </a:cxn>
              <a:cxn ang="0">
                <a:pos x="csX2909" y="csY2909"/>
              </a:cxn>
              <a:cxn ang="0">
                <a:pos x="csX2910" y="csY2910"/>
              </a:cxn>
              <a:cxn ang="0">
                <a:pos x="csX2911" y="csY2911"/>
              </a:cxn>
              <a:cxn ang="0">
                <a:pos x="csX2912" y="csY2912"/>
              </a:cxn>
              <a:cxn ang="0">
                <a:pos x="csX2913" y="csY2913"/>
              </a:cxn>
              <a:cxn ang="0">
                <a:pos x="csX2914" y="csY2914"/>
              </a:cxn>
              <a:cxn ang="0">
                <a:pos x="csX2915" y="csY2915"/>
              </a:cxn>
              <a:cxn ang="0">
                <a:pos x="csX2916" y="csY2916"/>
              </a:cxn>
              <a:cxn ang="0">
                <a:pos x="csX2917" y="csY2917"/>
              </a:cxn>
              <a:cxn ang="0">
                <a:pos x="csX2918" y="csY2918"/>
              </a:cxn>
              <a:cxn ang="0">
                <a:pos x="csX2919" y="csY2919"/>
              </a:cxn>
              <a:cxn ang="0">
                <a:pos x="csX2920" y="csY2920"/>
              </a:cxn>
              <a:cxn ang="0">
                <a:pos x="csX2921" y="csY2921"/>
              </a:cxn>
              <a:cxn ang="0">
                <a:pos x="csX2922" y="csY2922"/>
              </a:cxn>
              <a:cxn ang="0">
                <a:pos x="csX2923" y="csY2923"/>
              </a:cxn>
              <a:cxn ang="0">
                <a:pos x="csX2924" y="csY2924"/>
              </a:cxn>
              <a:cxn ang="0">
                <a:pos x="csX2925" y="csY2925"/>
              </a:cxn>
              <a:cxn ang="0">
                <a:pos x="csX2926" y="csY2926"/>
              </a:cxn>
              <a:cxn ang="0">
                <a:pos x="csX2927" y="csY2927"/>
              </a:cxn>
              <a:cxn ang="0">
                <a:pos x="csX2928" y="csY2928"/>
              </a:cxn>
              <a:cxn ang="0">
                <a:pos x="csX2929" y="csY2929"/>
              </a:cxn>
              <a:cxn ang="0">
                <a:pos x="csX2930" y="csY2930"/>
              </a:cxn>
              <a:cxn ang="0">
                <a:pos x="csX2931" y="csY2931"/>
              </a:cxn>
              <a:cxn ang="0">
                <a:pos x="csX2932" y="csY2932"/>
              </a:cxn>
              <a:cxn ang="0">
                <a:pos x="csX2933" y="csY2933"/>
              </a:cxn>
              <a:cxn ang="0">
                <a:pos x="csX2934" y="csY2934"/>
              </a:cxn>
              <a:cxn ang="0">
                <a:pos x="csX2935" y="csY2935"/>
              </a:cxn>
              <a:cxn ang="0">
                <a:pos x="csX2936" y="csY2936"/>
              </a:cxn>
              <a:cxn ang="0">
                <a:pos x="csX2937" y="csY2937"/>
              </a:cxn>
              <a:cxn ang="0">
                <a:pos x="csX2938" y="csY2938"/>
              </a:cxn>
              <a:cxn ang="0">
                <a:pos x="csX2939" y="csY2939"/>
              </a:cxn>
              <a:cxn ang="0">
                <a:pos x="csX2940" y="csY2940"/>
              </a:cxn>
              <a:cxn ang="0">
                <a:pos x="csX2941" y="csY2941"/>
              </a:cxn>
              <a:cxn ang="0">
                <a:pos x="csX2942" y="csY2942"/>
              </a:cxn>
              <a:cxn ang="0">
                <a:pos x="csX2943" y="csY2943"/>
              </a:cxn>
              <a:cxn ang="0">
                <a:pos x="csX2944" y="csY2944"/>
              </a:cxn>
              <a:cxn ang="0">
                <a:pos x="csX2945" y="csY2945"/>
              </a:cxn>
              <a:cxn ang="0">
                <a:pos x="csX2946" y="csY2946"/>
              </a:cxn>
              <a:cxn ang="0">
                <a:pos x="csX2947" y="csY2947"/>
              </a:cxn>
              <a:cxn ang="0">
                <a:pos x="csX2948" y="csY2948"/>
              </a:cxn>
              <a:cxn ang="0">
                <a:pos x="csX2949" y="csY2949"/>
              </a:cxn>
              <a:cxn ang="0">
                <a:pos x="csX2950" y="csY2950"/>
              </a:cxn>
              <a:cxn ang="0">
                <a:pos x="csX2951" y="csY2951"/>
              </a:cxn>
              <a:cxn ang="0">
                <a:pos x="csX2952" y="csY2952"/>
              </a:cxn>
              <a:cxn ang="0">
                <a:pos x="csX2953" y="csY2953"/>
              </a:cxn>
              <a:cxn ang="0">
                <a:pos x="csX2954" y="csY2954"/>
              </a:cxn>
              <a:cxn ang="0">
                <a:pos x="csX2955" y="csY2955"/>
              </a:cxn>
              <a:cxn ang="0">
                <a:pos x="csX2956" y="csY2956"/>
              </a:cxn>
              <a:cxn ang="0">
                <a:pos x="csX2957" y="csY2957"/>
              </a:cxn>
              <a:cxn ang="0">
                <a:pos x="csX2958" y="csY2958"/>
              </a:cxn>
              <a:cxn ang="0">
                <a:pos x="csX2959" y="csY2959"/>
              </a:cxn>
              <a:cxn ang="0">
                <a:pos x="csX2960" y="csY2960"/>
              </a:cxn>
              <a:cxn ang="0">
                <a:pos x="csX2961" y="csY2961"/>
              </a:cxn>
              <a:cxn ang="0">
                <a:pos x="csX2962" y="csY2962"/>
              </a:cxn>
              <a:cxn ang="0">
                <a:pos x="csX2963" y="csY2963"/>
              </a:cxn>
              <a:cxn ang="0">
                <a:pos x="csX2964" y="csY2964"/>
              </a:cxn>
              <a:cxn ang="0">
                <a:pos x="csX2965" y="csY2965"/>
              </a:cxn>
              <a:cxn ang="0">
                <a:pos x="csX2966" y="csY2966"/>
              </a:cxn>
              <a:cxn ang="0">
                <a:pos x="csX2967" y="csY2967"/>
              </a:cxn>
              <a:cxn ang="0">
                <a:pos x="csX2968" y="csY2968"/>
              </a:cxn>
              <a:cxn ang="0">
                <a:pos x="csX2969" y="csY2969"/>
              </a:cxn>
              <a:cxn ang="0">
                <a:pos x="csX2970" y="csY2970"/>
              </a:cxn>
              <a:cxn ang="0">
                <a:pos x="csX2971" y="csY2971"/>
              </a:cxn>
              <a:cxn ang="0">
                <a:pos x="csX2972" y="csY2972"/>
              </a:cxn>
              <a:cxn ang="0">
                <a:pos x="csX2973" y="csY2973"/>
              </a:cxn>
              <a:cxn ang="0">
                <a:pos x="csX2974" y="csY2974"/>
              </a:cxn>
              <a:cxn ang="0">
                <a:pos x="csX2975" y="csY2975"/>
              </a:cxn>
              <a:cxn ang="0">
                <a:pos x="csX2976" y="csY2976"/>
              </a:cxn>
              <a:cxn ang="0">
                <a:pos x="csX2977" y="csY2977"/>
              </a:cxn>
              <a:cxn ang="0">
                <a:pos x="csX2978" y="csY2978"/>
              </a:cxn>
              <a:cxn ang="0">
                <a:pos x="csX2979" y="csY2979"/>
              </a:cxn>
              <a:cxn ang="0">
                <a:pos x="csX2980" y="csY2980"/>
              </a:cxn>
              <a:cxn ang="0">
                <a:pos x="csX2981" y="csY2981"/>
              </a:cxn>
              <a:cxn ang="0">
                <a:pos x="csX2982" y="csY2982"/>
              </a:cxn>
              <a:cxn ang="0">
                <a:pos x="csX2983" y="csY2983"/>
              </a:cxn>
              <a:cxn ang="0">
                <a:pos x="csX2984" y="csY2984"/>
              </a:cxn>
              <a:cxn ang="0">
                <a:pos x="csX2985" y="csY2985"/>
              </a:cxn>
              <a:cxn ang="0">
                <a:pos x="csX2986" y="csY2986"/>
              </a:cxn>
              <a:cxn ang="0">
                <a:pos x="csX2987" y="csY2987"/>
              </a:cxn>
              <a:cxn ang="0">
                <a:pos x="csX2988" y="csY2988"/>
              </a:cxn>
              <a:cxn ang="0">
                <a:pos x="csX2989" y="csY2989"/>
              </a:cxn>
              <a:cxn ang="0">
                <a:pos x="csX2990" y="csY2990"/>
              </a:cxn>
              <a:cxn ang="0">
                <a:pos x="csX2991" y="csY2991"/>
              </a:cxn>
              <a:cxn ang="0">
                <a:pos x="csX2992" y="csY2992"/>
              </a:cxn>
              <a:cxn ang="0">
                <a:pos x="csX2993" y="csY2993"/>
              </a:cxn>
              <a:cxn ang="0">
                <a:pos x="csX2994" y="csY2994"/>
              </a:cxn>
              <a:cxn ang="0">
                <a:pos x="csX2995" y="csY2995"/>
              </a:cxn>
              <a:cxn ang="0">
                <a:pos x="csX2996" y="csY2996"/>
              </a:cxn>
              <a:cxn ang="0">
                <a:pos x="csX2997" y="csY2997"/>
              </a:cxn>
              <a:cxn ang="0">
                <a:pos x="csX2998" y="csY2998"/>
              </a:cxn>
              <a:cxn ang="0">
                <a:pos x="csX2999" y="csY2999"/>
              </a:cxn>
              <a:cxn ang="0">
                <a:pos x="csX3000" y="csY3000"/>
              </a:cxn>
              <a:cxn ang="0">
                <a:pos x="csX3001" y="csY3001"/>
              </a:cxn>
              <a:cxn ang="0">
                <a:pos x="csX3002" y="csY3002"/>
              </a:cxn>
              <a:cxn ang="0">
                <a:pos x="csX3003" y="csY3003"/>
              </a:cxn>
              <a:cxn ang="0">
                <a:pos x="csX3004" y="csY3004"/>
              </a:cxn>
              <a:cxn ang="0">
                <a:pos x="csX3005" y="csY3005"/>
              </a:cxn>
              <a:cxn ang="0">
                <a:pos x="csX3006" y="csY3006"/>
              </a:cxn>
              <a:cxn ang="0">
                <a:pos x="csX3007" y="csY3007"/>
              </a:cxn>
              <a:cxn ang="0">
                <a:pos x="csX3008" y="csY3008"/>
              </a:cxn>
              <a:cxn ang="0">
                <a:pos x="csX3009" y="csY3009"/>
              </a:cxn>
              <a:cxn ang="0">
                <a:pos x="csX3010" y="csY3010"/>
              </a:cxn>
              <a:cxn ang="0">
                <a:pos x="csX3011" y="csY3011"/>
              </a:cxn>
              <a:cxn ang="0">
                <a:pos x="csX3012" y="csY3012"/>
              </a:cxn>
              <a:cxn ang="0">
                <a:pos x="csX3013" y="csY3013"/>
              </a:cxn>
              <a:cxn ang="0">
                <a:pos x="csX3014" y="csY3014"/>
              </a:cxn>
              <a:cxn ang="0">
                <a:pos x="csX3015" y="csY3015"/>
              </a:cxn>
              <a:cxn ang="0">
                <a:pos x="csX3016" y="csY3016"/>
              </a:cxn>
              <a:cxn ang="0">
                <a:pos x="csX3017" y="csY3017"/>
              </a:cxn>
              <a:cxn ang="0">
                <a:pos x="csX3018" y="csY3018"/>
              </a:cxn>
              <a:cxn ang="0">
                <a:pos x="csX3019" y="csY3019"/>
              </a:cxn>
              <a:cxn ang="0">
                <a:pos x="csX3020" y="csY3020"/>
              </a:cxn>
              <a:cxn ang="0">
                <a:pos x="csX3021" y="csY3021"/>
              </a:cxn>
              <a:cxn ang="0">
                <a:pos x="csX3022" y="csY3022"/>
              </a:cxn>
              <a:cxn ang="0">
                <a:pos x="csX3023" y="csY3023"/>
              </a:cxn>
              <a:cxn ang="0">
                <a:pos x="csX3024" y="csY3024"/>
              </a:cxn>
              <a:cxn ang="0">
                <a:pos x="csX3025" y="csY3025"/>
              </a:cxn>
              <a:cxn ang="0">
                <a:pos x="csX3026" y="csY3026"/>
              </a:cxn>
              <a:cxn ang="0">
                <a:pos x="csX3027" y="csY3027"/>
              </a:cxn>
              <a:cxn ang="0">
                <a:pos x="csX3028" y="csY3028"/>
              </a:cxn>
              <a:cxn ang="0">
                <a:pos x="csX3029" y="csY3029"/>
              </a:cxn>
              <a:cxn ang="0">
                <a:pos x="csX3030" y="csY3030"/>
              </a:cxn>
              <a:cxn ang="0">
                <a:pos x="csX3031" y="csY3031"/>
              </a:cxn>
              <a:cxn ang="0">
                <a:pos x="csX3032" y="csY3032"/>
              </a:cxn>
              <a:cxn ang="0">
                <a:pos x="csX3033" y="csY3033"/>
              </a:cxn>
              <a:cxn ang="0">
                <a:pos x="csX3034" y="csY3034"/>
              </a:cxn>
              <a:cxn ang="0">
                <a:pos x="csX3035" y="csY3035"/>
              </a:cxn>
              <a:cxn ang="0">
                <a:pos x="csX3036" y="csY3036"/>
              </a:cxn>
              <a:cxn ang="0">
                <a:pos x="csX3037" y="csY3037"/>
              </a:cxn>
              <a:cxn ang="0">
                <a:pos x="csX3038" y="csY3038"/>
              </a:cxn>
              <a:cxn ang="0">
                <a:pos x="csX3039" y="csY3039"/>
              </a:cxn>
              <a:cxn ang="0">
                <a:pos x="csX3040" y="csY3040"/>
              </a:cxn>
              <a:cxn ang="0">
                <a:pos x="csX3041" y="csY3041"/>
              </a:cxn>
              <a:cxn ang="0">
                <a:pos x="csX3042" y="csY3042"/>
              </a:cxn>
              <a:cxn ang="0">
                <a:pos x="csX3043" y="csY3043"/>
              </a:cxn>
              <a:cxn ang="0">
                <a:pos x="csX3044" y="csY3044"/>
              </a:cxn>
              <a:cxn ang="0">
                <a:pos x="csX3045" y="csY3045"/>
              </a:cxn>
              <a:cxn ang="0">
                <a:pos x="csX3046" y="csY3046"/>
              </a:cxn>
              <a:cxn ang="0">
                <a:pos x="csX3047" y="csY3047"/>
              </a:cxn>
              <a:cxn ang="0">
                <a:pos x="csX3048" y="csY3048"/>
              </a:cxn>
              <a:cxn ang="0">
                <a:pos x="csX3049" y="csY3049"/>
              </a:cxn>
              <a:cxn ang="0">
                <a:pos x="csX3050" y="csY3050"/>
              </a:cxn>
              <a:cxn ang="0">
                <a:pos x="csX3051" y="csY3051"/>
              </a:cxn>
              <a:cxn ang="0">
                <a:pos x="csX3052" y="csY3052"/>
              </a:cxn>
              <a:cxn ang="0">
                <a:pos x="csX3053" y="csY3053"/>
              </a:cxn>
              <a:cxn ang="0">
                <a:pos x="csX3054" y="csY3054"/>
              </a:cxn>
              <a:cxn ang="0">
                <a:pos x="csX3055" y="csY3055"/>
              </a:cxn>
              <a:cxn ang="0">
                <a:pos x="csX3056" y="csY3056"/>
              </a:cxn>
              <a:cxn ang="0">
                <a:pos x="csX3057" y="csY3057"/>
              </a:cxn>
              <a:cxn ang="0">
                <a:pos x="csX3058" y="csY3058"/>
              </a:cxn>
              <a:cxn ang="0">
                <a:pos x="csX3059" y="csY3059"/>
              </a:cxn>
              <a:cxn ang="0">
                <a:pos x="csX3060" y="csY3060"/>
              </a:cxn>
              <a:cxn ang="0">
                <a:pos x="csX3061" y="csY3061"/>
              </a:cxn>
              <a:cxn ang="0">
                <a:pos x="csX3062" y="csY3062"/>
              </a:cxn>
              <a:cxn ang="0">
                <a:pos x="csX3063" y="csY3063"/>
              </a:cxn>
              <a:cxn ang="0">
                <a:pos x="csX3064" y="csY3064"/>
              </a:cxn>
              <a:cxn ang="0">
                <a:pos x="csX3065" y="csY3065"/>
              </a:cxn>
              <a:cxn ang="0">
                <a:pos x="csX3066" y="csY3066"/>
              </a:cxn>
              <a:cxn ang="0">
                <a:pos x="csX3067" y="csY3067"/>
              </a:cxn>
              <a:cxn ang="0">
                <a:pos x="csX3068" y="csY3068"/>
              </a:cxn>
              <a:cxn ang="0">
                <a:pos x="csX3069" y="csY3069"/>
              </a:cxn>
              <a:cxn ang="0">
                <a:pos x="csX3070" y="csY3070"/>
              </a:cxn>
              <a:cxn ang="0">
                <a:pos x="csX3071" y="csY3071"/>
              </a:cxn>
              <a:cxn ang="0">
                <a:pos x="csX3072" y="csY3072"/>
              </a:cxn>
              <a:cxn ang="0">
                <a:pos x="csX3073" y="csY3073"/>
              </a:cxn>
              <a:cxn ang="0">
                <a:pos x="csX3074" y="csY3074"/>
              </a:cxn>
              <a:cxn ang="0">
                <a:pos x="csX3075" y="csY3075"/>
              </a:cxn>
              <a:cxn ang="0">
                <a:pos x="csX3076" y="csY3076"/>
              </a:cxn>
              <a:cxn ang="0">
                <a:pos x="csX3077" y="csY3077"/>
              </a:cxn>
              <a:cxn ang="0">
                <a:pos x="csX3078" y="csY3078"/>
              </a:cxn>
              <a:cxn ang="0">
                <a:pos x="csX3079" y="csY3079"/>
              </a:cxn>
              <a:cxn ang="0">
                <a:pos x="csX3080" y="csY3080"/>
              </a:cxn>
              <a:cxn ang="0">
                <a:pos x="csX3081" y="csY3081"/>
              </a:cxn>
              <a:cxn ang="0">
                <a:pos x="csX3082" y="csY3082"/>
              </a:cxn>
              <a:cxn ang="0">
                <a:pos x="csX3083" y="csY3083"/>
              </a:cxn>
              <a:cxn ang="0">
                <a:pos x="csX3084" y="csY3084"/>
              </a:cxn>
              <a:cxn ang="0">
                <a:pos x="csX3085" y="csY3085"/>
              </a:cxn>
              <a:cxn ang="0">
                <a:pos x="csX3086" y="csY3086"/>
              </a:cxn>
              <a:cxn ang="0">
                <a:pos x="csX3087" y="csY3087"/>
              </a:cxn>
              <a:cxn ang="0">
                <a:pos x="csX3088" y="csY3088"/>
              </a:cxn>
              <a:cxn ang="0">
                <a:pos x="csX3089" y="csY3089"/>
              </a:cxn>
              <a:cxn ang="0">
                <a:pos x="csX3090" y="csY3090"/>
              </a:cxn>
              <a:cxn ang="0">
                <a:pos x="csX3091" y="csY3091"/>
              </a:cxn>
              <a:cxn ang="0">
                <a:pos x="csX3092" y="csY3092"/>
              </a:cxn>
              <a:cxn ang="0">
                <a:pos x="csX3093" y="csY3093"/>
              </a:cxn>
              <a:cxn ang="0">
                <a:pos x="csX3094" y="csY3094"/>
              </a:cxn>
              <a:cxn ang="0">
                <a:pos x="csX3095" y="csY3095"/>
              </a:cxn>
              <a:cxn ang="0">
                <a:pos x="csX3096" y="csY3096"/>
              </a:cxn>
              <a:cxn ang="0">
                <a:pos x="csX3097" y="csY3097"/>
              </a:cxn>
              <a:cxn ang="0">
                <a:pos x="csX3098" y="csY3098"/>
              </a:cxn>
              <a:cxn ang="0">
                <a:pos x="csX3099" y="csY3099"/>
              </a:cxn>
              <a:cxn ang="0">
                <a:pos x="csX3100" y="csY3100"/>
              </a:cxn>
              <a:cxn ang="0">
                <a:pos x="csX3101" y="csY3101"/>
              </a:cxn>
              <a:cxn ang="0">
                <a:pos x="csX3102" y="csY3102"/>
              </a:cxn>
              <a:cxn ang="0">
                <a:pos x="csX3103" y="csY3103"/>
              </a:cxn>
              <a:cxn ang="0">
                <a:pos x="csX3104" y="csY3104"/>
              </a:cxn>
              <a:cxn ang="0">
                <a:pos x="csX3105" y="csY3105"/>
              </a:cxn>
              <a:cxn ang="0">
                <a:pos x="csX3106" y="csY3106"/>
              </a:cxn>
              <a:cxn ang="0">
                <a:pos x="csX3107" y="csY3107"/>
              </a:cxn>
              <a:cxn ang="0">
                <a:pos x="csX3108" y="csY3108"/>
              </a:cxn>
              <a:cxn ang="0">
                <a:pos x="csX3109" y="csY3109"/>
              </a:cxn>
              <a:cxn ang="0">
                <a:pos x="csX3110" y="csY3110"/>
              </a:cxn>
              <a:cxn ang="0">
                <a:pos x="csX3111" y="csY3111"/>
              </a:cxn>
              <a:cxn ang="0">
                <a:pos x="csX3112" y="csY3112"/>
              </a:cxn>
              <a:cxn ang="0">
                <a:pos x="csX3113" y="csY3113"/>
              </a:cxn>
              <a:cxn ang="0">
                <a:pos x="csX3114" y="csY3114"/>
              </a:cxn>
              <a:cxn ang="0">
                <a:pos x="csX3115" y="csY3115"/>
              </a:cxn>
              <a:cxn ang="0">
                <a:pos x="csX3116" y="csY3116"/>
              </a:cxn>
              <a:cxn ang="0">
                <a:pos x="csX3117" y="csY3117"/>
              </a:cxn>
              <a:cxn ang="0">
                <a:pos x="csX3118" y="csY3118"/>
              </a:cxn>
              <a:cxn ang="0">
                <a:pos x="csX3119" y="csY3119"/>
              </a:cxn>
              <a:cxn ang="0">
                <a:pos x="csX3120" y="csY3120"/>
              </a:cxn>
              <a:cxn ang="0">
                <a:pos x="csX3121" y="csY3121"/>
              </a:cxn>
              <a:cxn ang="0">
                <a:pos x="csX3122" y="csY3122"/>
              </a:cxn>
              <a:cxn ang="0">
                <a:pos x="csX3123" y="csY3123"/>
              </a:cxn>
              <a:cxn ang="0">
                <a:pos x="csX3124" y="csY3124"/>
              </a:cxn>
              <a:cxn ang="0">
                <a:pos x="csX3125" y="csY3125"/>
              </a:cxn>
              <a:cxn ang="0">
                <a:pos x="csX3126" y="csY3126"/>
              </a:cxn>
              <a:cxn ang="0">
                <a:pos x="csX3127" y="csY3127"/>
              </a:cxn>
              <a:cxn ang="0">
                <a:pos x="csX3128" y="csY3128"/>
              </a:cxn>
              <a:cxn ang="0">
                <a:pos x="csX3129" y="csY3129"/>
              </a:cxn>
              <a:cxn ang="0">
                <a:pos x="csX3130" y="csY3130"/>
              </a:cxn>
              <a:cxn ang="0">
                <a:pos x="csX3131" y="csY3131"/>
              </a:cxn>
              <a:cxn ang="0">
                <a:pos x="csX3132" y="csY3132"/>
              </a:cxn>
              <a:cxn ang="0">
                <a:pos x="csX3133" y="csY3133"/>
              </a:cxn>
              <a:cxn ang="0">
                <a:pos x="csX3134" y="csY3134"/>
              </a:cxn>
            </a:cxnLst>
            <a:rect l="l" t="t" r="r" b="b"/>
            <a:pathLst>
              <a:path w="3429066" h="779148">
                <a:moveTo>
                  <a:pt x="1926831" y="593365"/>
                </a:moveTo>
                <a:cubicBezTo>
                  <a:pt x="1926755" y="602442"/>
                  <a:pt x="1922631" y="598937"/>
                  <a:pt x="1923669" y="611491"/>
                </a:cubicBezTo>
                <a:cubicBezTo>
                  <a:pt x="1922136" y="611405"/>
                  <a:pt x="1920612" y="611319"/>
                  <a:pt x="1919088" y="611243"/>
                </a:cubicBezTo>
                <a:cubicBezTo>
                  <a:pt x="1918316" y="604614"/>
                  <a:pt x="1925107" y="600423"/>
                  <a:pt x="1920697" y="597594"/>
                </a:cubicBezTo>
                <a:cubicBezTo>
                  <a:pt x="1921202" y="591421"/>
                  <a:pt x="1924545" y="594012"/>
                  <a:pt x="1926831" y="593365"/>
                </a:cubicBezTo>
                <a:close/>
                <a:moveTo>
                  <a:pt x="1946882" y="562418"/>
                </a:moveTo>
                <a:cubicBezTo>
                  <a:pt x="1946472" y="567390"/>
                  <a:pt x="1943824" y="565380"/>
                  <a:pt x="1943767" y="571428"/>
                </a:cubicBezTo>
                <a:cubicBezTo>
                  <a:pt x="1940614" y="576258"/>
                  <a:pt x="1941633" y="563361"/>
                  <a:pt x="1940776" y="562104"/>
                </a:cubicBezTo>
                <a:cubicBezTo>
                  <a:pt x="1938338" y="558465"/>
                  <a:pt x="1931775" y="569238"/>
                  <a:pt x="1933204" y="552550"/>
                </a:cubicBezTo>
                <a:cubicBezTo>
                  <a:pt x="1939585" y="550531"/>
                  <a:pt x="1943519" y="555665"/>
                  <a:pt x="1946882" y="562418"/>
                </a:cubicBezTo>
                <a:close/>
                <a:moveTo>
                  <a:pt x="1926774" y="602490"/>
                </a:moveTo>
                <a:cubicBezTo>
                  <a:pt x="1929317" y="602642"/>
                  <a:pt x="1931861" y="602775"/>
                  <a:pt x="1934413" y="602918"/>
                </a:cubicBezTo>
                <a:cubicBezTo>
                  <a:pt x="1934328" y="616853"/>
                  <a:pt x="1925336" y="621340"/>
                  <a:pt x="1926774" y="602490"/>
                </a:cubicBezTo>
                <a:close/>
                <a:moveTo>
                  <a:pt x="2012718" y="538558"/>
                </a:moveTo>
                <a:cubicBezTo>
                  <a:pt x="2009080" y="545082"/>
                  <a:pt x="2009813" y="548035"/>
                  <a:pt x="2005051" y="542720"/>
                </a:cubicBezTo>
                <a:cubicBezTo>
                  <a:pt x="2002222" y="543244"/>
                  <a:pt x="2004022" y="558141"/>
                  <a:pt x="2001879" y="560827"/>
                </a:cubicBezTo>
                <a:cubicBezTo>
                  <a:pt x="1996783" y="560551"/>
                  <a:pt x="1991697" y="560284"/>
                  <a:pt x="1986601" y="559999"/>
                </a:cubicBezTo>
                <a:cubicBezTo>
                  <a:pt x="1981772" y="555912"/>
                  <a:pt x="1989344" y="554131"/>
                  <a:pt x="1991211" y="555693"/>
                </a:cubicBezTo>
                <a:cubicBezTo>
                  <a:pt x="1990811" y="544882"/>
                  <a:pt x="1985963" y="546892"/>
                  <a:pt x="1986763" y="532586"/>
                </a:cubicBezTo>
                <a:cubicBezTo>
                  <a:pt x="1983934" y="533119"/>
                  <a:pt x="1985734" y="548007"/>
                  <a:pt x="1983600" y="550712"/>
                </a:cubicBezTo>
                <a:cubicBezTo>
                  <a:pt x="1974704" y="553931"/>
                  <a:pt x="1973609" y="534634"/>
                  <a:pt x="1970018" y="522546"/>
                </a:cubicBezTo>
                <a:cubicBezTo>
                  <a:pt x="1965474" y="528471"/>
                  <a:pt x="1960531" y="527728"/>
                  <a:pt x="1957826" y="517298"/>
                </a:cubicBezTo>
                <a:cubicBezTo>
                  <a:pt x="1964779" y="507840"/>
                  <a:pt x="1975285" y="526690"/>
                  <a:pt x="1982181" y="532347"/>
                </a:cubicBezTo>
                <a:cubicBezTo>
                  <a:pt x="1981219" y="527652"/>
                  <a:pt x="1978705" y="527433"/>
                  <a:pt x="1979209" y="518441"/>
                </a:cubicBezTo>
                <a:cubicBezTo>
                  <a:pt x="1984782" y="520327"/>
                  <a:pt x="1991268" y="519584"/>
                  <a:pt x="1991316" y="537396"/>
                </a:cubicBezTo>
                <a:cubicBezTo>
                  <a:pt x="1999879" y="548340"/>
                  <a:pt x="2005556" y="523118"/>
                  <a:pt x="2012785" y="524832"/>
                </a:cubicBezTo>
                <a:cubicBezTo>
                  <a:pt x="2012385" y="524737"/>
                  <a:pt x="2013757" y="539548"/>
                  <a:pt x="2015785" y="534167"/>
                </a:cubicBezTo>
                <a:cubicBezTo>
                  <a:pt x="2016128" y="521203"/>
                  <a:pt x="2010670" y="524937"/>
                  <a:pt x="2012899" y="506554"/>
                </a:cubicBezTo>
                <a:cubicBezTo>
                  <a:pt x="2017786" y="516460"/>
                  <a:pt x="2019681" y="502563"/>
                  <a:pt x="2023615" y="502582"/>
                </a:cubicBezTo>
                <a:cubicBezTo>
                  <a:pt x="2026387" y="502563"/>
                  <a:pt x="2028282" y="512002"/>
                  <a:pt x="2032749" y="507630"/>
                </a:cubicBezTo>
                <a:cubicBezTo>
                  <a:pt x="2032673" y="512078"/>
                  <a:pt x="2030854" y="511088"/>
                  <a:pt x="2029663" y="512040"/>
                </a:cubicBezTo>
                <a:cubicBezTo>
                  <a:pt x="2024491" y="523908"/>
                  <a:pt x="2025663" y="555522"/>
                  <a:pt x="2017166" y="557112"/>
                </a:cubicBezTo>
                <a:cubicBezTo>
                  <a:pt x="2021005" y="551950"/>
                  <a:pt x="2020176" y="532262"/>
                  <a:pt x="2023472" y="525413"/>
                </a:cubicBezTo>
                <a:cubicBezTo>
                  <a:pt x="2023262" y="520041"/>
                  <a:pt x="2020710" y="521432"/>
                  <a:pt x="2018919" y="520613"/>
                </a:cubicBezTo>
                <a:cubicBezTo>
                  <a:pt x="2017766" y="531500"/>
                  <a:pt x="2017005" y="533986"/>
                  <a:pt x="2015671" y="552464"/>
                </a:cubicBezTo>
                <a:cubicBezTo>
                  <a:pt x="2012423" y="554398"/>
                  <a:pt x="2012823" y="545749"/>
                  <a:pt x="2012718" y="538558"/>
                </a:cubicBezTo>
                <a:close/>
                <a:moveTo>
                  <a:pt x="1957349" y="599575"/>
                </a:moveTo>
                <a:cubicBezTo>
                  <a:pt x="1958331" y="615453"/>
                  <a:pt x="1951901" y="615682"/>
                  <a:pt x="1949663" y="608309"/>
                </a:cubicBezTo>
                <a:cubicBezTo>
                  <a:pt x="1949948" y="598327"/>
                  <a:pt x="1953568" y="598689"/>
                  <a:pt x="1957349" y="599575"/>
                </a:cubicBezTo>
                <a:close/>
                <a:moveTo>
                  <a:pt x="1990954" y="601404"/>
                </a:moveTo>
                <a:cubicBezTo>
                  <a:pt x="1989934" y="601337"/>
                  <a:pt x="1988915" y="601289"/>
                  <a:pt x="1987896" y="601223"/>
                </a:cubicBezTo>
                <a:cubicBezTo>
                  <a:pt x="1982991" y="604890"/>
                  <a:pt x="1983210" y="593774"/>
                  <a:pt x="1980314" y="591679"/>
                </a:cubicBezTo>
                <a:cubicBezTo>
                  <a:pt x="1966865" y="587688"/>
                  <a:pt x="1982581" y="590069"/>
                  <a:pt x="1984953" y="582763"/>
                </a:cubicBezTo>
                <a:cubicBezTo>
                  <a:pt x="1986706" y="589697"/>
                  <a:pt x="1991268" y="588498"/>
                  <a:pt x="1990954" y="601404"/>
                </a:cubicBezTo>
                <a:close/>
                <a:moveTo>
                  <a:pt x="1967989" y="609290"/>
                </a:moveTo>
                <a:cubicBezTo>
                  <a:pt x="1964779" y="611053"/>
                  <a:pt x="1963960" y="605909"/>
                  <a:pt x="1961912" y="604385"/>
                </a:cubicBezTo>
                <a:cubicBezTo>
                  <a:pt x="1963731" y="596079"/>
                  <a:pt x="1970037" y="601671"/>
                  <a:pt x="1968160" y="581858"/>
                </a:cubicBezTo>
                <a:cubicBezTo>
                  <a:pt x="1971542" y="583983"/>
                  <a:pt x="1969198" y="606204"/>
                  <a:pt x="1967989" y="609290"/>
                </a:cubicBezTo>
                <a:close/>
                <a:moveTo>
                  <a:pt x="1949939" y="562599"/>
                </a:moveTo>
                <a:cubicBezTo>
                  <a:pt x="1945729" y="560408"/>
                  <a:pt x="1949948" y="548216"/>
                  <a:pt x="1953044" y="553607"/>
                </a:cubicBezTo>
                <a:cubicBezTo>
                  <a:pt x="1951796" y="542234"/>
                  <a:pt x="1942405" y="554379"/>
                  <a:pt x="1940881" y="543806"/>
                </a:cubicBezTo>
                <a:cubicBezTo>
                  <a:pt x="1944434" y="534329"/>
                  <a:pt x="1946282" y="546140"/>
                  <a:pt x="1951596" y="539815"/>
                </a:cubicBezTo>
                <a:cubicBezTo>
                  <a:pt x="1952006" y="550626"/>
                  <a:pt x="1956854" y="548607"/>
                  <a:pt x="1956045" y="562923"/>
                </a:cubicBezTo>
                <a:cubicBezTo>
                  <a:pt x="1953178" y="567152"/>
                  <a:pt x="1951025" y="548940"/>
                  <a:pt x="1949939" y="562599"/>
                </a:cubicBezTo>
                <a:close/>
                <a:moveTo>
                  <a:pt x="1917811" y="570009"/>
                </a:moveTo>
                <a:cubicBezTo>
                  <a:pt x="1916135" y="550350"/>
                  <a:pt x="1930403" y="551112"/>
                  <a:pt x="1928498" y="570600"/>
                </a:cubicBezTo>
                <a:cubicBezTo>
                  <a:pt x="1924202" y="565590"/>
                  <a:pt x="1922155" y="565466"/>
                  <a:pt x="1917811" y="570009"/>
                </a:cubicBezTo>
                <a:close/>
                <a:moveTo>
                  <a:pt x="951500" y="440088"/>
                </a:moveTo>
                <a:cubicBezTo>
                  <a:pt x="953157" y="424782"/>
                  <a:pt x="946785" y="432706"/>
                  <a:pt x="943918" y="430506"/>
                </a:cubicBezTo>
                <a:cubicBezTo>
                  <a:pt x="945185" y="422067"/>
                  <a:pt x="951186" y="417095"/>
                  <a:pt x="951547" y="430935"/>
                </a:cubicBezTo>
                <a:cubicBezTo>
                  <a:pt x="954386" y="430392"/>
                  <a:pt x="952576" y="415495"/>
                  <a:pt x="954719" y="412790"/>
                </a:cubicBezTo>
                <a:cubicBezTo>
                  <a:pt x="958310" y="421124"/>
                  <a:pt x="963359" y="412847"/>
                  <a:pt x="966911" y="418067"/>
                </a:cubicBezTo>
                <a:cubicBezTo>
                  <a:pt x="967511" y="418905"/>
                  <a:pt x="966349" y="430173"/>
                  <a:pt x="966835" y="431754"/>
                </a:cubicBezTo>
                <a:cubicBezTo>
                  <a:pt x="967816" y="434907"/>
                  <a:pt x="977589" y="428858"/>
                  <a:pt x="972893" y="441231"/>
                </a:cubicBezTo>
                <a:cubicBezTo>
                  <a:pt x="966711" y="445594"/>
                  <a:pt x="966149" y="433735"/>
                  <a:pt x="963806" y="427001"/>
                </a:cubicBezTo>
                <a:cubicBezTo>
                  <a:pt x="959901" y="427287"/>
                  <a:pt x="956510" y="429220"/>
                  <a:pt x="954596" y="435659"/>
                </a:cubicBezTo>
                <a:cubicBezTo>
                  <a:pt x="956491" y="454985"/>
                  <a:pt x="959615" y="435907"/>
                  <a:pt x="963759" y="436164"/>
                </a:cubicBezTo>
                <a:cubicBezTo>
                  <a:pt x="968693" y="458491"/>
                  <a:pt x="991562" y="437955"/>
                  <a:pt x="1001859" y="451918"/>
                </a:cubicBezTo>
                <a:cubicBezTo>
                  <a:pt x="979770" y="456824"/>
                  <a:pt x="951214" y="453042"/>
                  <a:pt x="930078" y="448051"/>
                </a:cubicBezTo>
                <a:cubicBezTo>
                  <a:pt x="933774" y="434754"/>
                  <a:pt x="947795" y="453376"/>
                  <a:pt x="951500" y="440088"/>
                </a:cubicBezTo>
                <a:close/>
                <a:moveTo>
                  <a:pt x="902265" y="496848"/>
                </a:moveTo>
                <a:cubicBezTo>
                  <a:pt x="900246" y="516727"/>
                  <a:pt x="893921" y="502572"/>
                  <a:pt x="889968" y="509897"/>
                </a:cubicBezTo>
                <a:cubicBezTo>
                  <a:pt x="887549" y="514402"/>
                  <a:pt x="888454" y="513126"/>
                  <a:pt x="883853" y="509564"/>
                </a:cubicBezTo>
                <a:cubicBezTo>
                  <a:pt x="881196" y="476417"/>
                  <a:pt x="900856" y="497210"/>
                  <a:pt x="902265" y="496848"/>
                </a:cubicBezTo>
                <a:close/>
                <a:moveTo>
                  <a:pt x="915934" y="511316"/>
                </a:moveTo>
                <a:cubicBezTo>
                  <a:pt x="917019" y="507687"/>
                  <a:pt x="918381" y="498924"/>
                  <a:pt x="916019" y="497610"/>
                </a:cubicBezTo>
                <a:cubicBezTo>
                  <a:pt x="912895" y="494914"/>
                  <a:pt x="912324" y="506125"/>
                  <a:pt x="914429" y="506639"/>
                </a:cubicBezTo>
                <a:cubicBezTo>
                  <a:pt x="911523" y="520479"/>
                  <a:pt x="907199" y="500982"/>
                  <a:pt x="902217" y="505992"/>
                </a:cubicBezTo>
                <a:cubicBezTo>
                  <a:pt x="902227" y="502934"/>
                  <a:pt x="902256" y="499905"/>
                  <a:pt x="902265" y="496848"/>
                </a:cubicBezTo>
                <a:cubicBezTo>
                  <a:pt x="913943" y="493962"/>
                  <a:pt x="925030" y="479055"/>
                  <a:pt x="934450" y="480303"/>
                </a:cubicBezTo>
                <a:cubicBezTo>
                  <a:pt x="939527" y="480970"/>
                  <a:pt x="940222" y="494505"/>
                  <a:pt x="946642" y="485532"/>
                </a:cubicBezTo>
                <a:cubicBezTo>
                  <a:pt x="948442" y="491609"/>
                  <a:pt x="947185" y="492771"/>
                  <a:pt x="946556" y="499258"/>
                </a:cubicBezTo>
                <a:cubicBezTo>
                  <a:pt x="947928" y="511764"/>
                  <a:pt x="954205" y="510116"/>
                  <a:pt x="958691" y="513621"/>
                </a:cubicBezTo>
                <a:cubicBezTo>
                  <a:pt x="960034" y="531681"/>
                  <a:pt x="946166" y="507802"/>
                  <a:pt x="949471" y="522241"/>
                </a:cubicBezTo>
                <a:cubicBezTo>
                  <a:pt x="946423" y="536462"/>
                  <a:pt x="945023" y="508583"/>
                  <a:pt x="943470" y="503649"/>
                </a:cubicBezTo>
                <a:cubicBezTo>
                  <a:pt x="939632" y="510554"/>
                  <a:pt x="939698" y="495200"/>
                  <a:pt x="938936" y="494276"/>
                </a:cubicBezTo>
                <a:cubicBezTo>
                  <a:pt x="937298" y="492238"/>
                  <a:pt x="934317" y="496657"/>
                  <a:pt x="932831" y="493933"/>
                </a:cubicBezTo>
                <a:cubicBezTo>
                  <a:pt x="932117" y="492628"/>
                  <a:pt x="932707" y="480331"/>
                  <a:pt x="929840" y="484627"/>
                </a:cubicBezTo>
                <a:cubicBezTo>
                  <a:pt x="928240" y="485580"/>
                  <a:pt x="929135" y="489914"/>
                  <a:pt x="929783" y="493781"/>
                </a:cubicBezTo>
                <a:cubicBezTo>
                  <a:pt x="931688" y="505116"/>
                  <a:pt x="933021" y="494486"/>
                  <a:pt x="937374" y="503325"/>
                </a:cubicBezTo>
                <a:cubicBezTo>
                  <a:pt x="937641" y="503906"/>
                  <a:pt x="935145" y="511393"/>
                  <a:pt x="935784" y="512412"/>
                </a:cubicBezTo>
                <a:cubicBezTo>
                  <a:pt x="938422" y="516574"/>
                  <a:pt x="944680" y="505135"/>
                  <a:pt x="943366" y="521946"/>
                </a:cubicBezTo>
                <a:cubicBezTo>
                  <a:pt x="931012" y="520146"/>
                  <a:pt x="924763" y="514593"/>
                  <a:pt x="915934" y="511316"/>
                </a:cubicBezTo>
                <a:close/>
                <a:moveTo>
                  <a:pt x="919067" y="497772"/>
                </a:moveTo>
                <a:cubicBezTo>
                  <a:pt x="921972" y="499867"/>
                  <a:pt x="921753" y="510964"/>
                  <a:pt x="926640" y="507306"/>
                </a:cubicBezTo>
                <a:cubicBezTo>
                  <a:pt x="928554" y="493838"/>
                  <a:pt x="920334" y="487323"/>
                  <a:pt x="919067" y="497772"/>
                </a:cubicBezTo>
                <a:close/>
                <a:moveTo>
                  <a:pt x="1937823" y="543644"/>
                </a:moveTo>
                <a:cubicBezTo>
                  <a:pt x="1931546" y="543806"/>
                  <a:pt x="1931823" y="525051"/>
                  <a:pt x="1924164" y="529195"/>
                </a:cubicBezTo>
                <a:cubicBezTo>
                  <a:pt x="1928489" y="514688"/>
                  <a:pt x="1932623" y="515898"/>
                  <a:pt x="1936385" y="529862"/>
                </a:cubicBezTo>
                <a:cubicBezTo>
                  <a:pt x="1939490" y="518689"/>
                  <a:pt x="1946405" y="509897"/>
                  <a:pt x="1950158" y="526042"/>
                </a:cubicBezTo>
                <a:cubicBezTo>
                  <a:pt x="1953682" y="536529"/>
                  <a:pt x="1946158" y="522032"/>
                  <a:pt x="1942519" y="525594"/>
                </a:cubicBezTo>
                <a:cubicBezTo>
                  <a:pt x="1939376" y="526737"/>
                  <a:pt x="1939395" y="537672"/>
                  <a:pt x="1937823" y="543644"/>
                </a:cubicBezTo>
                <a:close/>
                <a:moveTo>
                  <a:pt x="871566" y="522632"/>
                </a:moveTo>
                <a:cubicBezTo>
                  <a:pt x="865603" y="525509"/>
                  <a:pt x="858012" y="500886"/>
                  <a:pt x="867118" y="499524"/>
                </a:cubicBezTo>
                <a:cubicBezTo>
                  <a:pt x="861803" y="514793"/>
                  <a:pt x="872490" y="506830"/>
                  <a:pt x="871566" y="522632"/>
                </a:cubicBezTo>
                <a:close/>
                <a:moveTo>
                  <a:pt x="883977" y="491295"/>
                </a:moveTo>
                <a:cubicBezTo>
                  <a:pt x="881424" y="491171"/>
                  <a:pt x="878891" y="491028"/>
                  <a:pt x="876338" y="490885"/>
                </a:cubicBezTo>
                <a:cubicBezTo>
                  <a:pt x="874081" y="476702"/>
                  <a:pt x="886397" y="477379"/>
                  <a:pt x="883977" y="491295"/>
                </a:cubicBezTo>
                <a:close/>
                <a:moveTo>
                  <a:pt x="1913058" y="597184"/>
                </a:moveTo>
                <a:cubicBezTo>
                  <a:pt x="1914582" y="597260"/>
                  <a:pt x="1916116" y="597336"/>
                  <a:pt x="1917640" y="597413"/>
                </a:cubicBezTo>
                <a:cubicBezTo>
                  <a:pt x="1917611" y="603518"/>
                  <a:pt x="1917573" y="609624"/>
                  <a:pt x="1917535" y="615720"/>
                </a:cubicBezTo>
                <a:cubicBezTo>
                  <a:pt x="1916011" y="615615"/>
                  <a:pt x="1914477" y="615548"/>
                  <a:pt x="1912963" y="615453"/>
                </a:cubicBezTo>
                <a:cubicBezTo>
                  <a:pt x="1915554" y="606509"/>
                  <a:pt x="1912839" y="609643"/>
                  <a:pt x="1913058" y="597184"/>
                </a:cubicBezTo>
                <a:close/>
                <a:moveTo>
                  <a:pt x="963187" y="527595"/>
                </a:moveTo>
                <a:cubicBezTo>
                  <a:pt x="962063" y="539577"/>
                  <a:pt x="956186" y="536872"/>
                  <a:pt x="955424" y="550026"/>
                </a:cubicBezTo>
                <a:cubicBezTo>
                  <a:pt x="944804" y="547740"/>
                  <a:pt x="931593" y="552950"/>
                  <a:pt x="923373" y="543701"/>
                </a:cubicBezTo>
                <a:cubicBezTo>
                  <a:pt x="932583" y="532443"/>
                  <a:pt x="943527" y="546425"/>
                  <a:pt x="952414" y="540729"/>
                </a:cubicBezTo>
                <a:cubicBezTo>
                  <a:pt x="957139" y="537701"/>
                  <a:pt x="958529" y="528033"/>
                  <a:pt x="963187" y="527595"/>
                </a:cubicBezTo>
                <a:close/>
                <a:moveTo>
                  <a:pt x="1454429" y="645552"/>
                </a:moveTo>
                <a:cubicBezTo>
                  <a:pt x="1449553" y="669488"/>
                  <a:pt x="1441028" y="659868"/>
                  <a:pt x="1429912" y="657973"/>
                </a:cubicBezTo>
                <a:cubicBezTo>
                  <a:pt x="1431246" y="642904"/>
                  <a:pt x="1437437" y="655582"/>
                  <a:pt x="1442161" y="654048"/>
                </a:cubicBezTo>
                <a:cubicBezTo>
                  <a:pt x="1446990" y="652506"/>
                  <a:pt x="1450124" y="644238"/>
                  <a:pt x="1454429" y="645552"/>
                </a:cubicBezTo>
                <a:close/>
                <a:moveTo>
                  <a:pt x="2029387" y="562313"/>
                </a:moveTo>
                <a:cubicBezTo>
                  <a:pt x="2022815" y="562494"/>
                  <a:pt x="2031835" y="581935"/>
                  <a:pt x="2024691" y="580344"/>
                </a:cubicBezTo>
                <a:cubicBezTo>
                  <a:pt x="2025653" y="585068"/>
                  <a:pt x="2028168" y="585278"/>
                  <a:pt x="2027663" y="594231"/>
                </a:cubicBezTo>
                <a:cubicBezTo>
                  <a:pt x="2024796" y="598051"/>
                  <a:pt x="2022767" y="591031"/>
                  <a:pt x="2020053" y="589250"/>
                </a:cubicBezTo>
                <a:cubicBezTo>
                  <a:pt x="2017471" y="587526"/>
                  <a:pt x="2011118" y="594527"/>
                  <a:pt x="2012480" y="579696"/>
                </a:cubicBezTo>
                <a:cubicBezTo>
                  <a:pt x="2016024" y="578430"/>
                  <a:pt x="2018338" y="580744"/>
                  <a:pt x="2020091" y="584678"/>
                </a:cubicBezTo>
                <a:cubicBezTo>
                  <a:pt x="2023386" y="585230"/>
                  <a:pt x="2020395" y="569181"/>
                  <a:pt x="2020176" y="570962"/>
                </a:cubicBezTo>
                <a:cubicBezTo>
                  <a:pt x="2021281" y="562027"/>
                  <a:pt x="2027053" y="570857"/>
                  <a:pt x="2024872" y="552912"/>
                </a:cubicBezTo>
                <a:cubicBezTo>
                  <a:pt x="2031921" y="564361"/>
                  <a:pt x="2033435" y="543578"/>
                  <a:pt x="2038626" y="553674"/>
                </a:cubicBezTo>
                <a:cubicBezTo>
                  <a:pt x="2037788" y="557303"/>
                  <a:pt x="2036988" y="560989"/>
                  <a:pt x="2037016" y="567304"/>
                </a:cubicBezTo>
                <a:cubicBezTo>
                  <a:pt x="2034788" y="564675"/>
                  <a:pt x="2029063" y="572210"/>
                  <a:pt x="2029387" y="562313"/>
                </a:cubicBezTo>
                <a:close/>
                <a:moveTo>
                  <a:pt x="992105" y="547435"/>
                </a:moveTo>
                <a:cubicBezTo>
                  <a:pt x="989724" y="560084"/>
                  <a:pt x="985457" y="555265"/>
                  <a:pt x="982942" y="546940"/>
                </a:cubicBezTo>
                <a:cubicBezTo>
                  <a:pt x="981456" y="546988"/>
                  <a:pt x="981732" y="552483"/>
                  <a:pt x="981361" y="556008"/>
                </a:cubicBezTo>
                <a:cubicBezTo>
                  <a:pt x="977837" y="546511"/>
                  <a:pt x="974103" y="559865"/>
                  <a:pt x="970636" y="559999"/>
                </a:cubicBezTo>
                <a:cubicBezTo>
                  <a:pt x="968892" y="560075"/>
                  <a:pt x="963759" y="564961"/>
                  <a:pt x="964578" y="550521"/>
                </a:cubicBezTo>
                <a:cubicBezTo>
                  <a:pt x="971055" y="557036"/>
                  <a:pt x="974617" y="538072"/>
                  <a:pt x="978408" y="537567"/>
                </a:cubicBezTo>
                <a:cubicBezTo>
                  <a:pt x="983237" y="536881"/>
                  <a:pt x="985599" y="549159"/>
                  <a:pt x="992105" y="547435"/>
                </a:cubicBezTo>
                <a:close/>
                <a:moveTo>
                  <a:pt x="284074" y="404036"/>
                </a:moveTo>
                <a:cubicBezTo>
                  <a:pt x="282007" y="385472"/>
                  <a:pt x="297990" y="374061"/>
                  <a:pt x="296323" y="400102"/>
                </a:cubicBezTo>
                <a:cubicBezTo>
                  <a:pt x="293294" y="399912"/>
                  <a:pt x="294456" y="387520"/>
                  <a:pt x="290265" y="390625"/>
                </a:cubicBezTo>
                <a:cubicBezTo>
                  <a:pt x="286626" y="391797"/>
                  <a:pt x="291884" y="403112"/>
                  <a:pt x="293246" y="404541"/>
                </a:cubicBezTo>
                <a:cubicBezTo>
                  <a:pt x="299857" y="406398"/>
                  <a:pt x="297161" y="379405"/>
                  <a:pt x="304076" y="382243"/>
                </a:cubicBezTo>
                <a:cubicBezTo>
                  <a:pt x="302943" y="397835"/>
                  <a:pt x="297409" y="414304"/>
                  <a:pt x="291665" y="413561"/>
                </a:cubicBezTo>
                <a:cubicBezTo>
                  <a:pt x="287931" y="413114"/>
                  <a:pt x="288036" y="404103"/>
                  <a:pt x="284074" y="404036"/>
                </a:cubicBezTo>
                <a:close/>
                <a:moveTo>
                  <a:pt x="410766" y="424563"/>
                </a:moveTo>
                <a:cubicBezTo>
                  <a:pt x="414471" y="422658"/>
                  <a:pt x="420472" y="413542"/>
                  <a:pt x="419872" y="434230"/>
                </a:cubicBezTo>
                <a:cubicBezTo>
                  <a:pt x="416966" y="432125"/>
                  <a:pt x="417195" y="420991"/>
                  <a:pt x="412299" y="424667"/>
                </a:cubicBezTo>
                <a:cubicBezTo>
                  <a:pt x="411051" y="440231"/>
                  <a:pt x="418462" y="430811"/>
                  <a:pt x="416738" y="447794"/>
                </a:cubicBezTo>
                <a:cubicBezTo>
                  <a:pt x="412661" y="445241"/>
                  <a:pt x="402069" y="429239"/>
                  <a:pt x="404517" y="447099"/>
                </a:cubicBezTo>
                <a:cubicBezTo>
                  <a:pt x="402222" y="459186"/>
                  <a:pt x="396154" y="444756"/>
                  <a:pt x="396964" y="433002"/>
                </a:cubicBezTo>
                <a:cubicBezTo>
                  <a:pt x="398745" y="431278"/>
                  <a:pt x="401384" y="435535"/>
                  <a:pt x="403069" y="433307"/>
                </a:cubicBezTo>
                <a:cubicBezTo>
                  <a:pt x="403955" y="432135"/>
                  <a:pt x="404355" y="424515"/>
                  <a:pt x="404660" y="424258"/>
                </a:cubicBezTo>
                <a:cubicBezTo>
                  <a:pt x="406489" y="422581"/>
                  <a:pt x="408851" y="425563"/>
                  <a:pt x="410766" y="424563"/>
                </a:cubicBezTo>
                <a:close/>
                <a:moveTo>
                  <a:pt x="388210" y="363917"/>
                </a:moveTo>
                <a:cubicBezTo>
                  <a:pt x="392887" y="353611"/>
                  <a:pt x="403974" y="363164"/>
                  <a:pt x="411147" y="360574"/>
                </a:cubicBezTo>
                <a:cubicBezTo>
                  <a:pt x="409070" y="368127"/>
                  <a:pt x="407003" y="375690"/>
                  <a:pt x="407899" y="392397"/>
                </a:cubicBezTo>
                <a:cubicBezTo>
                  <a:pt x="402736" y="396816"/>
                  <a:pt x="405603" y="378052"/>
                  <a:pt x="404974" y="369384"/>
                </a:cubicBezTo>
                <a:cubicBezTo>
                  <a:pt x="400907" y="364927"/>
                  <a:pt x="403098" y="378585"/>
                  <a:pt x="401831" y="382948"/>
                </a:cubicBezTo>
                <a:cubicBezTo>
                  <a:pt x="401003" y="385796"/>
                  <a:pt x="398231" y="387796"/>
                  <a:pt x="398774" y="382767"/>
                </a:cubicBezTo>
                <a:cubicBezTo>
                  <a:pt x="398021" y="389625"/>
                  <a:pt x="398240" y="395264"/>
                  <a:pt x="400193" y="401122"/>
                </a:cubicBezTo>
                <a:cubicBezTo>
                  <a:pt x="401107" y="403922"/>
                  <a:pt x="402088" y="397207"/>
                  <a:pt x="401745" y="396664"/>
                </a:cubicBezTo>
                <a:cubicBezTo>
                  <a:pt x="403250" y="399093"/>
                  <a:pt x="407813" y="417609"/>
                  <a:pt x="410823" y="410866"/>
                </a:cubicBezTo>
                <a:cubicBezTo>
                  <a:pt x="409042" y="421810"/>
                  <a:pt x="402946" y="422238"/>
                  <a:pt x="401669" y="410351"/>
                </a:cubicBezTo>
                <a:cubicBezTo>
                  <a:pt x="393497" y="408884"/>
                  <a:pt x="393983" y="423896"/>
                  <a:pt x="386372" y="414133"/>
                </a:cubicBezTo>
                <a:cubicBezTo>
                  <a:pt x="386610" y="402427"/>
                  <a:pt x="391544" y="405294"/>
                  <a:pt x="395592" y="405474"/>
                </a:cubicBezTo>
                <a:cubicBezTo>
                  <a:pt x="395621" y="400903"/>
                  <a:pt x="395640" y="396330"/>
                  <a:pt x="395669" y="391758"/>
                </a:cubicBezTo>
                <a:cubicBezTo>
                  <a:pt x="389687" y="392121"/>
                  <a:pt x="389477" y="406999"/>
                  <a:pt x="383429" y="395654"/>
                </a:cubicBezTo>
                <a:cubicBezTo>
                  <a:pt x="381638" y="396292"/>
                  <a:pt x="382076" y="403931"/>
                  <a:pt x="381819" y="409313"/>
                </a:cubicBezTo>
                <a:cubicBezTo>
                  <a:pt x="377619" y="412409"/>
                  <a:pt x="378790" y="400017"/>
                  <a:pt x="375761" y="399836"/>
                </a:cubicBezTo>
                <a:cubicBezTo>
                  <a:pt x="371437" y="398807"/>
                  <a:pt x="372685" y="415104"/>
                  <a:pt x="366541" y="408475"/>
                </a:cubicBezTo>
                <a:cubicBezTo>
                  <a:pt x="366684" y="393387"/>
                  <a:pt x="370989" y="391225"/>
                  <a:pt x="375818" y="390692"/>
                </a:cubicBezTo>
                <a:cubicBezTo>
                  <a:pt x="381324" y="381338"/>
                  <a:pt x="380533" y="373594"/>
                  <a:pt x="382114" y="359011"/>
                </a:cubicBezTo>
                <a:cubicBezTo>
                  <a:pt x="387963" y="352611"/>
                  <a:pt x="382295" y="379452"/>
                  <a:pt x="388144" y="373042"/>
                </a:cubicBezTo>
                <a:cubicBezTo>
                  <a:pt x="390087" y="372042"/>
                  <a:pt x="389753" y="364050"/>
                  <a:pt x="388210" y="363917"/>
                </a:cubicBezTo>
                <a:close/>
                <a:moveTo>
                  <a:pt x="303628" y="455376"/>
                </a:moveTo>
                <a:cubicBezTo>
                  <a:pt x="301428" y="462729"/>
                  <a:pt x="300685" y="451299"/>
                  <a:pt x="297542" y="450461"/>
                </a:cubicBezTo>
                <a:cubicBezTo>
                  <a:pt x="294646" y="449718"/>
                  <a:pt x="292999" y="455852"/>
                  <a:pt x="291408" y="454700"/>
                </a:cubicBezTo>
                <a:cubicBezTo>
                  <a:pt x="287303" y="451728"/>
                  <a:pt x="284883" y="440812"/>
                  <a:pt x="280807" y="440403"/>
                </a:cubicBezTo>
                <a:cubicBezTo>
                  <a:pt x="284940" y="415628"/>
                  <a:pt x="291475" y="452404"/>
                  <a:pt x="297637" y="436755"/>
                </a:cubicBezTo>
                <a:cubicBezTo>
                  <a:pt x="298961" y="444908"/>
                  <a:pt x="300961" y="451109"/>
                  <a:pt x="303628" y="455376"/>
                </a:cubicBezTo>
                <a:close/>
                <a:moveTo>
                  <a:pt x="325098" y="442822"/>
                </a:moveTo>
                <a:cubicBezTo>
                  <a:pt x="325774" y="451814"/>
                  <a:pt x="318002" y="457148"/>
                  <a:pt x="317421" y="446994"/>
                </a:cubicBezTo>
                <a:cubicBezTo>
                  <a:pt x="313734" y="452595"/>
                  <a:pt x="311696" y="463377"/>
                  <a:pt x="305133" y="460024"/>
                </a:cubicBezTo>
                <a:cubicBezTo>
                  <a:pt x="312915" y="453366"/>
                  <a:pt x="307877" y="440507"/>
                  <a:pt x="302209" y="437002"/>
                </a:cubicBezTo>
                <a:cubicBezTo>
                  <a:pt x="308934" y="412952"/>
                  <a:pt x="315116" y="445765"/>
                  <a:pt x="323621" y="433592"/>
                </a:cubicBezTo>
                <a:cubicBezTo>
                  <a:pt x="323345" y="438888"/>
                  <a:pt x="323907" y="441755"/>
                  <a:pt x="325098" y="442822"/>
                </a:cubicBezTo>
                <a:close/>
                <a:moveTo>
                  <a:pt x="461162" y="427306"/>
                </a:moveTo>
                <a:cubicBezTo>
                  <a:pt x="459638" y="427220"/>
                  <a:pt x="458105" y="427134"/>
                  <a:pt x="456581" y="427049"/>
                </a:cubicBezTo>
                <a:cubicBezTo>
                  <a:pt x="457514" y="416000"/>
                  <a:pt x="458029" y="403608"/>
                  <a:pt x="462829" y="404541"/>
                </a:cubicBezTo>
                <a:cubicBezTo>
                  <a:pt x="464010" y="417524"/>
                  <a:pt x="460600" y="416257"/>
                  <a:pt x="461162" y="427306"/>
                </a:cubicBezTo>
                <a:close/>
                <a:moveTo>
                  <a:pt x="459991" y="367794"/>
                </a:moveTo>
                <a:cubicBezTo>
                  <a:pt x="457086" y="365708"/>
                  <a:pt x="457305" y="354601"/>
                  <a:pt x="452409" y="358250"/>
                </a:cubicBezTo>
                <a:cubicBezTo>
                  <a:pt x="450828" y="361117"/>
                  <a:pt x="450761" y="368660"/>
                  <a:pt x="447761" y="367136"/>
                </a:cubicBezTo>
                <a:cubicBezTo>
                  <a:pt x="447932" y="360640"/>
                  <a:pt x="448094" y="354201"/>
                  <a:pt x="446313" y="353354"/>
                </a:cubicBezTo>
                <a:cubicBezTo>
                  <a:pt x="450123" y="348391"/>
                  <a:pt x="459600" y="343829"/>
                  <a:pt x="459991" y="367794"/>
                </a:cubicBezTo>
                <a:close/>
                <a:moveTo>
                  <a:pt x="444770" y="357840"/>
                </a:moveTo>
                <a:cubicBezTo>
                  <a:pt x="443008" y="376252"/>
                  <a:pt x="437512" y="356011"/>
                  <a:pt x="430997" y="361640"/>
                </a:cubicBezTo>
                <a:cubicBezTo>
                  <a:pt x="433835" y="381786"/>
                  <a:pt x="420700" y="358002"/>
                  <a:pt x="415661" y="369984"/>
                </a:cubicBezTo>
                <a:cubicBezTo>
                  <a:pt x="414604" y="350058"/>
                  <a:pt x="423653" y="358535"/>
                  <a:pt x="427977" y="356935"/>
                </a:cubicBezTo>
                <a:cubicBezTo>
                  <a:pt x="434226" y="354592"/>
                  <a:pt x="441131" y="347734"/>
                  <a:pt x="444770" y="357840"/>
                </a:cubicBezTo>
                <a:close/>
                <a:moveTo>
                  <a:pt x="447685" y="380852"/>
                </a:moveTo>
                <a:cubicBezTo>
                  <a:pt x="447618" y="385301"/>
                  <a:pt x="445789" y="384291"/>
                  <a:pt x="444598" y="385243"/>
                </a:cubicBezTo>
                <a:cubicBezTo>
                  <a:pt x="444484" y="393073"/>
                  <a:pt x="445665" y="397159"/>
                  <a:pt x="447570" y="399140"/>
                </a:cubicBezTo>
                <a:cubicBezTo>
                  <a:pt x="447799" y="405341"/>
                  <a:pt x="438693" y="404579"/>
                  <a:pt x="444437" y="412675"/>
                </a:cubicBezTo>
                <a:cubicBezTo>
                  <a:pt x="443655" y="429192"/>
                  <a:pt x="439074" y="408542"/>
                  <a:pt x="438360" y="407799"/>
                </a:cubicBezTo>
                <a:cubicBezTo>
                  <a:pt x="436569" y="405903"/>
                  <a:pt x="433978" y="409694"/>
                  <a:pt x="432254" y="407456"/>
                </a:cubicBezTo>
                <a:cubicBezTo>
                  <a:pt x="431511" y="406484"/>
                  <a:pt x="431368" y="399093"/>
                  <a:pt x="430778" y="398207"/>
                </a:cubicBezTo>
                <a:cubicBezTo>
                  <a:pt x="428501" y="394845"/>
                  <a:pt x="425406" y="400645"/>
                  <a:pt x="426263" y="388853"/>
                </a:cubicBezTo>
                <a:cubicBezTo>
                  <a:pt x="423548" y="387663"/>
                  <a:pt x="418586" y="393025"/>
                  <a:pt x="420205" y="379347"/>
                </a:cubicBezTo>
                <a:cubicBezTo>
                  <a:pt x="424120" y="385891"/>
                  <a:pt x="429501" y="384034"/>
                  <a:pt x="433902" y="389234"/>
                </a:cubicBezTo>
                <a:cubicBezTo>
                  <a:pt x="436607" y="392463"/>
                  <a:pt x="439150" y="417505"/>
                  <a:pt x="442998" y="398883"/>
                </a:cubicBezTo>
                <a:cubicBezTo>
                  <a:pt x="440331" y="390120"/>
                  <a:pt x="432949" y="394968"/>
                  <a:pt x="433978" y="375556"/>
                </a:cubicBezTo>
                <a:cubicBezTo>
                  <a:pt x="441627" y="372309"/>
                  <a:pt x="441350" y="391930"/>
                  <a:pt x="447685" y="380852"/>
                </a:cubicBezTo>
                <a:close/>
                <a:moveTo>
                  <a:pt x="283836" y="445184"/>
                </a:moveTo>
                <a:cubicBezTo>
                  <a:pt x="284750" y="449280"/>
                  <a:pt x="285626" y="453442"/>
                  <a:pt x="283769" y="454309"/>
                </a:cubicBezTo>
                <a:cubicBezTo>
                  <a:pt x="277359" y="458014"/>
                  <a:pt x="262623" y="450442"/>
                  <a:pt x="251698" y="452595"/>
                </a:cubicBezTo>
                <a:cubicBezTo>
                  <a:pt x="246155" y="455576"/>
                  <a:pt x="246221" y="444394"/>
                  <a:pt x="251727" y="448023"/>
                </a:cubicBezTo>
                <a:cubicBezTo>
                  <a:pt x="262528" y="444337"/>
                  <a:pt x="273701" y="438212"/>
                  <a:pt x="283836" y="445184"/>
                </a:cubicBezTo>
                <a:close/>
                <a:moveTo>
                  <a:pt x="438169" y="439784"/>
                </a:moveTo>
                <a:cubicBezTo>
                  <a:pt x="435273" y="446318"/>
                  <a:pt x="436216" y="464758"/>
                  <a:pt x="430397" y="462215"/>
                </a:cubicBezTo>
                <a:cubicBezTo>
                  <a:pt x="434988" y="455909"/>
                  <a:pt x="426530" y="438174"/>
                  <a:pt x="433597" y="439536"/>
                </a:cubicBezTo>
                <a:cubicBezTo>
                  <a:pt x="432692" y="430173"/>
                  <a:pt x="425882" y="437812"/>
                  <a:pt x="427606" y="420915"/>
                </a:cubicBezTo>
                <a:cubicBezTo>
                  <a:pt x="433321" y="434612"/>
                  <a:pt x="440560" y="421419"/>
                  <a:pt x="448923" y="431230"/>
                </a:cubicBezTo>
                <a:cubicBezTo>
                  <a:pt x="444875" y="443041"/>
                  <a:pt x="451361" y="434954"/>
                  <a:pt x="450342" y="449585"/>
                </a:cubicBezTo>
                <a:cubicBezTo>
                  <a:pt x="443341" y="454785"/>
                  <a:pt x="444408" y="436716"/>
                  <a:pt x="438169" y="439784"/>
                </a:cubicBezTo>
                <a:close/>
                <a:moveTo>
                  <a:pt x="434845" y="485323"/>
                </a:moveTo>
                <a:cubicBezTo>
                  <a:pt x="439807" y="496591"/>
                  <a:pt x="423958" y="482227"/>
                  <a:pt x="424101" y="493886"/>
                </a:cubicBezTo>
                <a:cubicBezTo>
                  <a:pt x="419833" y="486447"/>
                  <a:pt x="417576" y="498772"/>
                  <a:pt x="413433" y="488752"/>
                </a:cubicBezTo>
                <a:cubicBezTo>
                  <a:pt x="419090" y="485732"/>
                  <a:pt x="426958" y="471302"/>
                  <a:pt x="430311" y="475931"/>
                </a:cubicBezTo>
                <a:cubicBezTo>
                  <a:pt x="425158" y="484961"/>
                  <a:pt x="429025" y="485732"/>
                  <a:pt x="434845" y="485323"/>
                </a:cubicBezTo>
                <a:close/>
                <a:moveTo>
                  <a:pt x="328365" y="406427"/>
                </a:moveTo>
                <a:cubicBezTo>
                  <a:pt x="325212" y="403731"/>
                  <a:pt x="324869" y="415095"/>
                  <a:pt x="323726" y="415314"/>
                </a:cubicBezTo>
                <a:cubicBezTo>
                  <a:pt x="319830" y="416019"/>
                  <a:pt x="321888" y="403188"/>
                  <a:pt x="317697" y="401264"/>
                </a:cubicBezTo>
                <a:cubicBezTo>
                  <a:pt x="321326" y="386682"/>
                  <a:pt x="317287" y="377319"/>
                  <a:pt x="323974" y="374175"/>
                </a:cubicBezTo>
                <a:cubicBezTo>
                  <a:pt x="324993" y="388196"/>
                  <a:pt x="321259" y="387472"/>
                  <a:pt x="322278" y="401503"/>
                </a:cubicBezTo>
                <a:cubicBezTo>
                  <a:pt x="326212" y="403960"/>
                  <a:pt x="331032" y="385815"/>
                  <a:pt x="327003" y="378900"/>
                </a:cubicBezTo>
                <a:cubicBezTo>
                  <a:pt x="327317" y="373718"/>
                  <a:pt x="328555" y="376461"/>
                  <a:pt x="328536" y="378995"/>
                </a:cubicBezTo>
                <a:cubicBezTo>
                  <a:pt x="329555" y="379024"/>
                  <a:pt x="330575" y="379090"/>
                  <a:pt x="331594" y="379147"/>
                </a:cubicBezTo>
                <a:cubicBezTo>
                  <a:pt x="332642" y="393292"/>
                  <a:pt x="327346" y="387691"/>
                  <a:pt x="328393" y="401865"/>
                </a:cubicBezTo>
                <a:cubicBezTo>
                  <a:pt x="335166" y="397797"/>
                  <a:pt x="336518" y="389339"/>
                  <a:pt x="342167" y="398007"/>
                </a:cubicBezTo>
                <a:cubicBezTo>
                  <a:pt x="341986" y="411428"/>
                  <a:pt x="338576" y="414819"/>
                  <a:pt x="335918" y="420543"/>
                </a:cubicBezTo>
                <a:cubicBezTo>
                  <a:pt x="330918" y="420505"/>
                  <a:pt x="331870" y="409380"/>
                  <a:pt x="328365" y="406427"/>
                </a:cubicBezTo>
                <a:close/>
                <a:moveTo>
                  <a:pt x="146342" y="442298"/>
                </a:moveTo>
                <a:cubicBezTo>
                  <a:pt x="149200" y="451442"/>
                  <a:pt x="134074" y="444384"/>
                  <a:pt x="129511" y="445975"/>
                </a:cubicBezTo>
                <a:cubicBezTo>
                  <a:pt x="132217" y="425515"/>
                  <a:pt x="139894" y="446194"/>
                  <a:pt x="146342" y="442298"/>
                </a:cubicBezTo>
                <a:close/>
                <a:moveTo>
                  <a:pt x="206464" y="354087"/>
                </a:moveTo>
                <a:cubicBezTo>
                  <a:pt x="204045" y="346115"/>
                  <a:pt x="200139" y="342390"/>
                  <a:pt x="194301" y="344286"/>
                </a:cubicBezTo>
                <a:cubicBezTo>
                  <a:pt x="194958" y="329798"/>
                  <a:pt x="204902" y="330160"/>
                  <a:pt x="205026" y="340314"/>
                </a:cubicBezTo>
                <a:cubicBezTo>
                  <a:pt x="205664" y="329856"/>
                  <a:pt x="211169" y="334542"/>
                  <a:pt x="212741" y="326988"/>
                </a:cubicBezTo>
                <a:cubicBezTo>
                  <a:pt x="208026" y="312358"/>
                  <a:pt x="197939" y="329017"/>
                  <a:pt x="195920" y="330646"/>
                </a:cubicBezTo>
                <a:cubicBezTo>
                  <a:pt x="196215" y="330436"/>
                  <a:pt x="195682" y="321816"/>
                  <a:pt x="195977" y="321521"/>
                </a:cubicBezTo>
                <a:cubicBezTo>
                  <a:pt x="192748" y="324722"/>
                  <a:pt x="191281" y="332732"/>
                  <a:pt x="189757" y="339504"/>
                </a:cubicBezTo>
                <a:cubicBezTo>
                  <a:pt x="187147" y="339552"/>
                  <a:pt x="185823" y="335856"/>
                  <a:pt x="185233" y="330084"/>
                </a:cubicBezTo>
                <a:cubicBezTo>
                  <a:pt x="181385" y="332037"/>
                  <a:pt x="176784" y="336933"/>
                  <a:pt x="174508" y="334085"/>
                </a:cubicBezTo>
                <a:cubicBezTo>
                  <a:pt x="168669" y="340485"/>
                  <a:pt x="174336" y="313644"/>
                  <a:pt x="168478" y="320026"/>
                </a:cubicBezTo>
                <a:cubicBezTo>
                  <a:pt x="166335" y="321531"/>
                  <a:pt x="168307" y="328093"/>
                  <a:pt x="169955" y="329265"/>
                </a:cubicBezTo>
                <a:cubicBezTo>
                  <a:pt x="168754" y="339514"/>
                  <a:pt x="161373" y="330579"/>
                  <a:pt x="157705" y="333180"/>
                </a:cubicBezTo>
                <a:cubicBezTo>
                  <a:pt x="159610" y="326674"/>
                  <a:pt x="163582" y="326550"/>
                  <a:pt x="165430" y="319892"/>
                </a:cubicBezTo>
                <a:cubicBezTo>
                  <a:pt x="165163" y="316140"/>
                  <a:pt x="163925" y="315254"/>
                  <a:pt x="163963" y="310653"/>
                </a:cubicBezTo>
                <a:cubicBezTo>
                  <a:pt x="160525" y="312415"/>
                  <a:pt x="159029" y="320197"/>
                  <a:pt x="156239" y="323969"/>
                </a:cubicBezTo>
                <a:cubicBezTo>
                  <a:pt x="157734" y="308596"/>
                  <a:pt x="144599" y="311768"/>
                  <a:pt x="141056" y="309386"/>
                </a:cubicBezTo>
                <a:cubicBezTo>
                  <a:pt x="143970" y="304529"/>
                  <a:pt x="146475" y="298290"/>
                  <a:pt x="150295" y="296194"/>
                </a:cubicBezTo>
                <a:cubicBezTo>
                  <a:pt x="149857" y="289974"/>
                  <a:pt x="146494" y="292203"/>
                  <a:pt x="144218" y="291298"/>
                </a:cubicBezTo>
                <a:cubicBezTo>
                  <a:pt x="149085" y="277963"/>
                  <a:pt x="166849" y="273658"/>
                  <a:pt x="176403" y="274753"/>
                </a:cubicBezTo>
                <a:cubicBezTo>
                  <a:pt x="178984" y="275039"/>
                  <a:pt x="179280" y="277049"/>
                  <a:pt x="179403" y="284059"/>
                </a:cubicBezTo>
                <a:cubicBezTo>
                  <a:pt x="181013" y="282107"/>
                  <a:pt x="180575" y="276192"/>
                  <a:pt x="182509" y="275068"/>
                </a:cubicBezTo>
                <a:cubicBezTo>
                  <a:pt x="185728" y="273239"/>
                  <a:pt x="184899" y="284393"/>
                  <a:pt x="185509" y="284393"/>
                </a:cubicBezTo>
                <a:cubicBezTo>
                  <a:pt x="187404" y="284374"/>
                  <a:pt x="188109" y="276516"/>
                  <a:pt x="190148" y="275487"/>
                </a:cubicBezTo>
                <a:cubicBezTo>
                  <a:pt x="193443" y="273810"/>
                  <a:pt x="198006" y="284964"/>
                  <a:pt x="202311" y="285278"/>
                </a:cubicBezTo>
                <a:cubicBezTo>
                  <a:pt x="209140" y="285793"/>
                  <a:pt x="215313" y="279811"/>
                  <a:pt x="222190" y="281802"/>
                </a:cubicBezTo>
                <a:cubicBezTo>
                  <a:pt x="228229" y="283516"/>
                  <a:pt x="233905" y="293803"/>
                  <a:pt x="240440" y="296508"/>
                </a:cubicBezTo>
                <a:cubicBezTo>
                  <a:pt x="243011" y="297556"/>
                  <a:pt x="244431" y="292184"/>
                  <a:pt x="245040" y="292165"/>
                </a:cubicBezTo>
                <a:cubicBezTo>
                  <a:pt x="255222" y="291975"/>
                  <a:pt x="265119" y="309043"/>
                  <a:pt x="274063" y="293737"/>
                </a:cubicBezTo>
                <a:cubicBezTo>
                  <a:pt x="275149" y="298080"/>
                  <a:pt x="276796" y="300804"/>
                  <a:pt x="278587" y="303138"/>
                </a:cubicBezTo>
                <a:cubicBezTo>
                  <a:pt x="277320" y="313187"/>
                  <a:pt x="269138" y="301747"/>
                  <a:pt x="270843" y="320997"/>
                </a:cubicBezTo>
                <a:cubicBezTo>
                  <a:pt x="275253" y="314520"/>
                  <a:pt x="279816" y="308510"/>
                  <a:pt x="283197" y="298795"/>
                </a:cubicBezTo>
                <a:cubicBezTo>
                  <a:pt x="290341" y="314901"/>
                  <a:pt x="303609" y="302224"/>
                  <a:pt x="313687" y="309615"/>
                </a:cubicBezTo>
                <a:cubicBezTo>
                  <a:pt x="317354" y="312253"/>
                  <a:pt x="317011" y="318911"/>
                  <a:pt x="319726" y="323664"/>
                </a:cubicBezTo>
                <a:cubicBezTo>
                  <a:pt x="323517" y="330303"/>
                  <a:pt x="328994" y="325674"/>
                  <a:pt x="330327" y="337923"/>
                </a:cubicBezTo>
                <a:cubicBezTo>
                  <a:pt x="329051" y="359116"/>
                  <a:pt x="321478" y="342238"/>
                  <a:pt x="318078" y="341848"/>
                </a:cubicBezTo>
                <a:cubicBezTo>
                  <a:pt x="313363" y="341333"/>
                  <a:pt x="307819" y="342943"/>
                  <a:pt x="304333" y="341114"/>
                </a:cubicBezTo>
                <a:cubicBezTo>
                  <a:pt x="302695" y="340228"/>
                  <a:pt x="301247" y="345505"/>
                  <a:pt x="301247" y="345505"/>
                </a:cubicBezTo>
                <a:cubicBezTo>
                  <a:pt x="300114" y="344743"/>
                  <a:pt x="297161" y="336218"/>
                  <a:pt x="296732" y="336104"/>
                </a:cubicBezTo>
                <a:cubicBezTo>
                  <a:pt x="294904" y="335628"/>
                  <a:pt x="291294" y="340752"/>
                  <a:pt x="289065" y="340285"/>
                </a:cubicBezTo>
                <a:cubicBezTo>
                  <a:pt x="283683" y="339133"/>
                  <a:pt x="282064" y="334856"/>
                  <a:pt x="276816" y="344191"/>
                </a:cubicBezTo>
                <a:cubicBezTo>
                  <a:pt x="276482" y="330760"/>
                  <a:pt x="283045" y="327531"/>
                  <a:pt x="276949" y="321350"/>
                </a:cubicBezTo>
                <a:cubicBezTo>
                  <a:pt x="274672" y="323188"/>
                  <a:pt x="277520" y="327246"/>
                  <a:pt x="276863" y="335047"/>
                </a:cubicBezTo>
                <a:cubicBezTo>
                  <a:pt x="273472" y="340038"/>
                  <a:pt x="268405" y="339847"/>
                  <a:pt x="267595" y="352839"/>
                </a:cubicBezTo>
                <a:cubicBezTo>
                  <a:pt x="255651" y="344524"/>
                  <a:pt x="247774" y="349391"/>
                  <a:pt x="238658" y="337542"/>
                </a:cubicBezTo>
                <a:cubicBezTo>
                  <a:pt x="232782" y="341067"/>
                  <a:pt x="228467" y="349372"/>
                  <a:pt x="226266" y="364336"/>
                </a:cubicBezTo>
                <a:cubicBezTo>
                  <a:pt x="222485" y="360278"/>
                  <a:pt x="218123" y="357869"/>
                  <a:pt x="212550" y="359011"/>
                </a:cubicBezTo>
                <a:cubicBezTo>
                  <a:pt x="212588" y="352896"/>
                  <a:pt x="212627" y="346820"/>
                  <a:pt x="212665" y="340724"/>
                </a:cubicBezTo>
                <a:cubicBezTo>
                  <a:pt x="208664" y="339219"/>
                  <a:pt x="206073" y="342048"/>
                  <a:pt x="206464" y="354087"/>
                </a:cubicBezTo>
                <a:close/>
                <a:moveTo>
                  <a:pt x="261528" y="343352"/>
                </a:moveTo>
                <a:cubicBezTo>
                  <a:pt x="261233" y="338209"/>
                  <a:pt x="259871" y="336133"/>
                  <a:pt x="258528" y="334047"/>
                </a:cubicBezTo>
                <a:cubicBezTo>
                  <a:pt x="258451" y="355411"/>
                  <a:pt x="262823" y="342991"/>
                  <a:pt x="267643" y="343695"/>
                </a:cubicBezTo>
                <a:cubicBezTo>
                  <a:pt x="266290" y="335590"/>
                  <a:pt x="267262" y="320854"/>
                  <a:pt x="264757" y="316101"/>
                </a:cubicBezTo>
                <a:cubicBezTo>
                  <a:pt x="261414" y="326236"/>
                  <a:pt x="266605" y="336304"/>
                  <a:pt x="261528" y="343352"/>
                </a:cubicBezTo>
                <a:close/>
                <a:moveTo>
                  <a:pt x="250879" y="333637"/>
                </a:moveTo>
                <a:cubicBezTo>
                  <a:pt x="255670" y="336075"/>
                  <a:pt x="254994" y="321559"/>
                  <a:pt x="258604" y="320331"/>
                </a:cubicBezTo>
                <a:cubicBezTo>
                  <a:pt x="258604" y="324941"/>
                  <a:pt x="261242" y="326227"/>
                  <a:pt x="261661" y="320502"/>
                </a:cubicBezTo>
                <a:cubicBezTo>
                  <a:pt x="255927" y="325045"/>
                  <a:pt x="259337" y="303224"/>
                  <a:pt x="254108" y="306376"/>
                </a:cubicBezTo>
                <a:cubicBezTo>
                  <a:pt x="255641" y="323540"/>
                  <a:pt x="250241" y="319168"/>
                  <a:pt x="250879" y="333637"/>
                </a:cubicBezTo>
                <a:close/>
                <a:moveTo>
                  <a:pt x="240249" y="323893"/>
                </a:moveTo>
                <a:cubicBezTo>
                  <a:pt x="240916" y="336990"/>
                  <a:pt x="245974" y="337333"/>
                  <a:pt x="249298" y="342705"/>
                </a:cubicBezTo>
                <a:cubicBezTo>
                  <a:pt x="250641" y="329846"/>
                  <a:pt x="247212" y="330741"/>
                  <a:pt x="247907" y="319740"/>
                </a:cubicBezTo>
                <a:cubicBezTo>
                  <a:pt x="244250" y="317664"/>
                  <a:pt x="244554" y="327922"/>
                  <a:pt x="240249" y="323893"/>
                </a:cubicBezTo>
                <a:close/>
                <a:moveTo>
                  <a:pt x="174746" y="292946"/>
                </a:moveTo>
                <a:cubicBezTo>
                  <a:pt x="173555" y="291879"/>
                  <a:pt x="172993" y="288993"/>
                  <a:pt x="173269" y="283716"/>
                </a:cubicBezTo>
                <a:cubicBezTo>
                  <a:pt x="169536" y="286098"/>
                  <a:pt x="165392" y="287193"/>
                  <a:pt x="165525" y="301595"/>
                </a:cubicBezTo>
                <a:cubicBezTo>
                  <a:pt x="169907" y="302785"/>
                  <a:pt x="173288" y="300871"/>
                  <a:pt x="174746" y="292946"/>
                </a:cubicBezTo>
                <a:close/>
                <a:moveTo>
                  <a:pt x="220485" y="309139"/>
                </a:moveTo>
                <a:cubicBezTo>
                  <a:pt x="225371" y="304367"/>
                  <a:pt x="235477" y="320997"/>
                  <a:pt x="232705" y="309805"/>
                </a:cubicBezTo>
                <a:cubicBezTo>
                  <a:pt x="230867" y="305681"/>
                  <a:pt x="216970" y="300014"/>
                  <a:pt x="220485" y="309139"/>
                </a:cubicBezTo>
                <a:close/>
                <a:moveTo>
                  <a:pt x="215713" y="340885"/>
                </a:moveTo>
                <a:cubicBezTo>
                  <a:pt x="216608" y="367860"/>
                  <a:pt x="231305" y="343419"/>
                  <a:pt x="232581" y="328084"/>
                </a:cubicBezTo>
                <a:cubicBezTo>
                  <a:pt x="223828" y="322626"/>
                  <a:pt x="225219" y="348677"/>
                  <a:pt x="215713" y="340885"/>
                </a:cubicBezTo>
                <a:close/>
                <a:moveTo>
                  <a:pt x="860917" y="512917"/>
                </a:moveTo>
                <a:cubicBezTo>
                  <a:pt x="855726" y="509192"/>
                  <a:pt x="858869" y="531386"/>
                  <a:pt x="853202" y="526214"/>
                </a:cubicBezTo>
                <a:cubicBezTo>
                  <a:pt x="853821" y="512612"/>
                  <a:pt x="859555" y="514898"/>
                  <a:pt x="857974" y="494467"/>
                </a:cubicBezTo>
                <a:cubicBezTo>
                  <a:pt x="860660" y="495705"/>
                  <a:pt x="861412" y="502506"/>
                  <a:pt x="860917" y="512917"/>
                </a:cubicBezTo>
                <a:close/>
                <a:moveTo>
                  <a:pt x="0" y="388682"/>
                </a:moveTo>
                <a:cubicBezTo>
                  <a:pt x="2086" y="369318"/>
                  <a:pt x="7591" y="389539"/>
                  <a:pt x="13773" y="384843"/>
                </a:cubicBezTo>
                <a:cubicBezTo>
                  <a:pt x="17440" y="393511"/>
                  <a:pt x="3686" y="387377"/>
                  <a:pt x="0" y="388682"/>
                </a:cubicBezTo>
                <a:close/>
                <a:moveTo>
                  <a:pt x="281054" y="399293"/>
                </a:moveTo>
                <a:cubicBezTo>
                  <a:pt x="275234" y="405589"/>
                  <a:pt x="278187" y="386586"/>
                  <a:pt x="273463" y="389720"/>
                </a:cubicBezTo>
                <a:cubicBezTo>
                  <a:pt x="275682" y="375461"/>
                  <a:pt x="280968" y="396397"/>
                  <a:pt x="282654" y="385672"/>
                </a:cubicBezTo>
                <a:cubicBezTo>
                  <a:pt x="287836" y="390806"/>
                  <a:pt x="278406" y="386844"/>
                  <a:pt x="281054" y="399293"/>
                </a:cubicBezTo>
                <a:close/>
                <a:moveTo>
                  <a:pt x="270596" y="357554"/>
                </a:moveTo>
                <a:cubicBezTo>
                  <a:pt x="269815" y="347382"/>
                  <a:pt x="273558" y="351201"/>
                  <a:pt x="273739" y="344010"/>
                </a:cubicBezTo>
                <a:cubicBezTo>
                  <a:pt x="278035" y="349001"/>
                  <a:pt x="280073" y="349125"/>
                  <a:pt x="284426" y="344591"/>
                </a:cubicBezTo>
                <a:cubicBezTo>
                  <a:pt x="282016" y="365936"/>
                  <a:pt x="277578" y="352049"/>
                  <a:pt x="270596" y="357554"/>
                </a:cubicBezTo>
                <a:close/>
                <a:moveTo>
                  <a:pt x="236420" y="451747"/>
                </a:moveTo>
                <a:cubicBezTo>
                  <a:pt x="234391" y="451633"/>
                  <a:pt x="232353" y="451518"/>
                  <a:pt x="230315" y="451423"/>
                </a:cubicBezTo>
                <a:cubicBezTo>
                  <a:pt x="231153" y="447785"/>
                  <a:pt x="231962" y="444079"/>
                  <a:pt x="231934" y="437783"/>
                </a:cubicBezTo>
                <a:cubicBezTo>
                  <a:pt x="230915" y="437736"/>
                  <a:pt x="229905" y="437659"/>
                  <a:pt x="228886" y="437631"/>
                </a:cubicBezTo>
                <a:cubicBezTo>
                  <a:pt x="226962" y="438650"/>
                  <a:pt x="227295" y="446642"/>
                  <a:pt x="228829" y="446756"/>
                </a:cubicBezTo>
                <a:cubicBezTo>
                  <a:pt x="226876" y="460481"/>
                  <a:pt x="223018" y="443203"/>
                  <a:pt x="221218" y="441793"/>
                </a:cubicBezTo>
                <a:cubicBezTo>
                  <a:pt x="220980" y="449956"/>
                  <a:pt x="223028" y="451499"/>
                  <a:pt x="222637" y="460157"/>
                </a:cubicBezTo>
                <a:cubicBezTo>
                  <a:pt x="219018" y="444289"/>
                  <a:pt x="214636" y="448013"/>
                  <a:pt x="207426" y="450175"/>
                </a:cubicBezTo>
                <a:cubicBezTo>
                  <a:pt x="207969" y="439431"/>
                  <a:pt x="214674" y="447861"/>
                  <a:pt x="213646" y="432202"/>
                </a:cubicBezTo>
                <a:cubicBezTo>
                  <a:pt x="214560" y="431363"/>
                  <a:pt x="218199" y="441603"/>
                  <a:pt x="218170" y="441622"/>
                </a:cubicBezTo>
                <a:cubicBezTo>
                  <a:pt x="219142" y="441088"/>
                  <a:pt x="219770" y="432535"/>
                  <a:pt x="219751" y="432535"/>
                </a:cubicBezTo>
                <a:cubicBezTo>
                  <a:pt x="223075" y="432383"/>
                  <a:pt x="226352" y="437231"/>
                  <a:pt x="233505" y="433287"/>
                </a:cubicBezTo>
                <a:cubicBezTo>
                  <a:pt x="233448" y="442374"/>
                  <a:pt x="237620" y="439345"/>
                  <a:pt x="236420" y="451747"/>
                </a:cubicBezTo>
                <a:close/>
                <a:moveTo>
                  <a:pt x="2056791" y="577505"/>
                </a:moveTo>
                <a:cubicBezTo>
                  <a:pt x="2057029" y="591126"/>
                  <a:pt x="2051247" y="593317"/>
                  <a:pt x="2049094" y="586221"/>
                </a:cubicBezTo>
                <a:cubicBezTo>
                  <a:pt x="2049390" y="576258"/>
                  <a:pt x="2053009" y="576658"/>
                  <a:pt x="2056791" y="577505"/>
                </a:cubicBezTo>
                <a:close/>
                <a:moveTo>
                  <a:pt x="247364" y="411180"/>
                </a:moveTo>
                <a:cubicBezTo>
                  <a:pt x="241059" y="410970"/>
                  <a:pt x="236325" y="391825"/>
                  <a:pt x="233591" y="414990"/>
                </a:cubicBezTo>
                <a:cubicBezTo>
                  <a:pt x="227857" y="419571"/>
                  <a:pt x="229314" y="403436"/>
                  <a:pt x="224476" y="405370"/>
                </a:cubicBezTo>
                <a:cubicBezTo>
                  <a:pt x="218551" y="401503"/>
                  <a:pt x="216456" y="421819"/>
                  <a:pt x="212227" y="409256"/>
                </a:cubicBezTo>
                <a:cubicBezTo>
                  <a:pt x="213684" y="400502"/>
                  <a:pt x="218627" y="397635"/>
                  <a:pt x="224533" y="396207"/>
                </a:cubicBezTo>
                <a:cubicBezTo>
                  <a:pt x="232181" y="394368"/>
                  <a:pt x="246021" y="389692"/>
                  <a:pt x="247364" y="411180"/>
                </a:cubicBezTo>
                <a:close/>
                <a:moveTo>
                  <a:pt x="250441" y="406779"/>
                </a:moveTo>
                <a:cubicBezTo>
                  <a:pt x="251832" y="370546"/>
                  <a:pt x="263576" y="404817"/>
                  <a:pt x="270405" y="389530"/>
                </a:cubicBezTo>
                <a:cubicBezTo>
                  <a:pt x="268538" y="409904"/>
                  <a:pt x="269472" y="395330"/>
                  <a:pt x="273387" y="403446"/>
                </a:cubicBezTo>
                <a:cubicBezTo>
                  <a:pt x="267967" y="426049"/>
                  <a:pt x="258547" y="390206"/>
                  <a:pt x="250441" y="406779"/>
                </a:cubicBezTo>
                <a:close/>
                <a:moveTo>
                  <a:pt x="238477" y="364984"/>
                </a:moveTo>
                <a:cubicBezTo>
                  <a:pt x="235734" y="364593"/>
                  <a:pt x="235220" y="370118"/>
                  <a:pt x="232343" y="369203"/>
                </a:cubicBezTo>
                <a:cubicBezTo>
                  <a:pt x="230010" y="351087"/>
                  <a:pt x="238944" y="367984"/>
                  <a:pt x="238535" y="355830"/>
                </a:cubicBezTo>
                <a:cubicBezTo>
                  <a:pt x="245774" y="360374"/>
                  <a:pt x="252317" y="366955"/>
                  <a:pt x="261385" y="366222"/>
                </a:cubicBezTo>
                <a:cubicBezTo>
                  <a:pt x="263842" y="379081"/>
                  <a:pt x="242745" y="365555"/>
                  <a:pt x="238477" y="364984"/>
                </a:cubicBezTo>
                <a:close/>
                <a:moveTo>
                  <a:pt x="7125" y="727448"/>
                </a:moveTo>
                <a:cubicBezTo>
                  <a:pt x="11125" y="708084"/>
                  <a:pt x="12725" y="681042"/>
                  <a:pt x="19698" y="668650"/>
                </a:cubicBezTo>
                <a:cubicBezTo>
                  <a:pt x="20784" y="666764"/>
                  <a:pt x="24984" y="667888"/>
                  <a:pt x="27365" y="664498"/>
                </a:cubicBezTo>
                <a:cubicBezTo>
                  <a:pt x="29728" y="661183"/>
                  <a:pt x="35747" y="647572"/>
                  <a:pt x="41167" y="656087"/>
                </a:cubicBezTo>
                <a:cubicBezTo>
                  <a:pt x="44358" y="653610"/>
                  <a:pt x="46168" y="646762"/>
                  <a:pt x="48892" y="642809"/>
                </a:cubicBezTo>
                <a:cubicBezTo>
                  <a:pt x="70828" y="647943"/>
                  <a:pt x="84744" y="635075"/>
                  <a:pt x="99289" y="645533"/>
                </a:cubicBezTo>
                <a:cubicBezTo>
                  <a:pt x="98146" y="649724"/>
                  <a:pt x="96469" y="652286"/>
                  <a:pt x="94650" y="654410"/>
                </a:cubicBezTo>
                <a:cubicBezTo>
                  <a:pt x="95621" y="668774"/>
                  <a:pt x="98698" y="660611"/>
                  <a:pt x="102260" y="659392"/>
                </a:cubicBezTo>
                <a:cubicBezTo>
                  <a:pt x="103318" y="673670"/>
                  <a:pt x="111214" y="684195"/>
                  <a:pt x="114367" y="678347"/>
                </a:cubicBezTo>
                <a:cubicBezTo>
                  <a:pt x="110023" y="664650"/>
                  <a:pt x="105575" y="650886"/>
                  <a:pt x="100794" y="650153"/>
                </a:cubicBezTo>
                <a:cubicBezTo>
                  <a:pt x="106832" y="639142"/>
                  <a:pt x="112033" y="654287"/>
                  <a:pt x="119139" y="646590"/>
                </a:cubicBezTo>
                <a:cubicBezTo>
                  <a:pt x="116415" y="662011"/>
                  <a:pt x="123549" y="662392"/>
                  <a:pt x="115976" y="664707"/>
                </a:cubicBezTo>
                <a:cubicBezTo>
                  <a:pt x="118072" y="671060"/>
                  <a:pt x="123454" y="674975"/>
                  <a:pt x="125111" y="669765"/>
                </a:cubicBezTo>
                <a:cubicBezTo>
                  <a:pt x="124901" y="655411"/>
                  <a:pt x="119148" y="657049"/>
                  <a:pt x="120720" y="637513"/>
                </a:cubicBezTo>
                <a:cubicBezTo>
                  <a:pt x="123273" y="637656"/>
                  <a:pt x="125806" y="637799"/>
                  <a:pt x="128349" y="637923"/>
                </a:cubicBezTo>
                <a:cubicBezTo>
                  <a:pt x="118462" y="643457"/>
                  <a:pt x="129988" y="667860"/>
                  <a:pt x="134350" y="656534"/>
                </a:cubicBezTo>
                <a:cubicBezTo>
                  <a:pt x="134569" y="649543"/>
                  <a:pt x="131016" y="654658"/>
                  <a:pt x="129797" y="651715"/>
                </a:cubicBezTo>
                <a:cubicBezTo>
                  <a:pt x="126235" y="643142"/>
                  <a:pt x="138293" y="650496"/>
                  <a:pt x="142065" y="643237"/>
                </a:cubicBezTo>
                <a:cubicBezTo>
                  <a:pt x="143037" y="647933"/>
                  <a:pt x="145552" y="648133"/>
                  <a:pt x="145047" y="657125"/>
                </a:cubicBezTo>
                <a:cubicBezTo>
                  <a:pt x="149723" y="646152"/>
                  <a:pt x="156667" y="665297"/>
                  <a:pt x="161754" y="671717"/>
                </a:cubicBezTo>
                <a:cubicBezTo>
                  <a:pt x="153867" y="678271"/>
                  <a:pt x="144456" y="680138"/>
                  <a:pt x="143208" y="707284"/>
                </a:cubicBezTo>
                <a:cubicBezTo>
                  <a:pt x="141561" y="706084"/>
                  <a:pt x="142227" y="698187"/>
                  <a:pt x="140208" y="697997"/>
                </a:cubicBezTo>
                <a:cubicBezTo>
                  <a:pt x="135617" y="700778"/>
                  <a:pt x="141608" y="707846"/>
                  <a:pt x="140103" y="716294"/>
                </a:cubicBezTo>
                <a:cubicBezTo>
                  <a:pt x="134360" y="712465"/>
                  <a:pt x="132769" y="721485"/>
                  <a:pt x="127854" y="720190"/>
                </a:cubicBezTo>
                <a:cubicBezTo>
                  <a:pt x="126397" y="706369"/>
                  <a:pt x="131312" y="712265"/>
                  <a:pt x="134017" y="711351"/>
                </a:cubicBezTo>
                <a:cubicBezTo>
                  <a:pt x="135531" y="690215"/>
                  <a:pt x="123301" y="700559"/>
                  <a:pt x="121796" y="710713"/>
                </a:cubicBezTo>
                <a:cubicBezTo>
                  <a:pt x="116977" y="712675"/>
                  <a:pt x="118424" y="696511"/>
                  <a:pt x="112690" y="701092"/>
                </a:cubicBezTo>
                <a:cubicBezTo>
                  <a:pt x="111090" y="705464"/>
                  <a:pt x="109538" y="709970"/>
                  <a:pt x="108023" y="714532"/>
                </a:cubicBezTo>
                <a:cubicBezTo>
                  <a:pt x="108033" y="724733"/>
                  <a:pt x="112957" y="715028"/>
                  <a:pt x="112605" y="714799"/>
                </a:cubicBezTo>
                <a:cubicBezTo>
                  <a:pt x="114595" y="716047"/>
                  <a:pt x="114948" y="723752"/>
                  <a:pt x="117129" y="724200"/>
                </a:cubicBezTo>
                <a:cubicBezTo>
                  <a:pt x="119567" y="724676"/>
                  <a:pt x="124073" y="716704"/>
                  <a:pt x="129350" y="724848"/>
                </a:cubicBezTo>
                <a:cubicBezTo>
                  <a:pt x="115948" y="729839"/>
                  <a:pt x="101832" y="732582"/>
                  <a:pt x="88021" y="736325"/>
                </a:cubicBezTo>
                <a:cubicBezTo>
                  <a:pt x="89983" y="717323"/>
                  <a:pt x="89868" y="704283"/>
                  <a:pt x="88297" y="690586"/>
                </a:cubicBezTo>
                <a:cubicBezTo>
                  <a:pt x="83649" y="687024"/>
                  <a:pt x="83772" y="698245"/>
                  <a:pt x="79115" y="694711"/>
                </a:cubicBezTo>
                <a:cubicBezTo>
                  <a:pt x="74943" y="698654"/>
                  <a:pt x="83134" y="703407"/>
                  <a:pt x="80505" y="717637"/>
                </a:cubicBezTo>
                <a:cubicBezTo>
                  <a:pt x="77953" y="717495"/>
                  <a:pt x="75409" y="717352"/>
                  <a:pt x="72866" y="717228"/>
                </a:cubicBezTo>
                <a:cubicBezTo>
                  <a:pt x="73371" y="738107"/>
                  <a:pt x="77629" y="734849"/>
                  <a:pt x="83468" y="731525"/>
                </a:cubicBezTo>
                <a:cubicBezTo>
                  <a:pt x="79648" y="749127"/>
                  <a:pt x="67751" y="741745"/>
                  <a:pt x="60446" y="748565"/>
                </a:cubicBezTo>
                <a:cubicBezTo>
                  <a:pt x="61284" y="744917"/>
                  <a:pt x="62084" y="741221"/>
                  <a:pt x="62065" y="734906"/>
                </a:cubicBezTo>
                <a:cubicBezTo>
                  <a:pt x="58264" y="734030"/>
                  <a:pt x="57283" y="741850"/>
                  <a:pt x="54369" y="743650"/>
                </a:cubicBezTo>
                <a:cubicBezTo>
                  <a:pt x="55026" y="747774"/>
                  <a:pt x="55655" y="751908"/>
                  <a:pt x="57360" y="752966"/>
                </a:cubicBezTo>
                <a:cubicBezTo>
                  <a:pt x="50854" y="766910"/>
                  <a:pt x="39167" y="764777"/>
                  <a:pt x="29766" y="769768"/>
                </a:cubicBezTo>
                <a:cubicBezTo>
                  <a:pt x="31518" y="763281"/>
                  <a:pt x="31480" y="758690"/>
                  <a:pt x="28327" y="755985"/>
                </a:cubicBezTo>
                <a:cubicBezTo>
                  <a:pt x="24955" y="752413"/>
                  <a:pt x="21936" y="772454"/>
                  <a:pt x="25156" y="774082"/>
                </a:cubicBezTo>
                <a:cubicBezTo>
                  <a:pt x="24908" y="784160"/>
                  <a:pt x="18669" y="775654"/>
                  <a:pt x="15973" y="778140"/>
                </a:cubicBezTo>
                <a:cubicBezTo>
                  <a:pt x="12068" y="764100"/>
                  <a:pt x="11592" y="739993"/>
                  <a:pt x="7125" y="727448"/>
                </a:cubicBezTo>
                <a:close/>
                <a:moveTo>
                  <a:pt x="115862" y="683033"/>
                </a:moveTo>
                <a:cubicBezTo>
                  <a:pt x="115614" y="697597"/>
                  <a:pt x="127225" y="703779"/>
                  <a:pt x="128054" y="688243"/>
                </a:cubicBezTo>
                <a:cubicBezTo>
                  <a:pt x="123796" y="681090"/>
                  <a:pt x="121777" y="689443"/>
                  <a:pt x="115862" y="683033"/>
                </a:cubicBezTo>
                <a:close/>
                <a:moveTo>
                  <a:pt x="88344" y="686081"/>
                </a:moveTo>
                <a:cubicBezTo>
                  <a:pt x="92897" y="698483"/>
                  <a:pt x="94688" y="698397"/>
                  <a:pt x="92707" y="722924"/>
                </a:cubicBezTo>
                <a:cubicBezTo>
                  <a:pt x="100565" y="728381"/>
                  <a:pt x="95088" y="695835"/>
                  <a:pt x="97460" y="695740"/>
                </a:cubicBezTo>
                <a:cubicBezTo>
                  <a:pt x="99689" y="707265"/>
                  <a:pt x="111690" y="710008"/>
                  <a:pt x="111262" y="687348"/>
                </a:cubicBezTo>
                <a:cubicBezTo>
                  <a:pt x="106490" y="681862"/>
                  <a:pt x="107509" y="694301"/>
                  <a:pt x="105099" y="696168"/>
                </a:cubicBezTo>
                <a:cubicBezTo>
                  <a:pt x="98955" y="690882"/>
                  <a:pt x="93631" y="669098"/>
                  <a:pt x="88344" y="686081"/>
                </a:cubicBezTo>
                <a:close/>
                <a:moveTo>
                  <a:pt x="56102" y="711789"/>
                </a:moveTo>
                <a:cubicBezTo>
                  <a:pt x="62151" y="719980"/>
                  <a:pt x="63656" y="710646"/>
                  <a:pt x="66818" y="707788"/>
                </a:cubicBezTo>
                <a:cubicBezTo>
                  <a:pt x="68971" y="705893"/>
                  <a:pt x="76619" y="713513"/>
                  <a:pt x="74514" y="699092"/>
                </a:cubicBezTo>
                <a:cubicBezTo>
                  <a:pt x="74190" y="689567"/>
                  <a:pt x="67818" y="697492"/>
                  <a:pt x="66942" y="689520"/>
                </a:cubicBezTo>
                <a:cubicBezTo>
                  <a:pt x="64780" y="711646"/>
                  <a:pt x="59884" y="699626"/>
                  <a:pt x="56102" y="711789"/>
                </a:cubicBezTo>
                <a:close/>
                <a:moveTo>
                  <a:pt x="59331" y="684538"/>
                </a:moveTo>
                <a:cubicBezTo>
                  <a:pt x="59874" y="672517"/>
                  <a:pt x="56217" y="672594"/>
                  <a:pt x="53302" y="670498"/>
                </a:cubicBezTo>
                <a:cubicBezTo>
                  <a:pt x="51673" y="685652"/>
                  <a:pt x="55331" y="685605"/>
                  <a:pt x="59331" y="684538"/>
                </a:cubicBezTo>
                <a:close/>
                <a:moveTo>
                  <a:pt x="48416" y="720552"/>
                </a:moveTo>
                <a:cubicBezTo>
                  <a:pt x="52226" y="721495"/>
                  <a:pt x="53235" y="713751"/>
                  <a:pt x="54607" y="707141"/>
                </a:cubicBezTo>
                <a:cubicBezTo>
                  <a:pt x="52540" y="705588"/>
                  <a:pt x="51730" y="700483"/>
                  <a:pt x="48520" y="702255"/>
                </a:cubicBezTo>
                <a:cubicBezTo>
                  <a:pt x="48492" y="708331"/>
                  <a:pt x="48454" y="714446"/>
                  <a:pt x="48416" y="720552"/>
                </a:cubicBezTo>
                <a:close/>
                <a:moveTo>
                  <a:pt x="43748" y="734001"/>
                </a:moveTo>
                <a:cubicBezTo>
                  <a:pt x="45015" y="730753"/>
                  <a:pt x="48044" y="702578"/>
                  <a:pt x="42396" y="706484"/>
                </a:cubicBezTo>
                <a:cubicBezTo>
                  <a:pt x="40053" y="706417"/>
                  <a:pt x="38843" y="740145"/>
                  <a:pt x="43748" y="734001"/>
                </a:cubicBezTo>
                <a:close/>
                <a:moveTo>
                  <a:pt x="22260" y="751137"/>
                </a:moveTo>
                <a:cubicBezTo>
                  <a:pt x="20650" y="751280"/>
                  <a:pt x="21022" y="756909"/>
                  <a:pt x="23755" y="755785"/>
                </a:cubicBezTo>
                <a:cubicBezTo>
                  <a:pt x="24251" y="740878"/>
                  <a:pt x="22069" y="733687"/>
                  <a:pt x="17774" y="732601"/>
                </a:cubicBezTo>
                <a:cubicBezTo>
                  <a:pt x="16364" y="747193"/>
                  <a:pt x="22793" y="739126"/>
                  <a:pt x="22260" y="751137"/>
                </a:cubicBezTo>
                <a:close/>
                <a:moveTo>
                  <a:pt x="746379" y="506735"/>
                </a:moveTo>
                <a:cubicBezTo>
                  <a:pt x="750151" y="512326"/>
                  <a:pt x="758304" y="505268"/>
                  <a:pt x="758514" y="521108"/>
                </a:cubicBezTo>
                <a:cubicBezTo>
                  <a:pt x="751818" y="523956"/>
                  <a:pt x="749960" y="512869"/>
                  <a:pt x="743264" y="515717"/>
                </a:cubicBezTo>
                <a:cubicBezTo>
                  <a:pt x="743674" y="510754"/>
                  <a:pt x="746322" y="512774"/>
                  <a:pt x="746379" y="506735"/>
                </a:cubicBezTo>
                <a:close/>
                <a:moveTo>
                  <a:pt x="750856" y="525261"/>
                </a:moveTo>
                <a:cubicBezTo>
                  <a:pt x="755961" y="535405"/>
                  <a:pt x="743750" y="544978"/>
                  <a:pt x="741626" y="533900"/>
                </a:cubicBezTo>
                <a:cubicBezTo>
                  <a:pt x="743350" y="524137"/>
                  <a:pt x="749084" y="541701"/>
                  <a:pt x="750856" y="525261"/>
                </a:cubicBezTo>
                <a:close/>
                <a:moveTo>
                  <a:pt x="700402" y="531681"/>
                </a:moveTo>
                <a:cubicBezTo>
                  <a:pt x="701164" y="522013"/>
                  <a:pt x="713794" y="499477"/>
                  <a:pt x="718785" y="523518"/>
                </a:cubicBezTo>
                <a:cubicBezTo>
                  <a:pt x="721662" y="520041"/>
                  <a:pt x="724424" y="516184"/>
                  <a:pt x="728005" y="514879"/>
                </a:cubicBezTo>
                <a:cubicBezTo>
                  <a:pt x="728262" y="518793"/>
                  <a:pt x="727377" y="519155"/>
                  <a:pt x="726453" y="519374"/>
                </a:cubicBezTo>
                <a:cubicBezTo>
                  <a:pt x="726148" y="523242"/>
                  <a:pt x="727015" y="523737"/>
                  <a:pt x="727948" y="524023"/>
                </a:cubicBezTo>
                <a:cubicBezTo>
                  <a:pt x="723205" y="544216"/>
                  <a:pt x="707908" y="502715"/>
                  <a:pt x="708012" y="536653"/>
                </a:cubicBezTo>
                <a:cubicBezTo>
                  <a:pt x="703659" y="540196"/>
                  <a:pt x="704079" y="530014"/>
                  <a:pt x="700402" y="531681"/>
                </a:cubicBezTo>
                <a:close/>
                <a:moveTo>
                  <a:pt x="763124" y="516765"/>
                </a:moveTo>
                <a:cubicBezTo>
                  <a:pt x="770525" y="521127"/>
                  <a:pt x="771049" y="504144"/>
                  <a:pt x="778450" y="508478"/>
                </a:cubicBezTo>
                <a:cubicBezTo>
                  <a:pt x="778240" y="527985"/>
                  <a:pt x="768820" y="518927"/>
                  <a:pt x="766086" y="530681"/>
                </a:cubicBezTo>
                <a:cubicBezTo>
                  <a:pt x="763705" y="526699"/>
                  <a:pt x="757095" y="512212"/>
                  <a:pt x="761676" y="502992"/>
                </a:cubicBezTo>
                <a:cubicBezTo>
                  <a:pt x="761610" y="488837"/>
                  <a:pt x="755637" y="516812"/>
                  <a:pt x="755571" y="502658"/>
                </a:cubicBezTo>
                <a:cubicBezTo>
                  <a:pt x="755894" y="484761"/>
                  <a:pt x="762505" y="489695"/>
                  <a:pt x="766315" y="494095"/>
                </a:cubicBezTo>
                <a:cubicBezTo>
                  <a:pt x="767534" y="508754"/>
                  <a:pt x="763829" y="508097"/>
                  <a:pt x="763124" y="516765"/>
                </a:cubicBezTo>
                <a:close/>
                <a:moveTo>
                  <a:pt x="722052" y="487132"/>
                </a:moveTo>
                <a:cubicBezTo>
                  <a:pt x="731758" y="492162"/>
                  <a:pt x="736044" y="487647"/>
                  <a:pt x="746465" y="493009"/>
                </a:cubicBezTo>
                <a:cubicBezTo>
                  <a:pt x="745084" y="513555"/>
                  <a:pt x="738997" y="519517"/>
                  <a:pt x="731025" y="519641"/>
                </a:cubicBezTo>
                <a:cubicBezTo>
                  <a:pt x="728691" y="501487"/>
                  <a:pt x="737635" y="518374"/>
                  <a:pt x="737226" y="506230"/>
                </a:cubicBezTo>
                <a:cubicBezTo>
                  <a:pt x="732587" y="490257"/>
                  <a:pt x="724424" y="510964"/>
                  <a:pt x="722052" y="487132"/>
                </a:cubicBezTo>
                <a:close/>
                <a:moveTo>
                  <a:pt x="395164" y="478598"/>
                </a:moveTo>
                <a:cubicBezTo>
                  <a:pt x="395430" y="486456"/>
                  <a:pt x="392478" y="490314"/>
                  <a:pt x="395078" y="492295"/>
                </a:cubicBezTo>
                <a:cubicBezTo>
                  <a:pt x="392716" y="505944"/>
                  <a:pt x="388249" y="488590"/>
                  <a:pt x="389049" y="478274"/>
                </a:cubicBezTo>
                <a:cubicBezTo>
                  <a:pt x="391087" y="478398"/>
                  <a:pt x="393125" y="478493"/>
                  <a:pt x="395164" y="478598"/>
                </a:cubicBezTo>
                <a:close/>
                <a:moveTo>
                  <a:pt x="789194" y="499877"/>
                </a:moveTo>
                <a:cubicBezTo>
                  <a:pt x="785070" y="503153"/>
                  <a:pt x="781717" y="491580"/>
                  <a:pt x="773916" y="499067"/>
                </a:cubicBezTo>
                <a:cubicBezTo>
                  <a:pt x="774468" y="488333"/>
                  <a:pt x="781174" y="496753"/>
                  <a:pt x="780145" y="481093"/>
                </a:cubicBezTo>
                <a:cubicBezTo>
                  <a:pt x="783717" y="485780"/>
                  <a:pt x="789823" y="483141"/>
                  <a:pt x="789194" y="499877"/>
                </a:cubicBezTo>
                <a:close/>
                <a:moveTo>
                  <a:pt x="848458" y="553398"/>
                </a:moveTo>
                <a:cubicBezTo>
                  <a:pt x="847135" y="563589"/>
                  <a:pt x="832618" y="567571"/>
                  <a:pt x="828608" y="552331"/>
                </a:cubicBezTo>
                <a:cubicBezTo>
                  <a:pt x="827342" y="535043"/>
                  <a:pt x="831371" y="551969"/>
                  <a:pt x="833190" y="552588"/>
                </a:cubicBezTo>
                <a:cubicBezTo>
                  <a:pt x="837543" y="554017"/>
                  <a:pt x="844639" y="547664"/>
                  <a:pt x="848458" y="553398"/>
                </a:cubicBezTo>
                <a:close/>
                <a:moveTo>
                  <a:pt x="705222" y="490780"/>
                </a:moveTo>
                <a:cubicBezTo>
                  <a:pt x="695516" y="491266"/>
                  <a:pt x="703993" y="520032"/>
                  <a:pt x="694363" y="517641"/>
                </a:cubicBezTo>
                <a:cubicBezTo>
                  <a:pt x="695325" y="505087"/>
                  <a:pt x="699287" y="501839"/>
                  <a:pt x="699145" y="485894"/>
                </a:cubicBezTo>
                <a:cubicBezTo>
                  <a:pt x="705431" y="486351"/>
                  <a:pt x="712603" y="474588"/>
                  <a:pt x="714365" y="495848"/>
                </a:cubicBezTo>
                <a:cubicBezTo>
                  <a:pt x="709765" y="492133"/>
                  <a:pt x="701421" y="509335"/>
                  <a:pt x="705222" y="490780"/>
                </a:cubicBezTo>
                <a:close/>
                <a:moveTo>
                  <a:pt x="820912" y="561046"/>
                </a:moveTo>
                <a:cubicBezTo>
                  <a:pt x="817235" y="571352"/>
                  <a:pt x="807196" y="561942"/>
                  <a:pt x="801034" y="564552"/>
                </a:cubicBezTo>
                <a:cubicBezTo>
                  <a:pt x="808006" y="555665"/>
                  <a:pt x="814940" y="554284"/>
                  <a:pt x="820912" y="561046"/>
                </a:cubicBezTo>
                <a:close/>
                <a:moveTo>
                  <a:pt x="804358" y="519003"/>
                </a:moveTo>
                <a:cubicBezTo>
                  <a:pt x="800433" y="510507"/>
                  <a:pt x="799738" y="520756"/>
                  <a:pt x="795223" y="513926"/>
                </a:cubicBezTo>
                <a:cubicBezTo>
                  <a:pt x="795699" y="504544"/>
                  <a:pt x="800938" y="509935"/>
                  <a:pt x="801414" y="500553"/>
                </a:cubicBezTo>
                <a:cubicBezTo>
                  <a:pt x="803453" y="503677"/>
                  <a:pt x="804196" y="510478"/>
                  <a:pt x="804358" y="519003"/>
                </a:cubicBezTo>
                <a:close/>
                <a:moveTo>
                  <a:pt x="844153" y="507449"/>
                </a:moveTo>
                <a:cubicBezTo>
                  <a:pt x="843620" y="519441"/>
                  <a:pt x="846173" y="522565"/>
                  <a:pt x="850173" y="521460"/>
                </a:cubicBezTo>
                <a:cubicBezTo>
                  <a:pt x="846515" y="541996"/>
                  <a:pt x="837981" y="518441"/>
                  <a:pt x="831790" y="529642"/>
                </a:cubicBezTo>
                <a:cubicBezTo>
                  <a:pt x="830294" y="523470"/>
                  <a:pt x="830456" y="512554"/>
                  <a:pt x="827322" y="511097"/>
                </a:cubicBezTo>
                <a:cubicBezTo>
                  <a:pt x="822731" y="513869"/>
                  <a:pt x="828723" y="520956"/>
                  <a:pt x="827208" y="529385"/>
                </a:cubicBezTo>
                <a:cubicBezTo>
                  <a:pt x="825875" y="525756"/>
                  <a:pt x="823798" y="524290"/>
                  <a:pt x="821141" y="524489"/>
                </a:cubicBezTo>
                <a:cubicBezTo>
                  <a:pt x="819722" y="515898"/>
                  <a:pt x="825798" y="509459"/>
                  <a:pt x="821246" y="506211"/>
                </a:cubicBezTo>
                <a:cubicBezTo>
                  <a:pt x="821827" y="499705"/>
                  <a:pt x="829123" y="491019"/>
                  <a:pt x="830428" y="502125"/>
                </a:cubicBezTo>
                <a:cubicBezTo>
                  <a:pt x="833466" y="502239"/>
                  <a:pt x="832447" y="489752"/>
                  <a:pt x="836590" y="493305"/>
                </a:cubicBezTo>
                <a:cubicBezTo>
                  <a:pt x="837247" y="503068"/>
                  <a:pt x="834352" y="501896"/>
                  <a:pt x="831952" y="502201"/>
                </a:cubicBezTo>
                <a:cubicBezTo>
                  <a:pt x="831475" y="509564"/>
                  <a:pt x="833342" y="510145"/>
                  <a:pt x="833399" y="515993"/>
                </a:cubicBezTo>
                <a:cubicBezTo>
                  <a:pt x="839076" y="508802"/>
                  <a:pt x="840829" y="489390"/>
                  <a:pt x="848830" y="489399"/>
                </a:cubicBezTo>
                <a:cubicBezTo>
                  <a:pt x="844887" y="510116"/>
                  <a:pt x="850954" y="498019"/>
                  <a:pt x="854907" y="494314"/>
                </a:cubicBezTo>
                <a:cubicBezTo>
                  <a:pt x="855059" y="502496"/>
                  <a:pt x="852992" y="503839"/>
                  <a:pt x="853278" y="512507"/>
                </a:cubicBezTo>
                <a:cubicBezTo>
                  <a:pt x="848601" y="515564"/>
                  <a:pt x="848839" y="504373"/>
                  <a:pt x="844153" y="507449"/>
                </a:cubicBezTo>
                <a:close/>
                <a:moveTo>
                  <a:pt x="785708" y="572857"/>
                </a:moveTo>
                <a:cubicBezTo>
                  <a:pt x="782212" y="563028"/>
                  <a:pt x="776249" y="571514"/>
                  <a:pt x="770430" y="572048"/>
                </a:cubicBezTo>
                <a:cubicBezTo>
                  <a:pt x="767705" y="572286"/>
                  <a:pt x="767210" y="567295"/>
                  <a:pt x="764343" y="567142"/>
                </a:cubicBezTo>
                <a:cubicBezTo>
                  <a:pt x="761590" y="566980"/>
                  <a:pt x="761095" y="571924"/>
                  <a:pt x="758200" y="571372"/>
                </a:cubicBezTo>
                <a:cubicBezTo>
                  <a:pt x="746379" y="569171"/>
                  <a:pt x="730520" y="567571"/>
                  <a:pt x="715432" y="569076"/>
                </a:cubicBezTo>
                <a:cubicBezTo>
                  <a:pt x="715985" y="543778"/>
                  <a:pt x="725672" y="561180"/>
                  <a:pt x="729234" y="560656"/>
                </a:cubicBezTo>
                <a:cubicBezTo>
                  <a:pt x="733673" y="560027"/>
                  <a:pt x="736359" y="548521"/>
                  <a:pt x="739950" y="556665"/>
                </a:cubicBezTo>
                <a:cubicBezTo>
                  <a:pt x="741883" y="555646"/>
                  <a:pt x="741540" y="547654"/>
                  <a:pt x="739997" y="547521"/>
                </a:cubicBezTo>
                <a:cubicBezTo>
                  <a:pt x="741607" y="536110"/>
                  <a:pt x="746741" y="551550"/>
                  <a:pt x="746027" y="561589"/>
                </a:cubicBezTo>
                <a:cubicBezTo>
                  <a:pt x="759143" y="556579"/>
                  <a:pt x="768563" y="564590"/>
                  <a:pt x="778164" y="554160"/>
                </a:cubicBezTo>
                <a:cubicBezTo>
                  <a:pt x="781021" y="559418"/>
                  <a:pt x="785155" y="560970"/>
                  <a:pt x="785708" y="572857"/>
                </a:cubicBezTo>
                <a:close/>
                <a:moveTo>
                  <a:pt x="381362" y="487008"/>
                </a:moveTo>
                <a:cubicBezTo>
                  <a:pt x="385324" y="499096"/>
                  <a:pt x="372199" y="502810"/>
                  <a:pt x="369094" y="495486"/>
                </a:cubicBezTo>
                <a:cubicBezTo>
                  <a:pt x="369846" y="482313"/>
                  <a:pt x="380590" y="500191"/>
                  <a:pt x="381362" y="487008"/>
                </a:cubicBezTo>
                <a:close/>
                <a:moveTo>
                  <a:pt x="363712" y="371737"/>
                </a:moveTo>
                <a:cubicBezTo>
                  <a:pt x="366636" y="373337"/>
                  <a:pt x="369732" y="384129"/>
                  <a:pt x="372818" y="381367"/>
                </a:cubicBezTo>
                <a:cubicBezTo>
                  <a:pt x="373590" y="399617"/>
                  <a:pt x="362502" y="375957"/>
                  <a:pt x="363693" y="376290"/>
                </a:cubicBezTo>
                <a:cubicBezTo>
                  <a:pt x="362455" y="375937"/>
                  <a:pt x="356264" y="380300"/>
                  <a:pt x="351444" y="380205"/>
                </a:cubicBezTo>
                <a:cubicBezTo>
                  <a:pt x="346891" y="380138"/>
                  <a:pt x="343110" y="374375"/>
                  <a:pt x="339233" y="379566"/>
                </a:cubicBezTo>
                <a:cubicBezTo>
                  <a:pt x="338909" y="371489"/>
                  <a:pt x="336661" y="368984"/>
                  <a:pt x="333175" y="370070"/>
                </a:cubicBezTo>
                <a:cubicBezTo>
                  <a:pt x="338033" y="357154"/>
                  <a:pt x="344148" y="375014"/>
                  <a:pt x="351473" y="375633"/>
                </a:cubicBezTo>
                <a:cubicBezTo>
                  <a:pt x="356121" y="376061"/>
                  <a:pt x="359702" y="369556"/>
                  <a:pt x="363712" y="371737"/>
                </a:cubicBezTo>
                <a:close/>
                <a:moveTo>
                  <a:pt x="376933" y="459348"/>
                </a:moveTo>
                <a:cubicBezTo>
                  <a:pt x="375885" y="445175"/>
                  <a:pt x="382238" y="454042"/>
                  <a:pt x="380133" y="436640"/>
                </a:cubicBezTo>
                <a:cubicBezTo>
                  <a:pt x="382743" y="436564"/>
                  <a:pt x="384067" y="440250"/>
                  <a:pt x="384658" y="446022"/>
                </a:cubicBezTo>
                <a:cubicBezTo>
                  <a:pt x="381924" y="449985"/>
                  <a:pt x="382600" y="464472"/>
                  <a:pt x="376933" y="459348"/>
                </a:cubicBezTo>
                <a:close/>
                <a:moveTo>
                  <a:pt x="384658" y="446032"/>
                </a:moveTo>
                <a:cubicBezTo>
                  <a:pt x="389001" y="447080"/>
                  <a:pt x="382991" y="416028"/>
                  <a:pt x="389372" y="423420"/>
                </a:cubicBezTo>
                <a:cubicBezTo>
                  <a:pt x="391297" y="434878"/>
                  <a:pt x="384781" y="442165"/>
                  <a:pt x="389239" y="446270"/>
                </a:cubicBezTo>
                <a:cubicBezTo>
                  <a:pt x="388725" y="456909"/>
                  <a:pt x="385048" y="456719"/>
                  <a:pt x="384658" y="446032"/>
                </a:cubicBezTo>
                <a:close/>
                <a:moveTo>
                  <a:pt x="378990" y="372575"/>
                </a:moveTo>
                <a:cubicBezTo>
                  <a:pt x="374333" y="373594"/>
                  <a:pt x="373142" y="357583"/>
                  <a:pt x="369856" y="367517"/>
                </a:cubicBezTo>
                <a:cubicBezTo>
                  <a:pt x="364941" y="362660"/>
                  <a:pt x="382476" y="346010"/>
                  <a:pt x="378990" y="372575"/>
                </a:cubicBezTo>
                <a:close/>
                <a:moveTo>
                  <a:pt x="626640" y="600851"/>
                </a:moveTo>
                <a:cubicBezTo>
                  <a:pt x="620297" y="601766"/>
                  <a:pt x="620725" y="594527"/>
                  <a:pt x="615944" y="600270"/>
                </a:cubicBezTo>
                <a:cubicBezTo>
                  <a:pt x="615944" y="574448"/>
                  <a:pt x="625069" y="605890"/>
                  <a:pt x="623726" y="577839"/>
                </a:cubicBezTo>
                <a:cubicBezTo>
                  <a:pt x="628879" y="573410"/>
                  <a:pt x="626021" y="592184"/>
                  <a:pt x="626640" y="600851"/>
                </a:cubicBezTo>
                <a:close/>
                <a:moveTo>
                  <a:pt x="458591" y="600928"/>
                </a:moveTo>
                <a:cubicBezTo>
                  <a:pt x="450390" y="615158"/>
                  <a:pt x="439560" y="598061"/>
                  <a:pt x="431092" y="599432"/>
                </a:cubicBezTo>
                <a:cubicBezTo>
                  <a:pt x="424367" y="600546"/>
                  <a:pt x="420214" y="615882"/>
                  <a:pt x="415766" y="607757"/>
                </a:cubicBezTo>
                <a:cubicBezTo>
                  <a:pt x="415414" y="594889"/>
                  <a:pt x="421643" y="601194"/>
                  <a:pt x="424986" y="599089"/>
                </a:cubicBezTo>
                <a:cubicBezTo>
                  <a:pt x="427853" y="597308"/>
                  <a:pt x="430368" y="591221"/>
                  <a:pt x="432683" y="590383"/>
                </a:cubicBezTo>
                <a:cubicBezTo>
                  <a:pt x="434921" y="589564"/>
                  <a:pt x="434921" y="594946"/>
                  <a:pt x="435702" y="595108"/>
                </a:cubicBezTo>
                <a:cubicBezTo>
                  <a:pt x="437436" y="595536"/>
                  <a:pt x="441779" y="584668"/>
                  <a:pt x="443313" y="600089"/>
                </a:cubicBezTo>
                <a:cubicBezTo>
                  <a:pt x="451190" y="592860"/>
                  <a:pt x="450799" y="592860"/>
                  <a:pt x="458591" y="600928"/>
                </a:cubicBezTo>
                <a:close/>
                <a:moveTo>
                  <a:pt x="355911" y="398740"/>
                </a:moveTo>
                <a:cubicBezTo>
                  <a:pt x="357245" y="392035"/>
                  <a:pt x="360874" y="392406"/>
                  <a:pt x="363607" y="390025"/>
                </a:cubicBezTo>
                <a:cubicBezTo>
                  <a:pt x="364579" y="405922"/>
                  <a:pt x="358150" y="406132"/>
                  <a:pt x="355911" y="398740"/>
                </a:cubicBezTo>
                <a:close/>
                <a:moveTo>
                  <a:pt x="340252" y="461939"/>
                </a:moveTo>
                <a:cubicBezTo>
                  <a:pt x="337928" y="455185"/>
                  <a:pt x="334366" y="451985"/>
                  <a:pt x="331184" y="447718"/>
                </a:cubicBezTo>
                <a:cubicBezTo>
                  <a:pt x="336080" y="413485"/>
                  <a:pt x="349929" y="431773"/>
                  <a:pt x="360312" y="431011"/>
                </a:cubicBezTo>
                <a:cubicBezTo>
                  <a:pt x="362102" y="430335"/>
                  <a:pt x="361645" y="422743"/>
                  <a:pt x="361921" y="417352"/>
                </a:cubicBezTo>
                <a:cubicBezTo>
                  <a:pt x="366093" y="434745"/>
                  <a:pt x="370180" y="417200"/>
                  <a:pt x="375695" y="413552"/>
                </a:cubicBezTo>
                <a:cubicBezTo>
                  <a:pt x="380495" y="411628"/>
                  <a:pt x="379657" y="426058"/>
                  <a:pt x="383248" y="427658"/>
                </a:cubicBezTo>
                <a:cubicBezTo>
                  <a:pt x="378209" y="439183"/>
                  <a:pt x="372504" y="421400"/>
                  <a:pt x="366417" y="431335"/>
                </a:cubicBezTo>
                <a:cubicBezTo>
                  <a:pt x="363665" y="438307"/>
                  <a:pt x="363598" y="453614"/>
                  <a:pt x="358645" y="453747"/>
                </a:cubicBezTo>
                <a:cubicBezTo>
                  <a:pt x="358254" y="446356"/>
                  <a:pt x="360140" y="445975"/>
                  <a:pt x="360255" y="440155"/>
                </a:cubicBezTo>
                <a:cubicBezTo>
                  <a:pt x="351234" y="447023"/>
                  <a:pt x="340547" y="424524"/>
                  <a:pt x="340252" y="461939"/>
                </a:cubicBezTo>
                <a:close/>
                <a:moveTo>
                  <a:pt x="367141" y="563980"/>
                </a:moveTo>
                <a:cubicBezTo>
                  <a:pt x="365541" y="583592"/>
                  <a:pt x="359693" y="582839"/>
                  <a:pt x="353311" y="576944"/>
                </a:cubicBezTo>
                <a:cubicBezTo>
                  <a:pt x="351530" y="585945"/>
                  <a:pt x="340176" y="594155"/>
                  <a:pt x="341119" y="571714"/>
                </a:cubicBezTo>
                <a:cubicBezTo>
                  <a:pt x="349901" y="571410"/>
                  <a:pt x="361702" y="559589"/>
                  <a:pt x="367141" y="563980"/>
                </a:cubicBezTo>
                <a:close/>
                <a:moveTo>
                  <a:pt x="2796464" y="539720"/>
                </a:moveTo>
                <a:cubicBezTo>
                  <a:pt x="2789130" y="547997"/>
                  <a:pt x="2777176" y="541930"/>
                  <a:pt x="2768918" y="547388"/>
                </a:cubicBezTo>
                <a:cubicBezTo>
                  <a:pt x="2776480" y="535948"/>
                  <a:pt x="2787872" y="535786"/>
                  <a:pt x="2796464" y="539720"/>
                </a:cubicBezTo>
                <a:close/>
                <a:moveTo>
                  <a:pt x="955881" y="220813"/>
                </a:moveTo>
                <a:cubicBezTo>
                  <a:pt x="954900" y="235825"/>
                  <a:pt x="950081" y="227071"/>
                  <a:pt x="946690" y="224900"/>
                </a:cubicBezTo>
                <a:cubicBezTo>
                  <a:pt x="947661" y="209860"/>
                  <a:pt x="952490" y="218661"/>
                  <a:pt x="955881" y="220813"/>
                </a:cubicBezTo>
                <a:close/>
                <a:moveTo>
                  <a:pt x="945052" y="243111"/>
                </a:moveTo>
                <a:cubicBezTo>
                  <a:pt x="949633" y="243359"/>
                  <a:pt x="954214" y="243569"/>
                  <a:pt x="958796" y="243826"/>
                </a:cubicBezTo>
                <a:cubicBezTo>
                  <a:pt x="959177" y="255837"/>
                  <a:pt x="944185" y="259447"/>
                  <a:pt x="945052" y="243111"/>
                </a:cubicBezTo>
                <a:close/>
                <a:moveTo>
                  <a:pt x="946842" y="197449"/>
                </a:moveTo>
                <a:cubicBezTo>
                  <a:pt x="947995" y="183190"/>
                  <a:pt x="950957" y="191724"/>
                  <a:pt x="954510" y="193324"/>
                </a:cubicBezTo>
                <a:cubicBezTo>
                  <a:pt x="954291" y="204916"/>
                  <a:pt x="948757" y="203792"/>
                  <a:pt x="946842" y="197449"/>
                </a:cubicBezTo>
                <a:close/>
                <a:moveTo>
                  <a:pt x="1039711" y="252770"/>
                </a:moveTo>
                <a:cubicBezTo>
                  <a:pt x="1040435" y="242587"/>
                  <a:pt x="1047255" y="251322"/>
                  <a:pt x="1050436" y="248769"/>
                </a:cubicBezTo>
                <a:cubicBezTo>
                  <a:pt x="1048941" y="266076"/>
                  <a:pt x="1044273" y="251798"/>
                  <a:pt x="1039711" y="252770"/>
                </a:cubicBezTo>
                <a:close/>
                <a:moveTo>
                  <a:pt x="944051" y="156167"/>
                </a:moveTo>
                <a:cubicBezTo>
                  <a:pt x="933183" y="162330"/>
                  <a:pt x="927916" y="152852"/>
                  <a:pt x="919610" y="154853"/>
                </a:cubicBezTo>
                <a:cubicBezTo>
                  <a:pt x="921963" y="137574"/>
                  <a:pt x="912790" y="153557"/>
                  <a:pt x="915143" y="136307"/>
                </a:cubicBezTo>
                <a:cubicBezTo>
                  <a:pt x="920134" y="142232"/>
                  <a:pt x="924868" y="138012"/>
                  <a:pt x="928849" y="141632"/>
                </a:cubicBezTo>
                <a:cubicBezTo>
                  <a:pt x="929164" y="141889"/>
                  <a:pt x="928526" y="149938"/>
                  <a:pt x="928802" y="150776"/>
                </a:cubicBezTo>
                <a:cubicBezTo>
                  <a:pt x="930078" y="154643"/>
                  <a:pt x="934850" y="148223"/>
                  <a:pt x="936431" y="151176"/>
                </a:cubicBezTo>
                <a:cubicBezTo>
                  <a:pt x="938765" y="147347"/>
                  <a:pt x="936050" y="144308"/>
                  <a:pt x="938070" y="132974"/>
                </a:cubicBezTo>
                <a:cubicBezTo>
                  <a:pt x="941718" y="148166"/>
                  <a:pt x="946128" y="133402"/>
                  <a:pt x="951767" y="142851"/>
                </a:cubicBezTo>
                <a:cubicBezTo>
                  <a:pt x="953500" y="142089"/>
                  <a:pt x="952633" y="138317"/>
                  <a:pt x="951786" y="138298"/>
                </a:cubicBezTo>
                <a:cubicBezTo>
                  <a:pt x="953376" y="124354"/>
                  <a:pt x="955834" y="143756"/>
                  <a:pt x="957872" y="143166"/>
                </a:cubicBezTo>
                <a:cubicBezTo>
                  <a:pt x="958463" y="153329"/>
                  <a:pt x="948623" y="154110"/>
                  <a:pt x="953176" y="161215"/>
                </a:cubicBezTo>
                <a:cubicBezTo>
                  <a:pt x="950214" y="172026"/>
                  <a:pt x="945471" y="153567"/>
                  <a:pt x="948709" y="142680"/>
                </a:cubicBezTo>
                <a:cubicBezTo>
                  <a:pt x="947261" y="147480"/>
                  <a:pt x="943070" y="143823"/>
                  <a:pt x="944051" y="156167"/>
                </a:cubicBezTo>
                <a:close/>
                <a:moveTo>
                  <a:pt x="912924" y="250512"/>
                </a:moveTo>
                <a:cubicBezTo>
                  <a:pt x="914105" y="233996"/>
                  <a:pt x="924097" y="244797"/>
                  <a:pt x="929773" y="242273"/>
                </a:cubicBezTo>
                <a:cubicBezTo>
                  <a:pt x="926487" y="261828"/>
                  <a:pt x="919020" y="239673"/>
                  <a:pt x="912924" y="250512"/>
                </a:cubicBezTo>
                <a:close/>
                <a:moveTo>
                  <a:pt x="1064533" y="190114"/>
                </a:moveTo>
                <a:cubicBezTo>
                  <a:pt x="1064209" y="201535"/>
                  <a:pt x="1066790" y="204564"/>
                  <a:pt x="1069000" y="208640"/>
                </a:cubicBezTo>
                <a:cubicBezTo>
                  <a:pt x="1070448" y="205373"/>
                  <a:pt x="1071363" y="200439"/>
                  <a:pt x="1072144" y="195077"/>
                </a:cubicBezTo>
                <a:cubicBezTo>
                  <a:pt x="1075716" y="196734"/>
                  <a:pt x="1077830" y="202602"/>
                  <a:pt x="1082802" y="200230"/>
                </a:cubicBezTo>
                <a:cubicBezTo>
                  <a:pt x="1079068" y="211507"/>
                  <a:pt x="1082050" y="214641"/>
                  <a:pt x="1078078" y="222842"/>
                </a:cubicBezTo>
                <a:cubicBezTo>
                  <a:pt x="1072115" y="215679"/>
                  <a:pt x="1078392" y="217470"/>
                  <a:pt x="1078192" y="204564"/>
                </a:cubicBezTo>
                <a:cubicBezTo>
                  <a:pt x="1072839" y="206592"/>
                  <a:pt x="1072887" y="225347"/>
                  <a:pt x="1064362" y="217537"/>
                </a:cubicBezTo>
                <a:cubicBezTo>
                  <a:pt x="1064981" y="192219"/>
                  <a:pt x="1061504" y="204764"/>
                  <a:pt x="1055275" y="203316"/>
                </a:cubicBezTo>
                <a:cubicBezTo>
                  <a:pt x="1055456" y="183694"/>
                  <a:pt x="1061028" y="180837"/>
                  <a:pt x="1067629" y="181142"/>
                </a:cubicBezTo>
                <a:cubicBezTo>
                  <a:pt x="1068162" y="188924"/>
                  <a:pt x="1066410" y="189676"/>
                  <a:pt x="1064533" y="190114"/>
                </a:cubicBezTo>
                <a:close/>
                <a:moveTo>
                  <a:pt x="917915" y="182170"/>
                </a:moveTo>
                <a:cubicBezTo>
                  <a:pt x="916172" y="191238"/>
                  <a:pt x="909742" y="176179"/>
                  <a:pt x="904170" y="181427"/>
                </a:cubicBezTo>
                <a:cubicBezTo>
                  <a:pt x="904665" y="166911"/>
                  <a:pt x="914162" y="179132"/>
                  <a:pt x="917915" y="182170"/>
                </a:cubicBezTo>
                <a:close/>
                <a:moveTo>
                  <a:pt x="933583" y="119029"/>
                </a:moveTo>
                <a:cubicBezTo>
                  <a:pt x="933383" y="109095"/>
                  <a:pt x="939013" y="117238"/>
                  <a:pt x="941241" y="114867"/>
                </a:cubicBezTo>
                <a:cubicBezTo>
                  <a:pt x="940508" y="132621"/>
                  <a:pt x="935936" y="126811"/>
                  <a:pt x="933583" y="119029"/>
                </a:cubicBezTo>
                <a:close/>
                <a:moveTo>
                  <a:pt x="1093603" y="182523"/>
                </a:moveTo>
                <a:cubicBezTo>
                  <a:pt x="1096289" y="176874"/>
                  <a:pt x="1097699" y="167292"/>
                  <a:pt x="1102852" y="169293"/>
                </a:cubicBezTo>
                <a:cubicBezTo>
                  <a:pt x="1102824" y="183170"/>
                  <a:pt x="1097432" y="180418"/>
                  <a:pt x="1093603" y="182523"/>
                </a:cubicBezTo>
                <a:close/>
                <a:moveTo>
                  <a:pt x="1136352" y="189400"/>
                </a:moveTo>
                <a:cubicBezTo>
                  <a:pt x="1135132" y="186904"/>
                  <a:pt x="1133904" y="184504"/>
                  <a:pt x="1131799" y="184599"/>
                </a:cubicBezTo>
                <a:cubicBezTo>
                  <a:pt x="1134475" y="178922"/>
                  <a:pt x="1135885" y="169350"/>
                  <a:pt x="1141038" y="171379"/>
                </a:cubicBezTo>
                <a:cubicBezTo>
                  <a:pt x="1140533" y="180656"/>
                  <a:pt x="1136856" y="180113"/>
                  <a:pt x="1136352" y="189400"/>
                </a:cubicBezTo>
                <a:close/>
                <a:moveTo>
                  <a:pt x="906809" y="250179"/>
                </a:moveTo>
                <a:cubicBezTo>
                  <a:pt x="885958" y="247055"/>
                  <a:pt x="880339" y="248607"/>
                  <a:pt x="859488" y="243045"/>
                </a:cubicBezTo>
                <a:cubicBezTo>
                  <a:pt x="854726" y="236130"/>
                  <a:pt x="865022" y="239120"/>
                  <a:pt x="868680" y="238978"/>
                </a:cubicBezTo>
                <a:cubicBezTo>
                  <a:pt x="879872" y="238501"/>
                  <a:pt x="897617" y="241321"/>
                  <a:pt x="909923" y="241187"/>
                </a:cubicBezTo>
                <a:cubicBezTo>
                  <a:pt x="910438" y="249007"/>
                  <a:pt x="908676" y="249769"/>
                  <a:pt x="906809" y="250179"/>
                </a:cubicBezTo>
                <a:close/>
                <a:moveTo>
                  <a:pt x="1199045" y="179065"/>
                </a:moveTo>
                <a:cubicBezTo>
                  <a:pt x="1205637" y="177789"/>
                  <a:pt x="1204874" y="190762"/>
                  <a:pt x="1203493" y="202192"/>
                </a:cubicBezTo>
                <a:cubicBezTo>
                  <a:pt x="1198845" y="203611"/>
                  <a:pt x="1200417" y="187114"/>
                  <a:pt x="1199045" y="179065"/>
                </a:cubicBezTo>
                <a:close/>
                <a:moveTo>
                  <a:pt x="1268111" y="127926"/>
                </a:moveTo>
                <a:cubicBezTo>
                  <a:pt x="1272111" y="126878"/>
                  <a:pt x="1274664" y="129964"/>
                  <a:pt x="1274131" y="141984"/>
                </a:cubicBezTo>
                <a:cubicBezTo>
                  <a:pt x="1270130" y="143061"/>
                  <a:pt x="1267577" y="139965"/>
                  <a:pt x="1268111" y="127926"/>
                </a:cubicBezTo>
                <a:close/>
                <a:moveTo>
                  <a:pt x="1208513" y="129297"/>
                </a:moveTo>
                <a:cubicBezTo>
                  <a:pt x="1217438" y="121439"/>
                  <a:pt x="1229001" y="126316"/>
                  <a:pt x="1239031" y="135526"/>
                </a:cubicBezTo>
                <a:cubicBezTo>
                  <a:pt x="1243832" y="137955"/>
                  <a:pt x="1242574" y="121668"/>
                  <a:pt x="1248251" y="126878"/>
                </a:cubicBezTo>
                <a:cubicBezTo>
                  <a:pt x="1247937" y="130535"/>
                  <a:pt x="1246689" y="131326"/>
                  <a:pt x="1246661" y="135908"/>
                </a:cubicBezTo>
                <a:cubicBezTo>
                  <a:pt x="1254890" y="141251"/>
                  <a:pt x="1258033" y="130840"/>
                  <a:pt x="1263529" y="127678"/>
                </a:cubicBezTo>
                <a:cubicBezTo>
                  <a:pt x="1261443" y="150147"/>
                  <a:pt x="1267244" y="149881"/>
                  <a:pt x="1270997" y="155538"/>
                </a:cubicBezTo>
                <a:cubicBezTo>
                  <a:pt x="1267178" y="177008"/>
                  <a:pt x="1257090" y="154958"/>
                  <a:pt x="1254252" y="145471"/>
                </a:cubicBezTo>
                <a:cubicBezTo>
                  <a:pt x="1253157" y="162635"/>
                  <a:pt x="1246137" y="179741"/>
                  <a:pt x="1241860" y="172236"/>
                </a:cubicBezTo>
                <a:cubicBezTo>
                  <a:pt x="1241279" y="159577"/>
                  <a:pt x="1247575" y="168264"/>
                  <a:pt x="1248051" y="158844"/>
                </a:cubicBezTo>
                <a:cubicBezTo>
                  <a:pt x="1246651" y="144747"/>
                  <a:pt x="1242889" y="160615"/>
                  <a:pt x="1241917" y="163092"/>
                </a:cubicBezTo>
                <a:cubicBezTo>
                  <a:pt x="1240441" y="158548"/>
                  <a:pt x="1234669" y="168540"/>
                  <a:pt x="1232754" y="162606"/>
                </a:cubicBezTo>
                <a:cubicBezTo>
                  <a:pt x="1232573" y="162035"/>
                  <a:pt x="1232973" y="153491"/>
                  <a:pt x="1232811" y="153462"/>
                </a:cubicBezTo>
                <a:cubicBezTo>
                  <a:pt x="1230849" y="152986"/>
                  <a:pt x="1229277" y="160691"/>
                  <a:pt x="1226649" y="162292"/>
                </a:cubicBezTo>
                <a:cubicBezTo>
                  <a:pt x="1224286" y="163663"/>
                  <a:pt x="1224496" y="157824"/>
                  <a:pt x="1223610" y="157520"/>
                </a:cubicBezTo>
                <a:cubicBezTo>
                  <a:pt x="1221524" y="156805"/>
                  <a:pt x="1219619" y="167959"/>
                  <a:pt x="1215971" y="157120"/>
                </a:cubicBezTo>
                <a:cubicBezTo>
                  <a:pt x="1215333" y="155205"/>
                  <a:pt x="1213552" y="154376"/>
                  <a:pt x="1212942" y="152395"/>
                </a:cubicBezTo>
                <a:cubicBezTo>
                  <a:pt x="1211113" y="146366"/>
                  <a:pt x="1216362" y="128907"/>
                  <a:pt x="1208513" y="129297"/>
                </a:cubicBezTo>
                <a:close/>
                <a:moveTo>
                  <a:pt x="1214533" y="143318"/>
                </a:moveTo>
                <a:cubicBezTo>
                  <a:pt x="1221419" y="139889"/>
                  <a:pt x="1226525" y="168340"/>
                  <a:pt x="1226810" y="134879"/>
                </a:cubicBezTo>
                <a:cubicBezTo>
                  <a:pt x="1222191" y="136022"/>
                  <a:pt x="1214971" y="129145"/>
                  <a:pt x="1214533" y="143318"/>
                </a:cubicBezTo>
                <a:close/>
                <a:moveTo>
                  <a:pt x="1087079" y="250760"/>
                </a:moveTo>
                <a:cubicBezTo>
                  <a:pt x="1086183" y="266343"/>
                  <a:pt x="1079678" y="257361"/>
                  <a:pt x="1076363" y="254760"/>
                </a:cubicBezTo>
                <a:cubicBezTo>
                  <a:pt x="1077087" y="244559"/>
                  <a:pt x="1083907" y="253303"/>
                  <a:pt x="1087079" y="250760"/>
                </a:cubicBezTo>
                <a:close/>
                <a:moveTo>
                  <a:pt x="1090279" y="228090"/>
                </a:moveTo>
                <a:cubicBezTo>
                  <a:pt x="1087107" y="238387"/>
                  <a:pt x="1077582" y="229052"/>
                  <a:pt x="1071924" y="231653"/>
                </a:cubicBezTo>
                <a:cubicBezTo>
                  <a:pt x="1075106" y="221347"/>
                  <a:pt x="1084621" y="230672"/>
                  <a:pt x="1090279" y="228090"/>
                </a:cubicBezTo>
                <a:close/>
                <a:moveTo>
                  <a:pt x="1297848" y="262133"/>
                </a:moveTo>
                <a:cubicBezTo>
                  <a:pt x="1300829" y="247007"/>
                  <a:pt x="1304030" y="259599"/>
                  <a:pt x="1310097" y="258228"/>
                </a:cubicBezTo>
                <a:cubicBezTo>
                  <a:pt x="1314126" y="266552"/>
                  <a:pt x="1301134" y="261085"/>
                  <a:pt x="1297848" y="262133"/>
                </a:cubicBezTo>
                <a:close/>
                <a:moveTo>
                  <a:pt x="1245918" y="259351"/>
                </a:moveTo>
                <a:cubicBezTo>
                  <a:pt x="1251376" y="251465"/>
                  <a:pt x="1259138" y="255618"/>
                  <a:pt x="1267339" y="255932"/>
                </a:cubicBezTo>
                <a:cubicBezTo>
                  <a:pt x="1274255" y="256189"/>
                  <a:pt x="1298915" y="259390"/>
                  <a:pt x="1285627" y="261495"/>
                </a:cubicBezTo>
                <a:cubicBezTo>
                  <a:pt x="1275550" y="263104"/>
                  <a:pt x="1257005" y="258294"/>
                  <a:pt x="1245918" y="259351"/>
                </a:cubicBezTo>
                <a:close/>
                <a:moveTo>
                  <a:pt x="1747476" y="441917"/>
                </a:moveTo>
                <a:cubicBezTo>
                  <a:pt x="1751476" y="462624"/>
                  <a:pt x="1735703" y="441412"/>
                  <a:pt x="1730607" y="450128"/>
                </a:cubicBezTo>
                <a:cubicBezTo>
                  <a:pt x="1733855" y="439784"/>
                  <a:pt x="1739598" y="432106"/>
                  <a:pt x="1742856" y="446241"/>
                </a:cubicBezTo>
                <a:cubicBezTo>
                  <a:pt x="1745028" y="446746"/>
                  <a:pt x="1747171" y="447223"/>
                  <a:pt x="1747476" y="441917"/>
                </a:cubicBezTo>
                <a:close/>
                <a:moveTo>
                  <a:pt x="1770298" y="456862"/>
                </a:moveTo>
                <a:cubicBezTo>
                  <a:pt x="1764735" y="453452"/>
                  <a:pt x="1759229" y="449870"/>
                  <a:pt x="1752000" y="451290"/>
                </a:cubicBezTo>
                <a:cubicBezTo>
                  <a:pt x="1756039" y="440679"/>
                  <a:pt x="1769669" y="437269"/>
                  <a:pt x="1770298" y="456862"/>
                </a:cubicBezTo>
                <a:close/>
                <a:moveTo>
                  <a:pt x="1780765" y="494009"/>
                </a:moveTo>
                <a:cubicBezTo>
                  <a:pt x="1784566" y="494914"/>
                  <a:pt x="1781118" y="509507"/>
                  <a:pt x="1780651" y="512297"/>
                </a:cubicBezTo>
                <a:cubicBezTo>
                  <a:pt x="1776851" y="512774"/>
                  <a:pt x="1775974" y="504849"/>
                  <a:pt x="1773079" y="502744"/>
                </a:cubicBezTo>
                <a:cubicBezTo>
                  <a:pt x="1774365" y="490695"/>
                  <a:pt x="1780194" y="513364"/>
                  <a:pt x="1780765" y="494009"/>
                </a:cubicBezTo>
                <a:close/>
                <a:moveTo>
                  <a:pt x="847306" y="237806"/>
                </a:moveTo>
                <a:cubicBezTo>
                  <a:pt x="842867" y="245940"/>
                  <a:pt x="828847" y="243350"/>
                  <a:pt x="824389" y="236568"/>
                </a:cubicBezTo>
                <a:cubicBezTo>
                  <a:pt x="831694" y="225347"/>
                  <a:pt x="842467" y="237768"/>
                  <a:pt x="847306" y="237806"/>
                </a:cubicBezTo>
                <a:close/>
                <a:moveTo>
                  <a:pt x="1272445" y="169321"/>
                </a:moveTo>
                <a:cubicBezTo>
                  <a:pt x="1273340" y="129497"/>
                  <a:pt x="1286028" y="130516"/>
                  <a:pt x="1295486" y="147709"/>
                </a:cubicBezTo>
                <a:cubicBezTo>
                  <a:pt x="1297638" y="146195"/>
                  <a:pt x="1295667" y="139660"/>
                  <a:pt x="1294019" y="138498"/>
                </a:cubicBezTo>
                <a:cubicBezTo>
                  <a:pt x="1298467" y="124487"/>
                  <a:pt x="1303953" y="145490"/>
                  <a:pt x="1307716" y="148357"/>
                </a:cubicBezTo>
                <a:cubicBezTo>
                  <a:pt x="1309592" y="148404"/>
                  <a:pt x="1308411" y="142766"/>
                  <a:pt x="1307745" y="143775"/>
                </a:cubicBezTo>
                <a:cubicBezTo>
                  <a:pt x="1311316" y="138422"/>
                  <a:pt x="1321346" y="139337"/>
                  <a:pt x="1324508" y="149261"/>
                </a:cubicBezTo>
                <a:cubicBezTo>
                  <a:pt x="1326833" y="142508"/>
                  <a:pt x="1333233" y="148385"/>
                  <a:pt x="1332262" y="131402"/>
                </a:cubicBezTo>
                <a:cubicBezTo>
                  <a:pt x="1338215" y="145090"/>
                  <a:pt x="1345130" y="138346"/>
                  <a:pt x="1353617" y="137117"/>
                </a:cubicBezTo>
                <a:cubicBezTo>
                  <a:pt x="1357274" y="143042"/>
                  <a:pt x="1356979" y="160349"/>
                  <a:pt x="1362637" y="160491"/>
                </a:cubicBezTo>
                <a:cubicBezTo>
                  <a:pt x="1366390" y="151367"/>
                  <a:pt x="1354198" y="150452"/>
                  <a:pt x="1359751" y="132869"/>
                </a:cubicBezTo>
                <a:cubicBezTo>
                  <a:pt x="1362827" y="131488"/>
                  <a:pt x="1364532" y="134069"/>
                  <a:pt x="1364285" y="142280"/>
                </a:cubicBezTo>
                <a:cubicBezTo>
                  <a:pt x="1374658" y="140318"/>
                  <a:pt x="1388440" y="148957"/>
                  <a:pt x="1396384" y="139460"/>
                </a:cubicBezTo>
                <a:cubicBezTo>
                  <a:pt x="1399718" y="138784"/>
                  <a:pt x="1401223" y="143451"/>
                  <a:pt x="1400880" y="153376"/>
                </a:cubicBezTo>
                <a:cubicBezTo>
                  <a:pt x="1403175" y="136993"/>
                  <a:pt x="1411815" y="137117"/>
                  <a:pt x="1419254" y="145252"/>
                </a:cubicBezTo>
                <a:cubicBezTo>
                  <a:pt x="1420930" y="133364"/>
                  <a:pt x="1427617" y="137041"/>
                  <a:pt x="1431560" y="132174"/>
                </a:cubicBezTo>
                <a:cubicBezTo>
                  <a:pt x="1432217" y="141975"/>
                  <a:pt x="1429331" y="140765"/>
                  <a:pt x="1426921" y="141089"/>
                </a:cubicBezTo>
                <a:cubicBezTo>
                  <a:pt x="1430788" y="154805"/>
                  <a:pt x="1436532" y="135222"/>
                  <a:pt x="1440637" y="146404"/>
                </a:cubicBezTo>
                <a:cubicBezTo>
                  <a:pt x="1442380" y="145613"/>
                  <a:pt x="1441504" y="141842"/>
                  <a:pt x="1440666" y="141842"/>
                </a:cubicBezTo>
                <a:cubicBezTo>
                  <a:pt x="1442333" y="124601"/>
                  <a:pt x="1443104" y="145299"/>
                  <a:pt x="1445219" y="146642"/>
                </a:cubicBezTo>
                <a:cubicBezTo>
                  <a:pt x="1445209" y="146642"/>
                  <a:pt x="1451934" y="146766"/>
                  <a:pt x="1452858" y="147071"/>
                </a:cubicBezTo>
                <a:cubicBezTo>
                  <a:pt x="1455353" y="147890"/>
                  <a:pt x="1458020" y="146118"/>
                  <a:pt x="1460497" y="147480"/>
                </a:cubicBezTo>
                <a:cubicBezTo>
                  <a:pt x="1462345" y="148471"/>
                  <a:pt x="1464993" y="156862"/>
                  <a:pt x="1465012" y="156862"/>
                </a:cubicBezTo>
                <a:cubicBezTo>
                  <a:pt x="1466755" y="156862"/>
                  <a:pt x="1468898" y="145375"/>
                  <a:pt x="1471212" y="143480"/>
                </a:cubicBezTo>
                <a:cubicBezTo>
                  <a:pt x="1473613" y="141508"/>
                  <a:pt x="1473870" y="148538"/>
                  <a:pt x="1475766" y="148280"/>
                </a:cubicBezTo>
                <a:cubicBezTo>
                  <a:pt x="1477032" y="148119"/>
                  <a:pt x="1477289" y="143308"/>
                  <a:pt x="1478852" y="143889"/>
                </a:cubicBezTo>
                <a:cubicBezTo>
                  <a:pt x="1484824" y="146004"/>
                  <a:pt x="1488672" y="155319"/>
                  <a:pt x="1492568" y="149214"/>
                </a:cubicBezTo>
                <a:cubicBezTo>
                  <a:pt x="1493053" y="148433"/>
                  <a:pt x="1490320" y="143680"/>
                  <a:pt x="1488739" y="143823"/>
                </a:cubicBezTo>
                <a:cubicBezTo>
                  <a:pt x="1495578" y="137679"/>
                  <a:pt x="1502845" y="148347"/>
                  <a:pt x="1509370" y="150109"/>
                </a:cubicBezTo>
                <a:cubicBezTo>
                  <a:pt x="1511770" y="150738"/>
                  <a:pt x="1514323" y="145433"/>
                  <a:pt x="1517037" y="145947"/>
                </a:cubicBezTo>
                <a:cubicBezTo>
                  <a:pt x="1517904" y="146109"/>
                  <a:pt x="1520400" y="151881"/>
                  <a:pt x="1523114" y="150843"/>
                </a:cubicBezTo>
                <a:cubicBezTo>
                  <a:pt x="1525229" y="150052"/>
                  <a:pt x="1523448" y="144013"/>
                  <a:pt x="1524705" y="141813"/>
                </a:cubicBezTo>
                <a:cubicBezTo>
                  <a:pt x="1527486" y="136860"/>
                  <a:pt x="1532506" y="146185"/>
                  <a:pt x="1535392" y="142394"/>
                </a:cubicBezTo>
                <a:cubicBezTo>
                  <a:pt x="1534973" y="150395"/>
                  <a:pt x="1532696" y="152662"/>
                  <a:pt x="1529229" y="151186"/>
                </a:cubicBezTo>
                <a:cubicBezTo>
                  <a:pt x="1535306" y="158415"/>
                  <a:pt x="1527067" y="167892"/>
                  <a:pt x="1530601" y="178713"/>
                </a:cubicBezTo>
                <a:cubicBezTo>
                  <a:pt x="1531839" y="177894"/>
                  <a:pt x="1532153" y="174198"/>
                  <a:pt x="1533678" y="174274"/>
                </a:cubicBezTo>
                <a:cubicBezTo>
                  <a:pt x="1538269" y="171550"/>
                  <a:pt x="1532277" y="164435"/>
                  <a:pt x="1533782" y="155986"/>
                </a:cubicBezTo>
                <a:cubicBezTo>
                  <a:pt x="1535011" y="148461"/>
                  <a:pt x="1537097" y="157891"/>
                  <a:pt x="1539888" y="156319"/>
                </a:cubicBezTo>
                <a:cubicBezTo>
                  <a:pt x="1540469" y="156005"/>
                  <a:pt x="1544250" y="147509"/>
                  <a:pt x="1544536" y="147433"/>
                </a:cubicBezTo>
                <a:cubicBezTo>
                  <a:pt x="1545260" y="147280"/>
                  <a:pt x="1551413" y="162187"/>
                  <a:pt x="1550670" y="143213"/>
                </a:cubicBezTo>
                <a:cubicBezTo>
                  <a:pt x="1554070" y="140889"/>
                  <a:pt x="1552785" y="152043"/>
                  <a:pt x="1555194" y="152586"/>
                </a:cubicBezTo>
                <a:cubicBezTo>
                  <a:pt x="1557776" y="154405"/>
                  <a:pt x="1558100" y="149176"/>
                  <a:pt x="1558309" y="143623"/>
                </a:cubicBezTo>
                <a:cubicBezTo>
                  <a:pt x="1564862" y="153186"/>
                  <a:pt x="1569691" y="157148"/>
                  <a:pt x="1576645" y="144594"/>
                </a:cubicBezTo>
                <a:cubicBezTo>
                  <a:pt x="1580502" y="149919"/>
                  <a:pt x="1583560" y="157558"/>
                  <a:pt x="1588780" y="158958"/>
                </a:cubicBezTo>
                <a:cubicBezTo>
                  <a:pt x="1589389" y="151233"/>
                  <a:pt x="1587637" y="150300"/>
                  <a:pt x="1585779" y="149662"/>
                </a:cubicBezTo>
                <a:cubicBezTo>
                  <a:pt x="1588437" y="142756"/>
                  <a:pt x="1591332" y="151586"/>
                  <a:pt x="1596495" y="145671"/>
                </a:cubicBezTo>
                <a:cubicBezTo>
                  <a:pt x="1599324" y="145147"/>
                  <a:pt x="1597523" y="130250"/>
                  <a:pt x="1599667" y="127554"/>
                </a:cubicBezTo>
                <a:cubicBezTo>
                  <a:pt x="1604429" y="134517"/>
                  <a:pt x="1606315" y="116657"/>
                  <a:pt x="1608906" y="114333"/>
                </a:cubicBezTo>
                <a:cubicBezTo>
                  <a:pt x="1610335" y="113057"/>
                  <a:pt x="1613954" y="116591"/>
                  <a:pt x="1616545" y="114752"/>
                </a:cubicBezTo>
                <a:cubicBezTo>
                  <a:pt x="1627461" y="106904"/>
                  <a:pt x="1648606" y="114905"/>
                  <a:pt x="1665427" y="117381"/>
                </a:cubicBezTo>
                <a:cubicBezTo>
                  <a:pt x="1668742" y="117886"/>
                  <a:pt x="1674066" y="105732"/>
                  <a:pt x="1676095" y="122515"/>
                </a:cubicBezTo>
                <a:cubicBezTo>
                  <a:pt x="1679467" y="125230"/>
                  <a:pt x="1678324" y="113914"/>
                  <a:pt x="1680724" y="113648"/>
                </a:cubicBezTo>
                <a:cubicBezTo>
                  <a:pt x="1698317" y="117515"/>
                  <a:pt x="1711128" y="110781"/>
                  <a:pt x="1723435" y="125087"/>
                </a:cubicBezTo>
                <a:cubicBezTo>
                  <a:pt x="1717834" y="137479"/>
                  <a:pt x="1711357" y="118381"/>
                  <a:pt x="1705080" y="128668"/>
                </a:cubicBezTo>
                <a:cubicBezTo>
                  <a:pt x="1702889" y="144870"/>
                  <a:pt x="1710471" y="138432"/>
                  <a:pt x="1714195" y="138308"/>
                </a:cubicBezTo>
                <a:cubicBezTo>
                  <a:pt x="1716034" y="138232"/>
                  <a:pt x="1718977" y="143051"/>
                  <a:pt x="1718739" y="143099"/>
                </a:cubicBezTo>
                <a:cubicBezTo>
                  <a:pt x="1722415" y="141880"/>
                  <a:pt x="1724044" y="132259"/>
                  <a:pt x="1726444" y="134393"/>
                </a:cubicBezTo>
                <a:cubicBezTo>
                  <a:pt x="1734512" y="145109"/>
                  <a:pt x="1744628" y="147928"/>
                  <a:pt x="1749381" y="131050"/>
                </a:cubicBezTo>
                <a:cubicBezTo>
                  <a:pt x="1762906" y="137908"/>
                  <a:pt x="1773974" y="124525"/>
                  <a:pt x="1782918" y="142023"/>
                </a:cubicBezTo>
                <a:cubicBezTo>
                  <a:pt x="1791786" y="125573"/>
                  <a:pt x="1808598" y="139346"/>
                  <a:pt x="1819580" y="143975"/>
                </a:cubicBezTo>
                <a:cubicBezTo>
                  <a:pt x="1823085" y="124925"/>
                  <a:pt x="1834820" y="140499"/>
                  <a:pt x="1845564" y="140832"/>
                </a:cubicBezTo>
                <a:cubicBezTo>
                  <a:pt x="1853756" y="141080"/>
                  <a:pt x="1861604" y="132450"/>
                  <a:pt x="1868529" y="132907"/>
                </a:cubicBezTo>
                <a:cubicBezTo>
                  <a:pt x="1878235" y="133536"/>
                  <a:pt x="1887988" y="134526"/>
                  <a:pt x="1896028" y="134393"/>
                </a:cubicBezTo>
                <a:cubicBezTo>
                  <a:pt x="1904276" y="134288"/>
                  <a:pt x="1912906" y="146775"/>
                  <a:pt x="1918964" y="131069"/>
                </a:cubicBezTo>
                <a:cubicBezTo>
                  <a:pt x="1922917" y="145956"/>
                  <a:pt x="1926260" y="131859"/>
                  <a:pt x="1931175" y="131736"/>
                </a:cubicBezTo>
                <a:cubicBezTo>
                  <a:pt x="1933689" y="131631"/>
                  <a:pt x="1933737" y="136203"/>
                  <a:pt x="1935737" y="136536"/>
                </a:cubicBezTo>
                <a:cubicBezTo>
                  <a:pt x="1944176" y="137984"/>
                  <a:pt x="1954739" y="129545"/>
                  <a:pt x="1964807" y="128964"/>
                </a:cubicBezTo>
                <a:cubicBezTo>
                  <a:pt x="1970227" y="128659"/>
                  <a:pt x="1975123" y="134984"/>
                  <a:pt x="1980048" y="134374"/>
                </a:cubicBezTo>
                <a:cubicBezTo>
                  <a:pt x="1983210" y="133974"/>
                  <a:pt x="1986029" y="126716"/>
                  <a:pt x="1989268" y="125716"/>
                </a:cubicBezTo>
                <a:cubicBezTo>
                  <a:pt x="1992725" y="124639"/>
                  <a:pt x="1996316" y="131421"/>
                  <a:pt x="1999936" y="130869"/>
                </a:cubicBezTo>
                <a:cubicBezTo>
                  <a:pt x="2005079" y="130012"/>
                  <a:pt x="2010289" y="119058"/>
                  <a:pt x="2015233" y="127116"/>
                </a:cubicBezTo>
                <a:cubicBezTo>
                  <a:pt x="2016719" y="127049"/>
                  <a:pt x="2016452" y="121582"/>
                  <a:pt x="2016814" y="118048"/>
                </a:cubicBezTo>
                <a:cubicBezTo>
                  <a:pt x="2020453" y="121010"/>
                  <a:pt x="2023748" y="125011"/>
                  <a:pt x="2029006" y="123277"/>
                </a:cubicBezTo>
                <a:cubicBezTo>
                  <a:pt x="2033664" y="133802"/>
                  <a:pt x="2036236" y="150328"/>
                  <a:pt x="2045665" y="147052"/>
                </a:cubicBezTo>
                <a:cubicBezTo>
                  <a:pt x="2048656" y="160901"/>
                  <a:pt x="2039293" y="168569"/>
                  <a:pt x="2040807" y="192524"/>
                </a:cubicBezTo>
                <a:cubicBezTo>
                  <a:pt x="2042531" y="204926"/>
                  <a:pt x="2048761" y="192934"/>
                  <a:pt x="2051495" y="193105"/>
                </a:cubicBezTo>
                <a:cubicBezTo>
                  <a:pt x="2053828" y="189238"/>
                  <a:pt x="2051123" y="186209"/>
                  <a:pt x="2053133" y="174893"/>
                </a:cubicBezTo>
                <a:cubicBezTo>
                  <a:pt x="2058876" y="171769"/>
                  <a:pt x="2056352" y="192534"/>
                  <a:pt x="2060667" y="193610"/>
                </a:cubicBezTo>
                <a:cubicBezTo>
                  <a:pt x="2066334" y="198791"/>
                  <a:pt x="2065087" y="182485"/>
                  <a:pt x="2069878" y="184942"/>
                </a:cubicBezTo>
                <a:cubicBezTo>
                  <a:pt x="2069630" y="193124"/>
                  <a:pt x="2071688" y="194686"/>
                  <a:pt x="2071297" y="203316"/>
                </a:cubicBezTo>
                <a:cubicBezTo>
                  <a:pt x="2076574" y="207259"/>
                  <a:pt x="2077212" y="196829"/>
                  <a:pt x="2082013" y="199334"/>
                </a:cubicBezTo>
                <a:cubicBezTo>
                  <a:pt x="2082394" y="206716"/>
                  <a:pt x="2080517" y="207116"/>
                  <a:pt x="2080403" y="212946"/>
                </a:cubicBezTo>
                <a:cubicBezTo>
                  <a:pt x="2086032" y="210241"/>
                  <a:pt x="2090928" y="205088"/>
                  <a:pt x="2094119" y="218270"/>
                </a:cubicBezTo>
                <a:cubicBezTo>
                  <a:pt x="2095948" y="218194"/>
                  <a:pt x="2094881" y="212831"/>
                  <a:pt x="2094148" y="213698"/>
                </a:cubicBezTo>
                <a:cubicBezTo>
                  <a:pt x="2098615" y="208383"/>
                  <a:pt x="2108683" y="209936"/>
                  <a:pt x="2112445" y="219270"/>
                </a:cubicBezTo>
                <a:cubicBezTo>
                  <a:pt x="2115350" y="215994"/>
                  <a:pt x="2113588" y="205678"/>
                  <a:pt x="2117055" y="214955"/>
                </a:cubicBezTo>
                <a:cubicBezTo>
                  <a:pt x="2121218" y="212336"/>
                  <a:pt x="2124256" y="206250"/>
                  <a:pt x="2126333" y="197153"/>
                </a:cubicBezTo>
                <a:cubicBezTo>
                  <a:pt x="2128371" y="201725"/>
                  <a:pt x="2128218" y="212650"/>
                  <a:pt x="2130800" y="215679"/>
                </a:cubicBezTo>
                <a:cubicBezTo>
                  <a:pt x="2132048" y="213336"/>
                  <a:pt x="2133305" y="211012"/>
                  <a:pt x="2135410" y="211345"/>
                </a:cubicBezTo>
                <a:cubicBezTo>
                  <a:pt x="2135505" y="200582"/>
                  <a:pt x="2132857" y="197753"/>
                  <a:pt x="2134048" y="183856"/>
                </a:cubicBezTo>
                <a:cubicBezTo>
                  <a:pt x="2137953" y="183885"/>
                  <a:pt x="2135896" y="187342"/>
                  <a:pt x="2135524" y="193058"/>
                </a:cubicBezTo>
                <a:cubicBezTo>
                  <a:pt x="2139782" y="198163"/>
                  <a:pt x="2139572" y="185771"/>
                  <a:pt x="2143192" y="188914"/>
                </a:cubicBezTo>
                <a:cubicBezTo>
                  <a:pt x="2146983" y="192200"/>
                  <a:pt x="2150698" y="226938"/>
                  <a:pt x="2153822" y="198630"/>
                </a:cubicBezTo>
                <a:cubicBezTo>
                  <a:pt x="2153517" y="192800"/>
                  <a:pt x="2149297" y="192400"/>
                  <a:pt x="2149240" y="198391"/>
                </a:cubicBezTo>
                <a:cubicBezTo>
                  <a:pt x="2146745" y="193619"/>
                  <a:pt x="2147697" y="178865"/>
                  <a:pt x="2146354" y="170788"/>
                </a:cubicBezTo>
                <a:cubicBezTo>
                  <a:pt x="2150031" y="168235"/>
                  <a:pt x="2153365" y="164587"/>
                  <a:pt x="2158594" y="166873"/>
                </a:cubicBezTo>
                <a:cubicBezTo>
                  <a:pt x="2157898" y="177141"/>
                  <a:pt x="2150231" y="165740"/>
                  <a:pt x="2150878" y="180170"/>
                </a:cubicBezTo>
                <a:cubicBezTo>
                  <a:pt x="2156517" y="191276"/>
                  <a:pt x="2168195" y="181266"/>
                  <a:pt x="2170814" y="167521"/>
                </a:cubicBezTo>
                <a:cubicBezTo>
                  <a:pt x="2175777" y="172674"/>
                  <a:pt x="2185407" y="164340"/>
                  <a:pt x="2184454" y="186571"/>
                </a:cubicBezTo>
                <a:cubicBezTo>
                  <a:pt x="2190131" y="191753"/>
                  <a:pt x="2188874" y="175427"/>
                  <a:pt x="2193674" y="177932"/>
                </a:cubicBezTo>
                <a:cubicBezTo>
                  <a:pt x="2196446" y="181637"/>
                  <a:pt x="2192731" y="182780"/>
                  <a:pt x="2190598" y="182351"/>
                </a:cubicBezTo>
                <a:cubicBezTo>
                  <a:pt x="2191169" y="196810"/>
                  <a:pt x="2200266" y="201563"/>
                  <a:pt x="2194960" y="219156"/>
                </a:cubicBezTo>
                <a:cubicBezTo>
                  <a:pt x="2196961" y="225747"/>
                  <a:pt x="2203571" y="226119"/>
                  <a:pt x="2205647" y="219737"/>
                </a:cubicBezTo>
                <a:cubicBezTo>
                  <a:pt x="2204400" y="212860"/>
                  <a:pt x="2200780" y="212831"/>
                  <a:pt x="2198065" y="210155"/>
                </a:cubicBezTo>
                <a:cubicBezTo>
                  <a:pt x="2200561" y="203478"/>
                  <a:pt x="2195808" y="183837"/>
                  <a:pt x="2202818" y="182990"/>
                </a:cubicBezTo>
                <a:cubicBezTo>
                  <a:pt x="2209962" y="183942"/>
                  <a:pt x="2201113" y="189533"/>
                  <a:pt x="2202704" y="201278"/>
                </a:cubicBezTo>
                <a:cubicBezTo>
                  <a:pt x="2207876" y="200792"/>
                  <a:pt x="2209429" y="186266"/>
                  <a:pt x="2211867" y="201754"/>
                </a:cubicBezTo>
                <a:cubicBezTo>
                  <a:pt x="2216458" y="199011"/>
                  <a:pt x="2210467" y="191924"/>
                  <a:pt x="2211981" y="183466"/>
                </a:cubicBezTo>
                <a:cubicBezTo>
                  <a:pt x="2214829" y="191724"/>
                  <a:pt x="2222049" y="187352"/>
                  <a:pt x="2227231" y="188886"/>
                </a:cubicBezTo>
                <a:cubicBezTo>
                  <a:pt x="2230155" y="195915"/>
                  <a:pt x="2224450" y="207955"/>
                  <a:pt x="2230145" y="211898"/>
                </a:cubicBezTo>
                <a:cubicBezTo>
                  <a:pt x="2232755" y="212250"/>
                  <a:pt x="2234118" y="208717"/>
                  <a:pt x="2234784" y="202992"/>
                </a:cubicBezTo>
                <a:cubicBezTo>
                  <a:pt x="2234479" y="196401"/>
                  <a:pt x="2230241" y="201154"/>
                  <a:pt x="2230260" y="193610"/>
                </a:cubicBezTo>
                <a:cubicBezTo>
                  <a:pt x="2228784" y="178170"/>
                  <a:pt x="2235051" y="186761"/>
                  <a:pt x="2237956" y="184875"/>
                </a:cubicBezTo>
                <a:cubicBezTo>
                  <a:pt x="2236670" y="167426"/>
                  <a:pt x="2231841" y="181189"/>
                  <a:pt x="2227288" y="179732"/>
                </a:cubicBezTo>
                <a:cubicBezTo>
                  <a:pt x="2229965" y="156015"/>
                  <a:pt x="2237708" y="174579"/>
                  <a:pt x="2245671" y="171569"/>
                </a:cubicBezTo>
                <a:cubicBezTo>
                  <a:pt x="2245090" y="177560"/>
                  <a:pt x="2242938" y="178627"/>
                  <a:pt x="2242528" y="185114"/>
                </a:cubicBezTo>
                <a:cubicBezTo>
                  <a:pt x="2252529" y="177208"/>
                  <a:pt x="2252234" y="199020"/>
                  <a:pt x="2256139" y="208707"/>
                </a:cubicBezTo>
                <a:cubicBezTo>
                  <a:pt x="2257387" y="207926"/>
                  <a:pt x="2257692" y="204202"/>
                  <a:pt x="2259225" y="204316"/>
                </a:cubicBezTo>
                <a:cubicBezTo>
                  <a:pt x="2257006" y="189733"/>
                  <a:pt x="2252777" y="180970"/>
                  <a:pt x="2251834" y="162749"/>
                </a:cubicBezTo>
                <a:cubicBezTo>
                  <a:pt x="2255177" y="166578"/>
                  <a:pt x="2257873" y="172245"/>
                  <a:pt x="2257806" y="185952"/>
                </a:cubicBezTo>
                <a:cubicBezTo>
                  <a:pt x="2262588" y="188343"/>
                  <a:pt x="2264083" y="180561"/>
                  <a:pt x="2265531" y="172636"/>
                </a:cubicBezTo>
                <a:cubicBezTo>
                  <a:pt x="2267560" y="175760"/>
                  <a:pt x="2268322" y="182571"/>
                  <a:pt x="2268474" y="191086"/>
                </a:cubicBezTo>
                <a:cubicBezTo>
                  <a:pt x="2273360" y="188724"/>
                  <a:pt x="2270350" y="180751"/>
                  <a:pt x="2277666" y="187019"/>
                </a:cubicBezTo>
                <a:cubicBezTo>
                  <a:pt x="2280037" y="189047"/>
                  <a:pt x="2283790" y="189895"/>
                  <a:pt x="2283724" y="196487"/>
                </a:cubicBezTo>
                <a:cubicBezTo>
                  <a:pt x="2289372" y="193467"/>
                  <a:pt x="2283152" y="182694"/>
                  <a:pt x="2286915" y="173788"/>
                </a:cubicBezTo>
                <a:cubicBezTo>
                  <a:pt x="2285381" y="173693"/>
                  <a:pt x="2283857" y="173617"/>
                  <a:pt x="2282324" y="173550"/>
                </a:cubicBezTo>
                <a:cubicBezTo>
                  <a:pt x="2283924" y="164892"/>
                  <a:pt x="2293449" y="171017"/>
                  <a:pt x="2291410" y="187781"/>
                </a:cubicBezTo>
                <a:cubicBezTo>
                  <a:pt x="2298230" y="184533"/>
                  <a:pt x="2300535" y="194324"/>
                  <a:pt x="2306650" y="193172"/>
                </a:cubicBezTo>
                <a:cubicBezTo>
                  <a:pt x="2303050" y="183742"/>
                  <a:pt x="2290439" y="182647"/>
                  <a:pt x="2294601" y="165054"/>
                </a:cubicBezTo>
                <a:cubicBezTo>
                  <a:pt x="2298925" y="164568"/>
                  <a:pt x="2298078" y="178989"/>
                  <a:pt x="2302155" y="179208"/>
                </a:cubicBezTo>
                <a:cubicBezTo>
                  <a:pt x="2303402" y="178399"/>
                  <a:pt x="2303707" y="174693"/>
                  <a:pt x="2305231" y="174770"/>
                </a:cubicBezTo>
                <a:cubicBezTo>
                  <a:pt x="2305479" y="166616"/>
                  <a:pt x="2303421" y="165035"/>
                  <a:pt x="2303821" y="156405"/>
                </a:cubicBezTo>
                <a:cubicBezTo>
                  <a:pt x="2300640" y="154291"/>
                  <a:pt x="2299754" y="159329"/>
                  <a:pt x="2297678" y="160663"/>
                </a:cubicBezTo>
                <a:cubicBezTo>
                  <a:pt x="2295001" y="148700"/>
                  <a:pt x="2307136" y="152357"/>
                  <a:pt x="2309889" y="161311"/>
                </a:cubicBezTo>
                <a:cubicBezTo>
                  <a:pt x="2310032" y="169512"/>
                  <a:pt x="2307965" y="170874"/>
                  <a:pt x="2308260" y="179522"/>
                </a:cubicBezTo>
                <a:cubicBezTo>
                  <a:pt x="2314185" y="171798"/>
                  <a:pt x="2324443" y="173245"/>
                  <a:pt x="2326529" y="189657"/>
                </a:cubicBezTo>
                <a:cubicBezTo>
                  <a:pt x="2329529" y="181427"/>
                  <a:pt x="2325319" y="174093"/>
                  <a:pt x="2323614" y="166645"/>
                </a:cubicBezTo>
                <a:cubicBezTo>
                  <a:pt x="2332091" y="154053"/>
                  <a:pt x="2339293" y="193010"/>
                  <a:pt x="2349532" y="177179"/>
                </a:cubicBezTo>
                <a:cubicBezTo>
                  <a:pt x="2354256" y="174027"/>
                  <a:pt x="2351294" y="193038"/>
                  <a:pt x="2357114" y="186733"/>
                </a:cubicBezTo>
                <a:cubicBezTo>
                  <a:pt x="2361991" y="191000"/>
                  <a:pt x="2360352" y="175055"/>
                  <a:pt x="2363305" y="173369"/>
                </a:cubicBezTo>
                <a:cubicBezTo>
                  <a:pt x="2370601" y="183199"/>
                  <a:pt x="2375278" y="174912"/>
                  <a:pt x="2380021" y="187990"/>
                </a:cubicBezTo>
                <a:cubicBezTo>
                  <a:pt x="2381593" y="185095"/>
                  <a:pt x="2381669" y="177570"/>
                  <a:pt x="2384660" y="179075"/>
                </a:cubicBezTo>
                <a:cubicBezTo>
                  <a:pt x="2386756" y="174731"/>
                  <a:pt x="2386736" y="163787"/>
                  <a:pt x="2389346" y="161044"/>
                </a:cubicBezTo>
                <a:cubicBezTo>
                  <a:pt x="2387679" y="155319"/>
                  <a:pt x="2388080" y="151595"/>
                  <a:pt x="2390937" y="151995"/>
                </a:cubicBezTo>
                <a:cubicBezTo>
                  <a:pt x="2391261" y="165664"/>
                  <a:pt x="2386489" y="179570"/>
                  <a:pt x="2392271" y="184056"/>
                </a:cubicBezTo>
                <a:cubicBezTo>
                  <a:pt x="2396214" y="183170"/>
                  <a:pt x="2390223" y="176084"/>
                  <a:pt x="2392385" y="165768"/>
                </a:cubicBezTo>
                <a:cubicBezTo>
                  <a:pt x="2398290" y="168845"/>
                  <a:pt x="2401958" y="157062"/>
                  <a:pt x="2406187" y="157386"/>
                </a:cubicBezTo>
                <a:cubicBezTo>
                  <a:pt x="2411873" y="157796"/>
                  <a:pt x="2415778" y="173626"/>
                  <a:pt x="2422903" y="172007"/>
                </a:cubicBezTo>
                <a:cubicBezTo>
                  <a:pt x="2426560" y="174008"/>
                  <a:pt x="2422189" y="151157"/>
                  <a:pt x="2427570" y="158539"/>
                </a:cubicBezTo>
                <a:cubicBezTo>
                  <a:pt x="2432333" y="156910"/>
                  <a:pt x="2428284" y="164197"/>
                  <a:pt x="2429047" y="167750"/>
                </a:cubicBezTo>
                <a:cubicBezTo>
                  <a:pt x="2429980" y="172141"/>
                  <a:pt x="2433961" y="169836"/>
                  <a:pt x="2433542" y="181704"/>
                </a:cubicBezTo>
                <a:cubicBezTo>
                  <a:pt x="2439734" y="176589"/>
                  <a:pt x="2435533" y="166159"/>
                  <a:pt x="2438286" y="154548"/>
                </a:cubicBezTo>
                <a:cubicBezTo>
                  <a:pt x="2442867" y="160920"/>
                  <a:pt x="2450440" y="161349"/>
                  <a:pt x="2455088" y="155443"/>
                </a:cubicBezTo>
                <a:cubicBezTo>
                  <a:pt x="2458345" y="165121"/>
                  <a:pt x="2454812" y="170197"/>
                  <a:pt x="2453421" y="178208"/>
                </a:cubicBezTo>
                <a:cubicBezTo>
                  <a:pt x="2455916" y="188133"/>
                  <a:pt x="2462832" y="178284"/>
                  <a:pt x="2468728" y="174474"/>
                </a:cubicBezTo>
                <a:cubicBezTo>
                  <a:pt x="2467327" y="190305"/>
                  <a:pt x="2469633" y="194839"/>
                  <a:pt x="2463975" y="201640"/>
                </a:cubicBezTo>
                <a:cubicBezTo>
                  <a:pt x="2464403" y="207878"/>
                  <a:pt x="2467775" y="205621"/>
                  <a:pt x="2470061" y="206535"/>
                </a:cubicBezTo>
                <a:cubicBezTo>
                  <a:pt x="2473433" y="206154"/>
                  <a:pt x="2470823" y="187190"/>
                  <a:pt x="2471757" y="179199"/>
                </a:cubicBezTo>
                <a:cubicBezTo>
                  <a:pt x="2476414" y="179703"/>
                  <a:pt x="2475519" y="162939"/>
                  <a:pt x="2481005" y="165968"/>
                </a:cubicBezTo>
                <a:cubicBezTo>
                  <a:pt x="2482796" y="165330"/>
                  <a:pt x="2482339" y="157720"/>
                  <a:pt x="2482615" y="152338"/>
                </a:cubicBezTo>
                <a:cubicBezTo>
                  <a:pt x="2492531" y="159225"/>
                  <a:pt x="2501722" y="153319"/>
                  <a:pt x="2510076" y="158406"/>
                </a:cubicBezTo>
                <a:cubicBezTo>
                  <a:pt x="2511562" y="158358"/>
                  <a:pt x="2511295" y="152871"/>
                  <a:pt x="2511657" y="149338"/>
                </a:cubicBezTo>
                <a:cubicBezTo>
                  <a:pt x="2518048" y="151795"/>
                  <a:pt x="2522782" y="147023"/>
                  <a:pt x="2526926" y="150147"/>
                </a:cubicBezTo>
                <a:cubicBezTo>
                  <a:pt x="2527202" y="150385"/>
                  <a:pt x="2526621" y="158558"/>
                  <a:pt x="2526868" y="159310"/>
                </a:cubicBezTo>
                <a:cubicBezTo>
                  <a:pt x="2528154" y="163187"/>
                  <a:pt x="2532917" y="156758"/>
                  <a:pt x="2534507" y="159739"/>
                </a:cubicBezTo>
                <a:cubicBezTo>
                  <a:pt x="2536174" y="158691"/>
                  <a:pt x="2535593" y="150671"/>
                  <a:pt x="2537612" y="150728"/>
                </a:cubicBezTo>
                <a:cubicBezTo>
                  <a:pt x="2539584" y="136041"/>
                  <a:pt x="2532688" y="146995"/>
                  <a:pt x="2534669" y="132298"/>
                </a:cubicBezTo>
                <a:cubicBezTo>
                  <a:pt x="2541603" y="119782"/>
                  <a:pt x="2538289" y="159272"/>
                  <a:pt x="2546833" y="142099"/>
                </a:cubicBezTo>
                <a:cubicBezTo>
                  <a:pt x="2547223" y="149509"/>
                  <a:pt x="2545347" y="149881"/>
                  <a:pt x="2545223" y="155739"/>
                </a:cubicBezTo>
                <a:cubicBezTo>
                  <a:pt x="2549919" y="162006"/>
                  <a:pt x="2553777" y="142651"/>
                  <a:pt x="2555910" y="156300"/>
                </a:cubicBezTo>
                <a:cubicBezTo>
                  <a:pt x="2557701" y="155662"/>
                  <a:pt x="2557243" y="148042"/>
                  <a:pt x="2557520" y="142680"/>
                </a:cubicBezTo>
                <a:cubicBezTo>
                  <a:pt x="2566578" y="150719"/>
                  <a:pt x="2572236" y="144632"/>
                  <a:pt x="2580456" y="139327"/>
                </a:cubicBezTo>
                <a:cubicBezTo>
                  <a:pt x="2580065" y="145899"/>
                  <a:pt x="2575884" y="140699"/>
                  <a:pt x="2575817" y="148261"/>
                </a:cubicBezTo>
                <a:cubicBezTo>
                  <a:pt x="2577665" y="163301"/>
                  <a:pt x="2592676" y="130716"/>
                  <a:pt x="2582009" y="134850"/>
                </a:cubicBezTo>
                <a:cubicBezTo>
                  <a:pt x="2582733" y="124678"/>
                  <a:pt x="2589543" y="133421"/>
                  <a:pt x="2592724" y="130859"/>
                </a:cubicBezTo>
                <a:cubicBezTo>
                  <a:pt x="2592019" y="140365"/>
                  <a:pt x="2593705" y="143032"/>
                  <a:pt x="2594144" y="149223"/>
                </a:cubicBezTo>
                <a:cubicBezTo>
                  <a:pt x="2595877" y="148461"/>
                  <a:pt x="2595020" y="144690"/>
                  <a:pt x="2594162" y="144651"/>
                </a:cubicBezTo>
                <a:cubicBezTo>
                  <a:pt x="2597906" y="128783"/>
                  <a:pt x="2608898" y="160425"/>
                  <a:pt x="2611022" y="136431"/>
                </a:cubicBezTo>
                <a:cubicBezTo>
                  <a:pt x="2615841" y="134488"/>
                  <a:pt x="2614393" y="150652"/>
                  <a:pt x="2620128" y="146080"/>
                </a:cubicBezTo>
                <a:cubicBezTo>
                  <a:pt x="2620899" y="136355"/>
                  <a:pt x="2618003" y="137241"/>
                  <a:pt x="2615603" y="136660"/>
                </a:cubicBezTo>
                <a:cubicBezTo>
                  <a:pt x="2617156" y="126754"/>
                  <a:pt x="2624414" y="137755"/>
                  <a:pt x="2626262" y="141823"/>
                </a:cubicBezTo>
                <a:cubicBezTo>
                  <a:pt x="2628900" y="140546"/>
                  <a:pt x="2624376" y="125840"/>
                  <a:pt x="2630929" y="128373"/>
                </a:cubicBezTo>
                <a:cubicBezTo>
                  <a:pt x="2634206" y="126402"/>
                  <a:pt x="2633806" y="135041"/>
                  <a:pt x="2633901" y="142223"/>
                </a:cubicBezTo>
                <a:cubicBezTo>
                  <a:pt x="2638959" y="145852"/>
                  <a:pt x="2643521" y="131716"/>
                  <a:pt x="2649255" y="129326"/>
                </a:cubicBezTo>
                <a:cubicBezTo>
                  <a:pt x="2650150" y="128973"/>
                  <a:pt x="2651065" y="133650"/>
                  <a:pt x="2652284" y="134098"/>
                </a:cubicBezTo>
                <a:cubicBezTo>
                  <a:pt x="2654275" y="134793"/>
                  <a:pt x="2654884" y="129621"/>
                  <a:pt x="2655370" y="129659"/>
                </a:cubicBezTo>
                <a:cubicBezTo>
                  <a:pt x="2659123" y="130135"/>
                  <a:pt x="2665781" y="132288"/>
                  <a:pt x="2672163" y="130574"/>
                </a:cubicBezTo>
                <a:cubicBezTo>
                  <a:pt x="2674982" y="129812"/>
                  <a:pt x="2679983" y="130783"/>
                  <a:pt x="2682859" y="131154"/>
                </a:cubicBezTo>
                <a:cubicBezTo>
                  <a:pt x="2686803" y="131659"/>
                  <a:pt x="2690375" y="119344"/>
                  <a:pt x="2693546" y="131736"/>
                </a:cubicBezTo>
                <a:cubicBezTo>
                  <a:pt x="2694232" y="134364"/>
                  <a:pt x="2697356" y="139717"/>
                  <a:pt x="2699623" y="136631"/>
                </a:cubicBezTo>
                <a:cubicBezTo>
                  <a:pt x="2699861" y="136298"/>
                  <a:pt x="2701223" y="127554"/>
                  <a:pt x="2701214" y="127554"/>
                </a:cubicBezTo>
                <a:cubicBezTo>
                  <a:pt x="2701776" y="127506"/>
                  <a:pt x="2711815" y="149300"/>
                  <a:pt x="2713454" y="123649"/>
                </a:cubicBezTo>
                <a:cubicBezTo>
                  <a:pt x="2719483" y="122877"/>
                  <a:pt x="2722893" y="121058"/>
                  <a:pt x="2731808" y="120086"/>
                </a:cubicBezTo>
                <a:cubicBezTo>
                  <a:pt x="2733580" y="119867"/>
                  <a:pt x="2738409" y="116000"/>
                  <a:pt x="2737952" y="115819"/>
                </a:cubicBezTo>
                <a:cubicBezTo>
                  <a:pt x="2739971" y="116648"/>
                  <a:pt x="2740285" y="124982"/>
                  <a:pt x="2742476" y="125230"/>
                </a:cubicBezTo>
                <a:cubicBezTo>
                  <a:pt x="2747334" y="125782"/>
                  <a:pt x="2746734" y="110266"/>
                  <a:pt x="2750106" y="125640"/>
                </a:cubicBezTo>
                <a:cubicBezTo>
                  <a:pt x="2751696" y="121268"/>
                  <a:pt x="2753259" y="116772"/>
                  <a:pt x="2754773" y="112190"/>
                </a:cubicBezTo>
                <a:cubicBezTo>
                  <a:pt x="2777357" y="110885"/>
                  <a:pt x="2799312" y="107571"/>
                  <a:pt x="2819038" y="97379"/>
                </a:cubicBezTo>
                <a:cubicBezTo>
                  <a:pt x="2820448" y="100789"/>
                  <a:pt x="2821305" y="105808"/>
                  <a:pt x="2822010" y="111247"/>
                </a:cubicBezTo>
                <a:cubicBezTo>
                  <a:pt x="2836736" y="89025"/>
                  <a:pt x="2851757" y="92397"/>
                  <a:pt x="2866463" y="86225"/>
                </a:cubicBezTo>
                <a:cubicBezTo>
                  <a:pt x="2870473" y="87806"/>
                  <a:pt x="2867778" y="68537"/>
                  <a:pt x="2872654" y="72833"/>
                </a:cubicBezTo>
                <a:cubicBezTo>
                  <a:pt x="2871845" y="87158"/>
                  <a:pt x="2874445" y="91626"/>
                  <a:pt x="2877103" y="95941"/>
                </a:cubicBezTo>
                <a:cubicBezTo>
                  <a:pt x="2878322" y="81929"/>
                  <a:pt x="2872969" y="86920"/>
                  <a:pt x="2874188" y="72909"/>
                </a:cubicBezTo>
                <a:cubicBezTo>
                  <a:pt x="2877979" y="72433"/>
                  <a:pt x="2881608" y="72461"/>
                  <a:pt x="2881770" y="82463"/>
                </a:cubicBezTo>
                <a:cubicBezTo>
                  <a:pt x="2883837" y="79567"/>
                  <a:pt x="2884675" y="72862"/>
                  <a:pt x="2884942" y="64337"/>
                </a:cubicBezTo>
                <a:cubicBezTo>
                  <a:pt x="2895534" y="61279"/>
                  <a:pt x="2899172" y="65270"/>
                  <a:pt x="2910907" y="65746"/>
                </a:cubicBezTo>
                <a:cubicBezTo>
                  <a:pt x="2906649" y="86473"/>
                  <a:pt x="2906868" y="89673"/>
                  <a:pt x="2906030" y="115781"/>
                </a:cubicBezTo>
                <a:cubicBezTo>
                  <a:pt x="2909268" y="118096"/>
                  <a:pt x="2908973" y="109428"/>
                  <a:pt x="2909164" y="102246"/>
                </a:cubicBezTo>
                <a:cubicBezTo>
                  <a:pt x="2913393" y="104989"/>
                  <a:pt x="2913336" y="120134"/>
                  <a:pt x="2915107" y="129983"/>
                </a:cubicBezTo>
                <a:cubicBezTo>
                  <a:pt x="2922613" y="121420"/>
                  <a:pt x="2929243" y="139079"/>
                  <a:pt x="2933491" y="121849"/>
                </a:cubicBezTo>
                <a:cubicBezTo>
                  <a:pt x="2936891" y="119534"/>
                  <a:pt x="2935605" y="130697"/>
                  <a:pt x="2938015" y="131231"/>
                </a:cubicBezTo>
                <a:cubicBezTo>
                  <a:pt x="2939682" y="130202"/>
                  <a:pt x="2939110" y="122201"/>
                  <a:pt x="2941130" y="122258"/>
                </a:cubicBezTo>
                <a:cubicBezTo>
                  <a:pt x="2946454" y="118858"/>
                  <a:pt x="2946959" y="129392"/>
                  <a:pt x="2951798" y="127430"/>
                </a:cubicBezTo>
                <a:cubicBezTo>
                  <a:pt x="2952655" y="136889"/>
                  <a:pt x="2954045" y="144842"/>
                  <a:pt x="2959351" y="141546"/>
                </a:cubicBezTo>
                <a:cubicBezTo>
                  <a:pt x="2962932" y="126544"/>
                  <a:pt x="2946883" y="135603"/>
                  <a:pt x="2956379" y="127659"/>
                </a:cubicBezTo>
                <a:cubicBezTo>
                  <a:pt x="2958894" y="125582"/>
                  <a:pt x="2961980" y="128297"/>
                  <a:pt x="2962494" y="127992"/>
                </a:cubicBezTo>
                <a:cubicBezTo>
                  <a:pt x="2966257" y="125630"/>
                  <a:pt x="2967133" y="119582"/>
                  <a:pt x="2968657" y="119172"/>
                </a:cubicBezTo>
                <a:cubicBezTo>
                  <a:pt x="2971333" y="118467"/>
                  <a:pt x="2971886" y="124096"/>
                  <a:pt x="2974734" y="124096"/>
                </a:cubicBezTo>
                <a:cubicBezTo>
                  <a:pt x="2986611" y="124020"/>
                  <a:pt x="3001423" y="116124"/>
                  <a:pt x="3008366" y="121325"/>
                </a:cubicBezTo>
                <a:cubicBezTo>
                  <a:pt x="3010157" y="120696"/>
                  <a:pt x="3009710" y="113066"/>
                  <a:pt x="3009976" y="107704"/>
                </a:cubicBezTo>
                <a:cubicBezTo>
                  <a:pt x="3017339" y="116305"/>
                  <a:pt x="3030245" y="111057"/>
                  <a:pt x="3037551" y="95493"/>
                </a:cubicBezTo>
                <a:cubicBezTo>
                  <a:pt x="3040694" y="93531"/>
                  <a:pt x="3042523" y="100360"/>
                  <a:pt x="3045162" y="100436"/>
                </a:cubicBezTo>
                <a:cubicBezTo>
                  <a:pt x="3048000" y="100579"/>
                  <a:pt x="3048857" y="91721"/>
                  <a:pt x="3049800" y="91569"/>
                </a:cubicBezTo>
                <a:cubicBezTo>
                  <a:pt x="3051648" y="91264"/>
                  <a:pt x="3051867" y="100027"/>
                  <a:pt x="3052801" y="100865"/>
                </a:cubicBezTo>
                <a:cubicBezTo>
                  <a:pt x="3053563" y="101579"/>
                  <a:pt x="3059916" y="96893"/>
                  <a:pt x="3060459" y="96731"/>
                </a:cubicBezTo>
                <a:cubicBezTo>
                  <a:pt x="3063259" y="95807"/>
                  <a:pt x="3065212" y="90673"/>
                  <a:pt x="3069651" y="92654"/>
                </a:cubicBezTo>
                <a:cubicBezTo>
                  <a:pt x="3069212" y="86406"/>
                  <a:pt x="3065850" y="88644"/>
                  <a:pt x="3063564" y="87730"/>
                </a:cubicBezTo>
                <a:cubicBezTo>
                  <a:pt x="3059906" y="79072"/>
                  <a:pt x="3073651" y="85177"/>
                  <a:pt x="3077347" y="83911"/>
                </a:cubicBezTo>
                <a:cubicBezTo>
                  <a:pt x="3073746" y="95188"/>
                  <a:pt x="3081757" y="98598"/>
                  <a:pt x="3075680" y="106656"/>
                </a:cubicBezTo>
                <a:cubicBezTo>
                  <a:pt x="3076994" y="119191"/>
                  <a:pt x="3078594" y="94674"/>
                  <a:pt x="3083338" y="102522"/>
                </a:cubicBezTo>
                <a:cubicBezTo>
                  <a:pt x="3085500" y="92216"/>
                  <a:pt x="3079499" y="85130"/>
                  <a:pt x="3083452" y="84234"/>
                </a:cubicBezTo>
                <a:cubicBezTo>
                  <a:pt x="3089491" y="83787"/>
                  <a:pt x="3082919" y="91226"/>
                  <a:pt x="3086424" y="98112"/>
                </a:cubicBezTo>
                <a:cubicBezTo>
                  <a:pt x="3089262" y="100227"/>
                  <a:pt x="3088348" y="87120"/>
                  <a:pt x="3089558" y="84549"/>
                </a:cubicBezTo>
                <a:cubicBezTo>
                  <a:pt x="3090805" y="81929"/>
                  <a:pt x="3097644" y="90635"/>
                  <a:pt x="3095720" y="75738"/>
                </a:cubicBezTo>
                <a:cubicBezTo>
                  <a:pt x="3104169" y="73833"/>
                  <a:pt x="3110103" y="79148"/>
                  <a:pt x="3117076" y="81482"/>
                </a:cubicBezTo>
                <a:cubicBezTo>
                  <a:pt x="3116228" y="95817"/>
                  <a:pt x="3120295" y="99484"/>
                  <a:pt x="3116904" y="108895"/>
                </a:cubicBezTo>
                <a:cubicBezTo>
                  <a:pt x="3122781" y="116334"/>
                  <a:pt x="3138040" y="117172"/>
                  <a:pt x="3144393" y="110371"/>
                </a:cubicBezTo>
                <a:cubicBezTo>
                  <a:pt x="3145717" y="108961"/>
                  <a:pt x="3145736" y="105951"/>
                  <a:pt x="3145974" y="101322"/>
                </a:cubicBezTo>
                <a:cubicBezTo>
                  <a:pt x="3158662" y="95807"/>
                  <a:pt x="3172692" y="114790"/>
                  <a:pt x="3179607" y="98550"/>
                </a:cubicBezTo>
                <a:cubicBezTo>
                  <a:pt x="3186179" y="102684"/>
                  <a:pt x="3196200" y="111609"/>
                  <a:pt x="3196466" y="90321"/>
                </a:cubicBezTo>
                <a:cubicBezTo>
                  <a:pt x="3200600" y="95350"/>
                  <a:pt x="3204391" y="86663"/>
                  <a:pt x="3208706" y="86425"/>
                </a:cubicBezTo>
                <a:cubicBezTo>
                  <a:pt x="3211649" y="86263"/>
                  <a:pt x="3215459" y="92226"/>
                  <a:pt x="3217840" y="91483"/>
                </a:cubicBezTo>
                <a:cubicBezTo>
                  <a:pt x="3219536" y="90949"/>
                  <a:pt x="3221422" y="83491"/>
                  <a:pt x="3222479" y="82586"/>
                </a:cubicBezTo>
                <a:cubicBezTo>
                  <a:pt x="3228594" y="77281"/>
                  <a:pt x="3236081" y="80605"/>
                  <a:pt x="3242358" y="79100"/>
                </a:cubicBezTo>
                <a:cubicBezTo>
                  <a:pt x="3247616" y="77824"/>
                  <a:pt x="3257150" y="80967"/>
                  <a:pt x="3265294" y="75738"/>
                </a:cubicBezTo>
                <a:cubicBezTo>
                  <a:pt x="3270552" y="72414"/>
                  <a:pt x="3274267" y="63594"/>
                  <a:pt x="3279124" y="62803"/>
                </a:cubicBezTo>
                <a:cubicBezTo>
                  <a:pt x="3284735" y="61841"/>
                  <a:pt x="3290268" y="65946"/>
                  <a:pt x="3295955" y="59117"/>
                </a:cubicBezTo>
                <a:cubicBezTo>
                  <a:pt x="3294764" y="73023"/>
                  <a:pt x="3297422" y="75862"/>
                  <a:pt x="3297317" y="86625"/>
                </a:cubicBezTo>
                <a:cubicBezTo>
                  <a:pt x="3291602" y="82872"/>
                  <a:pt x="3293878" y="103904"/>
                  <a:pt x="3289564" y="104513"/>
                </a:cubicBezTo>
                <a:cubicBezTo>
                  <a:pt x="3290897" y="117038"/>
                  <a:pt x="3294383" y="98388"/>
                  <a:pt x="3298736" y="105008"/>
                </a:cubicBezTo>
                <a:cubicBezTo>
                  <a:pt x="3294859" y="119210"/>
                  <a:pt x="3293488" y="145423"/>
                  <a:pt x="3299965" y="155386"/>
                </a:cubicBezTo>
                <a:cubicBezTo>
                  <a:pt x="3300813" y="156672"/>
                  <a:pt x="3303385" y="147052"/>
                  <a:pt x="3304604" y="146490"/>
                </a:cubicBezTo>
                <a:cubicBezTo>
                  <a:pt x="3307852" y="144975"/>
                  <a:pt x="3315205" y="149652"/>
                  <a:pt x="3321396" y="147404"/>
                </a:cubicBezTo>
                <a:cubicBezTo>
                  <a:pt x="3326949" y="145347"/>
                  <a:pt x="3329731" y="133688"/>
                  <a:pt x="3335169" y="143556"/>
                </a:cubicBezTo>
                <a:cubicBezTo>
                  <a:pt x="3338665" y="127659"/>
                  <a:pt x="3354410" y="133107"/>
                  <a:pt x="3364297" y="126821"/>
                </a:cubicBezTo>
                <a:cubicBezTo>
                  <a:pt x="3367373" y="124868"/>
                  <a:pt x="3368859" y="116438"/>
                  <a:pt x="3372022" y="113543"/>
                </a:cubicBezTo>
                <a:cubicBezTo>
                  <a:pt x="3380813" y="105408"/>
                  <a:pt x="3389786" y="117429"/>
                  <a:pt x="3397958" y="119486"/>
                </a:cubicBezTo>
                <a:cubicBezTo>
                  <a:pt x="3397034" y="137146"/>
                  <a:pt x="3401740" y="138517"/>
                  <a:pt x="3402349" y="151748"/>
                </a:cubicBezTo>
                <a:cubicBezTo>
                  <a:pt x="3410769" y="158882"/>
                  <a:pt x="3411341" y="188695"/>
                  <a:pt x="3418875" y="198363"/>
                </a:cubicBezTo>
                <a:cubicBezTo>
                  <a:pt x="3415713" y="214908"/>
                  <a:pt x="3418875" y="216537"/>
                  <a:pt x="3423314" y="221480"/>
                </a:cubicBezTo>
                <a:cubicBezTo>
                  <a:pt x="3417570" y="243635"/>
                  <a:pt x="3427114" y="253579"/>
                  <a:pt x="3427600" y="272020"/>
                </a:cubicBezTo>
                <a:cubicBezTo>
                  <a:pt x="3425133" y="270591"/>
                  <a:pt x="3424943" y="276182"/>
                  <a:pt x="3422990" y="276335"/>
                </a:cubicBezTo>
                <a:cubicBezTo>
                  <a:pt x="3423428" y="282564"/>
                  <a:pt x="3426790" y="280326"/>
                  <a:pt x="3429067" y="281240"/>
                </a:cubicBezTo>
                <a:cubicBezTo>
                  <a:pt x="3425333" y="292508"/>
                  <a:pt x="3428314" y="295689"/>
                  <a:pt x="3424352" y="303843"/>
                </a:cubicBezTo>
                <a:cubicBezTo>
                  <a:pt x="3423742" y="311596"/>
                  <a:pt x="3425486" y="312558"/>
                  <a:pt x="3427352" y="313158"/>
                </a:cubicBezTo>
                <a:cubicBezTo>
                  <a:pt x="3425324" y="315978"/>
                  <a:pt x="3426162" y="325569"/>
                  <a:pt x="3424190" y="331275"/>
                </a:cubicBezTo>
                <a:cubicBezTo>
                  <a:pt x="3423752" y="332542"/>
                  <a:pt x="3421456" y="329675"/>
                  <a:pt x="3421133" y="331103"/>
                </a:cubicBezTo>
                <a:cubicBezTo>
                  <a:pt x="3419532" y="338190"/>
                  <a:pt x="3421809" y="352011"/>
                  <a:pt x="3419466" y="353897"/>
                </a:cubicBezTo>
                <a:cubicBezTo>
                  <a:pt x="3418446" y="354697"/>
                  <a:pt x="3417751" y="347429"/>
                  <a:pt x="3416437" y="349134"/>
                </a:cubicBezTo>
                <a:cubicBezTo>
                  <a:pt x="3413427" y="353135"/>
                  <a:pt x="3412131" y="357916"/>
                  <a:pt x="3410188" y="371680"/>
                </a:cubicBezTo>
                <a:cubicBezTo>
                  <a:pt x="3404911" y="367717"/>
                  <a:pt x="3404273" y="378157"/>
                  <a:pt x="3399463" y="375671"/>
                </a:cubicBezTo>
                <a:cubicBezTo>
                  <a:pt x="3397672" y="376309"/>
                  <a:pt x="3398130" y="383938"/>
                  <a:pt x="3397853" y="389301"/>
                </a:cubicBezTo>
                <a:cubicBezTo>
                  <a:pt x="3390548" y="371451"/>
                  <a:pt x="3376022" y="374480"/>
                  <a:pt x="3370583" y="351230"/>
                </a:cubicBezTo>
                <a:cubicBezTo>
                  <a:pt x="3366516" y="351020"/>
                  <a:pt x="3362439" y="350801"/>
                  <a:pt x="3358363" y="350582"/>
                </a:cubicBezTo>
                <a:cubicBezTo>
                  <a:pt x="3357639" y="378109"/>
                  <a:pt x="3362925" y="388329"/>
                  <a:pt x="3364116" y="410332"/>
                </a:cubicBezTo>
                <a:cubicBezTo>
                  <a:pt x="3353972" y="413456"/>
                  <a:pt x="3364964" y="438412"/>
                  <a:pt x="3360820" y="451318"/>
                </a:cubicBezTo>
                <a:cubicBezTo>
                  <a:pt x="3358782" y="451204"/>
                  <a:pt x="3356753" y="451090"/>
                  <a:pt x="3354715" y="450985"/>
                </a:cubicBezTo>
                <a:cubicBezTo>
                  <a:pt x="3354619" y="461758"/>
                  <a:pt x="3357267" y="464606"/>
                  <a:pt x="3356077" y="478493"/>
                </a:cubicBezTo>
                <a:cubicBezTo>
                  <a:pt x="3347733" y="474769"/>
                  <a:pt x="3346409" y="475598"/>
                  <a:pt x="3339303" y="473026"/>
                </a:cubicBezTo>
                <a:cubicBezTo>
                  <a:pt x="3338465" y="463482"/>
                  <a:pt x="3336465" y="457300"/>
                  <a:pt x="3333302" y="454404"/>
                </a:cubicBezTo>
                <a:cubicBezTo>
                  <a:pt x="3327969" y="455471"/>
                  <a:pt x="3333360" y="466777"/>
                  <a:pt x="3330169" y="467949"/>
                </a:cubicBezTo>
                <a:cubicBezTo>
                  <a:pt x="3328130" y="467844"/>
                  <a:pt x="3326092" y="467720"/>
                  <a:pt x="3324054" y="467616"/>
                </a:cubicBezTo>
                <a:cubicBezTo>
                  <a:pt x="3324092" y="461520"/>
                  <a:pt x="3324130" y="455433"/>
                  <a:pt x="3324159" y="449328"/>
                </a:cubicBezTo>
                <a:cubicBezTo>
                  <a:pt x="3318120" y="454195"/>
                  <a:pt x="3313633" y="434983"/>
                  <a:pt x="3311909" y="453261"/>
                </a:cubicBezTo>
                <a:cubicBezTo>
                  <a:pt x="3312005" y="460405"/>
                  <a:pt x="3321072" y="444984"/>
                  <a:pt x="3319463" y="467368"/>
                </a:cubicBezTo>
                <a:cubicBezTo>
                  <a:pt x="3303680" y="466530"/>
                  <a:pt x="3287897" y="465692"/>
                  <a:pt x="3272123" y="464815"/>
                </a:cubicBezTo>
                <a:cubicBezTo>
                  <a:pt x="3270114" y="466330"/>
                  <a:pt x="3269666" y="472731"/>
                  <a:pt x="3267485" y="473721"/>
                </a:cubicBezTo>
                <a:cubicBezTo>
                  <a:pt x="3267389" y="484465"/>
                  <a:pt x="3270028" y="487323"/>
                  <a:pt x="3268847" y="501220"/>
                </a:cubicBezTo>
                <a:cubicBezTo>
                  <a:pt x="3261465" y="505611"/>
                  <a:pt x="3262179" y="517069"/>
                  <a:pt x="3253521" y="509554"/>
                </a:cubicBezTo>
                <a:cubicBezTo>
                  <a:pt x="3251892" y="523204"/>
                  <a:pt x="3256874" y="517812"/>
                  <a:pt x="3259569" y="519003"/>
                </a:cubicBezTo>
                <a:cubicBezTo>
                  <a:pt x="3264399" y="523118"/>
                  <a:pt x="3256826" y="524870"/>
                  <a:pt x="3254959" y="523347"/>
                </a:cubicBezTo>
                <a:cubicBezTo>
                  <a:pt x="3244425" y="517831"/>
                  <a:pt x="3226375" y="534014"/>
                  <a:pt x="3222965" y="507897"/>
                </a:cubicBezTo>
                <a:cubicBezTo>
                  <a:pt x="3219955" y="515622"/>
                  <a:pt x="3217916" y="526385"/>
                  <a:pt x="3210659" y="520956"/>
                </a:cubicBezTo>
                <a:cubicBezTo>
                  <a:pt x="3211049" y="514374"/>
                  <a:pt x="3215231" y="519594"/>
                  <a:pt x="3215297" y="512031"/>
                </a:cubicBezTo>
                <a:cubicBezTo>
                  <a:pt x="3215031" y="508316"/>
                  <a:pt x="3213792" y="507402"/>
                  <a:pt x="3213821" y="502830"/>
                </a:cubicBezTo>
                <a:cubicBezTo>
                  <a:pt x="3210173" y="505458"/>
                  <a:pt x="3206667" y="508583"/>
                  <a:pt x="3206077" y="520689"/>
                </a:cubicBezTo>
                <a:cubicBezTo>
                  <a:pt x="3195409" y="524423"/>
                  <a:pt x="3187151" y="507849"/>
                  <a:pt x="3178578" y="519232"/>
                </a:cubicBezTo>
                <a:cubicBezTo>
                  <a:pt x="3186475" y="505916"/>
                  <a:pt x="3172216" y="508116"/>
                  <a:pt x="3170939" y="518784"/>
                </a:cubicBezTo>
                <a:cubicBezTo>
                  <a:pt x="3161367" y="518498"/>
                  <a:pt x="3150184" y="514955"/>
                  <a:pt x="3141926" y="517260"/>
                </a:cubicBezTo>
                <a:cubicBezTo>
                  <a:pt x="3119600" y="523280"/>
                  <a:pt x="3090967" y="502029"/>
                  <a:pt x="3074670" y="522718"/>
                </a:cubicBezTo>
                <a:cubicBezTo>
                  <a:pt x="3071975" y="519241"/>
                  <a:pt x="3074499" y="514412"/>
                  <a:pt x="3074756" y="509040"/>
                </a:cubicBezTo>
                <a:cubicBezTo>
                  <a:pt x="3072975" y="509659"/>
                  <a:pt x="3072041" y="507868"/>
                  <a:pt x="3071736" y="504268"/>
                </a:cubicBezTo>
                <a:cubicBezTo>
                  <a:pt x="3067374" y="504430"/>
                  <a:pt x="3068031" y="512669"/>
                  <a:pt x="3064040" y="513021"/>
                </a:cubicBezTo>
                <a:cubicBezTo>
                  <a:pt x="3061345" y="513240"/>
                  <a:pt x="3057639" y="503096"/>
                  <a:pt x="3054925" y="503382"/>
                </a:cubicBezTo>
                <a:cubicBezTo>
                  <a:pt x="3051686" y="503715"/>
                  <a:pt x="3050839" y="514145"/>
                  <a:pt x="3047238" y="512097"/>
                </a:cubicBezTo>
                <a:cubicBezTo>
                  <a:pt x="3043895" y="512764"/>
                  <a:pt x="3042399" y="508106"/>
                  <a:pt x="3042742" y="498153"/>
                </a:cubicBezTo>
                <a:cubicBezTo>
                  <a:pt x="3039428" y="503353"/>
                  <a:pt x="3038961" y="517460"/>
                  <a:pt x="3031969" y="511278"/>
                </a:cubicBezTo>
                <a:cubicBezTo>
                  <a:pt x="3032379" y="506335"/>
                  <a:pt x="3035027" y="508345"/>
                  <a:pt x="3035075" y="502306"/>
                </a:cubicBezTo>
                <a:cubicBezTo>
                  <a:pt x="3033293" y="494267"/>
                  <a:pt x="3028664" y="502306"/>
                  <a:pt x="3024416" y="497172"/>
                </a:cubicBezTo>
                <a:cubicBezTo>
                  <a:pt x="3023902" y="496514"/>
                  <a:pt x="3021654" y="487961"/>
                  <a:pt x="3021416" y="487847"/>
                </a:cubicBezTo>
                <a:cubicBezTo>
                  <a:pt x="3010300" y="483018"/>
                  <a:pt x="2997880" y="494714"/>
                  <a:pt x="2990841" y="490780"/>
                </a:cubicBezTo>
                <a:cubicBezTo>
                  <a:pt x="2989393" y="494057"/>
                  <a:pt x="2988478" y="498972"/>
                  <a:pt x="2987707" y="504344"/>
                </a:cubicBezTo>
                <a:cubicBezTo>
                  <a:pt x="2981859" y="487475"/>
                  <a:pt x="2971067" y="499381"/>
                  <a:pt x="2963275" y="503001"/>
                </a:cubicBezTo>
                <a:cubicBezTo>
                  <a:pt x="2963304" y="498429"/>
                  <a:pt x="2963332" y="493886"/>
                  <a:pt x="2963361" y="489304"/>
                </a:cubicBezTo>
                <a:cubicBezTo>
                  <a:pt x="2959942" y="492676"/>
                  <a:pt x="2955065" y="491466"/>
                  <a:pt x="2954112" y="502496"/>
                </a:cubicBezTo>
                <a:cubicBezTo>
                  <a:pt x="2949454" y="497762"/>
                  <a:pt x="2955932" y="490399"/>
                  <a:pt x="2955751" y="484284"/>
                </a:cubicBezTo>
                <a:cubicBezTo>
                  <a:pt x="2950474" y="483465"/>
                  <a:pt x="2948502" y="492847"/>
                  <a:pt x="2944978" y="497438"/>
                </a:cubicBezTo>
                <a:cubicBezTo>
                  <a:pt x="2938329" y="492533"/>
                  <a:pt x="2929071" y="494390"/>
                  <a:pt x="2923537" y="505430"/>
                </a:cubicBezTo>
                <a:cubicBezTo>
                  <a:pt x="2921289" y="502934"/>
                  <a:pt x="2919727" y="498438"/>
                  <a:pt x="2917479" y="495933"/>
                </a:cubicBezTo>
                <a:cubicBezTo>
                  <a:pt x="2895762" y="515221"/>
                  <a:pt x="2870549" y="521479"/>
                  <a:pt x="2845594" y="510345"/>
                </a:cubicBezTo>
                <a:cubicBezTo>
                  <a:pt x="2841889" y="514383"/>
                  <a:pt x="2838155" y="518298"/>
                  <a:pt x="2834821" y="523499"/>
                </a:cubicBezTo>
                <a:cubicBezTo>
                  <a:pt x="2828754" y="520032"/>
                  <a:pt x="2823953" y="512936"/>
                  <a:pt x="2816552" y="513345"/>
                </a:cubicBezTo>
                <a:cubicBezTo>
                  <a:pt x="2816590" y="507230"/>
                  <a:pt x="2816628" y="501153"/>
                  <a:pt x="2816657" y="495067"/>
                </a:cubicBezTo>
                <a:cubicBezTo>
                  <a:pt x="2811123" y="502391"/>
                  <a:pt x="2801703" y="521765"/>
                  <a:pt x="2796740" y="503134"/>
                </a:cubicBezTo>
                <a:cubicBezTo>
                  <a:pt x="2798626" y="490933"/>
                  <a:pt x="2804703" y="503591"/>
                  <a:pt x="2807437" y="503734"/>
                </a:cubicBezTo>
                <a:cubicBezTo>
                  <a:pt x="2811218" y="499934"/>
                  <a:pt x="2810980" y="483665"/>
                  <a:pt x="2816705" y="485932"/>
                </a:cubicBezTo>
                <a:cubicBezTo>
                  <a:pt x="2815742" y="479750"/>
                  <a:pt x="2813495" y="477264"/>
                  <a:pt x="2810656" y="476455"/>
                </a:cubicBezTo>
                <a:cubicBezTo>
                  <a:pt x="2815619" y="469244"/>
                  <a:pt x="2813114" y="448289"/>
                  <a:pt x="2815457" y="440155"/>
                </a:cubicBezTo>
                <a:cubicBezTo>
                  <a:pt x="2821058" y="420715"/>
                  <a:pt x="2829039" y="433792"/>
                  <a:pt x="2836955" y="423010"/>
                </a:cubicBezTo>
                <a:cubicBezTo>
                  <a:pt x="2839860" y="425096"/>
                  <a:pt x="2843518" y="425029"/>
                  <a:pt x="2842975" y="437069"/>
                </a:cubicBezTo>
                <a:cubicBezTo>
                  <a:pt x="2845251" y="434792"/>
                  <a:pt x="2846870" y="430497"/>
                  <a:pt x="2849137" y="428258"/>
                </a:cubicBezTo>
                <a:cubicBezTo>
                  <a:pt x="2848823" y="420162"/>
                  <a:pt x="2846575" y="417695"/>
                  <a:pt x="2843089" y="418781"/>
                </a:cubicBezTo>
                <a:cubicBezTo>
                  <a:pt x="2846680" y="408684"/>
                  <a:pt x="2857491" y="415866"/>
                  <a:pt x="2861415" y="419772"/>
                </a:cubicBezTo>
                <a:cubicBezTo>
                  <a:pt x="2859634" y="434040"/>
                  <a:pt x="2860624" y="431802"/>
                  <a:pt x="2862806" y="442708"/>
                </a:cubicBezTo>
                <a:cubicBezTo>
                  <a:pt x="2866625" y="441698"/>
                  <a:pt x="2868006" y="425829"/>
                  <a:pt x="2871997" y="438621"/>
                </a:cubicBezTo>
                <a:cubicBezTo>
                  <a:pt x="2871778" y="433297"/>
                  <a:pt x="2872378" y="430497"/>
                  <a:pt x="2873578" y="429573"/>
                </a:cubicBezTo>
                <a:cubicBezTo>
                  <a:pt x="2873292" y="415409"/>
                  <a:pt x="2860967" y="436050"/>
                  <a:pt x="2862968" y="415257"/>
                </a:cubicBezTo>
                <a:cubicBezTo>
                  <a:pt x="2869606" y="415542"/>
                  <a:pt x="2876722" y="414495"/>
                  <a:pt x="2881265" y="420838"/>
                </a:cubicBezTo>
                <a:cubicBezTo>
                  <a:pt x="2887018" y="417543"/>
                  <a:pt x="2881456" y="404865"/>
                  <a:pt x="2884456" y="398131"/>
                </a:cubicBezTo>
                <a:cubicBezTo>
                  <a:pt x="2879741" y="397140"/>
                  <a:pt x="2875759" y="408494"/>
                  <a:pt x="2872235" y="397464"/>
                </a:cubicBezTo>
                <a:cubicBezTo>
                  <a:pt x="2872502" y="388987"/>
                  <a:pt x="2873331" y="382262"/>
                  <a:pt x="2875407" y="379357"/>
                </a:cubicBezTo>
                <a:cubicBezTo>
                  <a:pt x="2874588" y="372747"/>
                  <a:pt x="2873092" y="368089"/>
                  <a:pt x="2870902" y="365412"/>
                </a:cubicBezTo>
                <a:cubicBezTo>
                  <a:pt x="2865330" y="373413"/>
                  <a:pt x="2873521" y="378166"/>
                  <a:pt x="2872293" y="388349"/>
                </a:cubicBezTo>
                <a:cubicBezTo>
                  <a:pt x="2869044" y="386015"/>
                  <a:pt x="2869340" y="394721"/>
                  <a:pt x="2869149" y="401912"/>
                </a:cubicBezTo>
                <a:cubicBezTo>
                  <a:pt x="2864463" y="404960"/>
                  <a:pt x="2863606" y="396921"/>
                  <a:pt x="2860015" y="396826"/>
                </a:cubicBezTo>
                <a:cubicBezTo>
                  <a:pt x="2860519" y="390654"/>
                  <a:pt x="2863863" y="393254"/>
                  <a:pt x="2866149" y="392587"/>
                </a:cubicBezTo>
                <a:cubicBezTo>
                  <a:pt x="2863920" y="372080"/>
                  <a:pt x="2857967" y="394730"/>
                  <a:pt x="2855405" y="401150"/>
                </a:cubicBezTo>
                <a:cubicBezTo>
                  <a:pt x="2849699" y="401122"/>
                  <a:pt x="2848051" y="389454"/>
                  <a:pt x="2844822" y="382291"/>
                </a:cubicBezTo>
                <a:cubicBezTo>
                  <a:pt x="2841689" y="384986"/>
                  <a:pt x="2844251" y="405379"/>
                  <a:pt x="2838602" y="400255"/>
                </a:cubicBezTo>
                <a:cubicBezTo>
                  <a:pt x="2836021" y="395711"/>
                  <a:pt x="2835345" y="385701"/>
                  <a:pt x="2834164" y="377147"/>
                </a:cubicBezTo>
                <a:cubicBezTo>
                  <a:pt x="2832068" y="381519"/>
                  <a:pt x="2832087" y="392454"/>
                  <a:pt x="2829468" y="395168"/>
                </a:cubicBezTo>
                <a:cubicBezTo>
                  <a:pt x="2815095" y="397512"/>
                  <a:pt x="2795959" y="391444"/>
                  <a:pt x="2777538" y="392359"/>
                </a:cubicBezTo>
                <a:cubicBezTo>
                  <a:pt x="2774023" y="390777"/>
                  <a:pt x="2775757" y="405465"/>
                  <a:pt x="2772870" y="405836"/>
                </a:cubicBezTo>
                <a:cubicBezTo>
                  <a:pt x="2773833" y="412018"/>
                  <a:pt x="2776080" y="414504"/>
                  <a:pt x="2778919" y="415295"/>
                </a:cubicBezTo>
                <a:cubicBezTo>
                  <a:pt x="2774661" y="429830"/>
                  <a:pt x="2780491" y="444041"/>
                  <a:pt x="2781729" y="456614"/>
                </a:cubicBezTo>
                <a:cubicBezTo>
                  <a:pt x="2780709" y="456548"/>
                  <a:pt x="2779690" y="456519"/>
                  <a:pt x="2778671" y="456443"/>
                </a:cubicBezTo>
                <a:cubicBezTo>
                  <a:pt x="2777652" y="456367"/>
                  <a:pt x="2776633" y="456338"/>
                  <a:pt x="2775614" y="456281"/>
                </a:cubicBezTo>
                <a:cubicBezTo>
                  <a:pt x="2777881" y="442584"/>
                  <a:pt x="2777043" y="429973"/>
                  <a:pt x="2771194" y="428620"/>
                </a:cubicBezTo>
                <a:cubicBezTo>
                  <a:pt x="2769975" y="442651"/>
                  <a:pt x="2776433" y="434459"/>
                  <a:pt x="2774109" y="451633"/>
                </a:cubicBezTo>
                <a:cubicBezTo>
                  <a:pt x="2768194" y="438421"/>
                  <a:pt x="2763908" y="445251"/>
                  <a:pt x="2758812" y="455376"/>
                </a:cubicBezTo>
                <a:cubicBezTo>
                  <a:pt x="2761459" y="464882"/>
                  <a:pt x="2764641" y="454709"/>
                  <a:pt x="2767975" y="455881"/>
                </a:cubicBezTo>
                <a:cubicBezTo>
                  <a:pt x="2773899" y="457910"/>
                  <a:pt x="2776976" y="469797"/>
                  <a:pt x="2781614" y="474912"/>
                </a:cubicBezTo>
                <a:cubicBezTo>
                  <a:pt x="2779433" y="480760"/>
                  <a:pt x="2775976" y="498781"/>
                  <a:pt x="2781443" y="502334"/>
                </a:cubicBezTo>
                <a:cubicBezTo>
                  <a:pt x="2776414" y="508478"/>
                  <a:pt x="2771527" y="515041"/>
                  <a:pt x="2767556" y="524461"/>
                </a:cubicBezTo>
                <a:cubicBezTo>
                  <a:pt x="2763365" y="527528"/>
                  <a:pt x="2764536" y="515183"/>
                  <a:pt x="2761507" y="514974"/>
                </a:cubicBezTo>
                <a:cubicBezTo>
                  <a:pt x="2757326" y="510535"/>
                  <a:pt x="2753706" y="518231"/>
                  <a:pt x="2749258" y="518898"/>
                </a:cubicBezTo>
                <a:cubicBezTo>
                  <a:pt x="2746753" y="519270"/>
                  <a:pt x="2746667" y="513907"/>
                  <a:pt x="2744705" y="514069"/>
                </a:cubicBezTo>
                <a:cubicBezTo>
                  <a:pt x="2739504" y="514479"/>
                  <a:pt x="2735504" y="520108"/>
                  <a:pt x="2730932" y="517908"/>
                </a:cubicBezTo>
                <a:cubicBezTo>
                  <a:pt x="2721702" y="513469"/>
                  <a:pt x="2702719" y="516288"/>
                  <a:pt x="2692746" y="515831"/>
                </a:cubicBezTo>
                <a:cubicBezTo>
                  <a:pt x="2689936" y="515717"/>
                  <a:pt x="2685241" y="503049"/>
                  <a:pt x="2683555" y="519889"/>
                </a:cubicBezTo>
                <a:cubicBezTo>
                  <a:pt x="2679364" y="522994"/>
                  <a:pt x="2680535" y="510669"/>
                  <a:pt x="2677506" y="510440"/>
                </a:cubicBezTo>
                <a:cubicBezTo>
                  <a:pt x="2674915" y="508630"/>
                  <a:pt x="2674601" y="513878"/>
                  <a:pt x="2674392" y="519412"/>
                </a:cubicBezTo>
                <a:cubicBezTo>
                  <a:pt x="2669458" y="523165"/>
                  <a:pt x="2672391" y="504230"/>
                  <a:pt x="2668362" y="505401"/>
                </a:cubicBezTo>
                <a:cubicBezTo>
                  <a:pt x="2662790" y="501706"/>
                  <a:pt x="2659809" y="516174"/>
                  <a:pt x="2656141" y="504716"/>
                </a:cubicBezTo>
                <a:cubicBezTo>
                  <a:pt x="2654351" y="505354"/>
                  <a:pt x="2654808" y="512974"/>
                  <a:pt x="2654532" y="518346"/>
                </a:cubicBezTo>
                <a:cubicBezTo>
                  <a:pt x="2649950" y="509106"/>
                  <a:pt x="2642997" y="506716"/>
                  <a:pt x="2634739" y="508145"/>
                </a:cubicBezTo>
                <a:cubicBezTo>
                  <a:pt x="2633291" y="511421"/>
                  <a:pt x="2632367" y="516307"/>
                  <a:pt x="2631605" y="521661"/>
                </a:cubicBezTo>
                <a:cubicBezTo>
                  <a:pt x="2614727" y="519727"/>
                  <a:pt x="2572969" y="515907"/>
                  <a:pt x="2544518" y="521537"/>
                </a:cubicBezTo>
                <a:cubicBezTo>
                  <a:pt x="2540184" y="522403"/>
                  <a:pt x="2536908" y="528585"/>
                  <a:pt x="2532250" y="530033"/>
                </a:cubicBezTo>
                <a:cubicBezTo>
                  <a:pt x="2522287" y="533110"/>
                  <a:pt x="2512790" y="524356"/>
                  <a:pt x="2504732" y="533110"/>
                </a:cubicBezTo>
                <a:cubicBezTo>
                  <a:pt x="2512552" y="537358"/>
                  <a:pt x="2510114" y="545978"/>
                  <a:pt x="2501599" y="546692"/>
                </a:cubicBezTo>
                <a:cubicBezTo>
                  <a:pt x="2506542" y="546245"/>
                  <a:pt x="2470252" y="542606"/>
                  <a:pt x="2457307" y="544263"/>
                </a:cubicBezTo>
                <a:cubicBezTo>
                  <a:pt x="2454793" y="544587"/>
                  <a:pt x="2454735" y="539434"/>
                  <a:pt x="2452754" y="539463"/>
                </a:cubicBezTo>
                <a:cubicBezTo>
                  <a:pt x="2449992" y="539434"/>
                  <a:pt x="2445915" y="544539"/>
                  <a:pt x="2442029" y="543444"/>
                </a:cubicBezTo>
                <a:cubicBezTo>
                  <a:pt x="2438734" y="542511"/>
                  <a:pt x="2436114" y="538310"/>
                  <a:pt x="2434428" y="538462"/>
                </a:cubicBezTo>
                <a:cubicBezTo>
                  <a:pt x="2430837" y="538796"/>
                  <a:pt x="2428227" y="551464"/>
                  <a:pt x="2420627" y="546845"/>
                </a:cubicBezTo>
                <a:cubicBezTo>
                  <a:pt x="2419074" y="545911"/>
                  <a:pt x="2415769" y="537529"/>
                  <a:pt x="2416102" y="537481"/>
                </a:cubicBezTo>
                <a:cubicBezTo>
                  <a:pt x="2413759" y="537891"/>
                  <a:pt x="2411054" y="549226"/>
                  <a:pt x="2408387" y="550778"/>
                </a:cubicBezTo>
                <a:cubicBezTo>
                  <a:pt x="2407568" y="551264"/>
                  <a:pt x="2405663" y="545740"/>
                  <a:pt x="2403834" y="545959"/>
                </a:cubicBezTo>
                <a:cubicBezTo>
                  <a:pt x="2399891" y="546435"/>
                  <a:pt x="2395852" y="554341"/>
                  <a:pt x="2391556" y="554465"/>
                </a:cubicBezTo>
                <a:cubicBezTo>
                  <a:pt x="2387622" y="554560"/>
                  <a:pt x="2371154" y="549873"/>
                  <a:pt x="2365591" y="553055"/>
                </a:cubicBezTo>
                <a:cubicBezTo>
                  <a:pt x="2363905" y="554007"/>
                  <a:pt x="2364048" y="564923"/>
                  <a:pt x="2360962" y="561942"/>
                </a:cubicBezTo>
                <a:cubicBezTo>
                  <a:pt x="2360571" y="554503"/>
                  <a:pt x="2362448" y="554160"/>
                  <a:pt x="2362572" y="548302"/>
                </a:cubicBezTo>
                <a:cubicBezTo>
                  <a:pt x="2359838" y="547587"/>
                  <a:pt x="2359314" y="553731"/>
                  <a:pt x="2356437" y="552560"/>
                </a:cubicBezTo>
                <a:cubicBezTo>
                  <a:pt x="2356152" y="557865"/>
                  <a:pt x="2356723" y="560694"/>
                  <a:pt x="2357914" y="561780"/>
                </a:cubicBezTo>
                <a:cubicBezTo>
                  <a:pt x="2357180" y="574381"/>
                  <a:pt x="2353104" y="561780"/>
                  <a:pt x="2354913" y="552483"/>
                </a:cubicBezTo>
                <a:cubicBezTo>
                  <a:pt x="2351275" y="558579"/>
                  <a:pt x="2349399" y="557827"/>
                  <a:pt x="2345712" y="556551"/>
                </a:cubicBezTo>
                <a:cubicBezTo>
                  <a:pt x="2344531" y="556141"/>
                  <a:pt x="2337283" y="565237"/>
                  <a:pt x="2334968" y="565113"/>
                </a:cubicBezTo>
                <a:cubicBezTo>
                  <a:pt x="2332044" y="564961"/>
                  <a:pt x="2329196" y="559694"/>
                  <a:pt x="2325834" y="560056"/>
                </a:cubicBezTo>
                <a:cubicBezTo>
                  <a:pt x="2316671" y="561008"/>
                  <a:pt x="2304917" y="565133"/>
                  <a:pt x="2296792" y="563047"/>
                </a:cubicBezTo>
                <a:cubicBezTo>
                  <a:pt x="2292877" y="562018"/>
                  <a:pt x="2288343" y="571372"/>
                  <a:pt x="2284514" y="571552"/>
                </a:cubicBezTo>
                <a:cubicBezTo>
                  <a:pt x="2282047" y="571648"/>
                  <a:pt x="2281904" y="567933"/>
                  <a:pt x="2279961" y="566723"/>
                </a:cubicBezTo>
                <a:cubicBezTo>
                  <a:pt x="2275408" y="563875"/>
                  <a:pt x="2271122" y="571705"/>
                  <a:pt x="2267712" y="570638"/>
                </a:cubicBezTo>
                <a:cubicBezTo>
                  <a:pt x="2264731" y="569695"/>
                  <a:pt x="2262150" y="562408"/>
                  <a:pt x="2260130" y="561084"/>
                </a:cubicBezTo>
                <a:cubicBezTo>
                  <a:pt x="2257301" y="559227"/>
                  <a:pt x="2252977" y="555684"/>
                  <a:pt x="2250996" y="556008"/>
                </a:cubicBezTo>
                <a:cubicBezTo>
                  <a:pt x="2249643" y="556236"/>
                  <a:pt x="2246948" y="564790"/>
                  <a:pt x="2246357" y="564904"/>
                </a:cubicBezTo>
                <a:cubicBezTo>
                  <a:pt x="2243833" y="565409"/>
                  <a:pt x="2243795" y="560608"/>
                  <a:pt x="2241804" y="560075"/>
                </a:cubicBezTo>
                <a:cubicBezTo>
                  <a:pt x="2239099" y="559360"/>
                  <a:pt x="2238537" y="564590"/>
                  <a:pt x="2235660" y="564304"/>
                </a:cubicBezTo>
                <a:cubicBezTo>
                  <a:pt x="2232450" y="564009"/>
                  <a:pt x="2229545" y="558694"/>
                  <a:pt x="2226526" y="559256"/>
                </a:cubicBezTo>
                <a:cubicBezTo>
                  <a:pt x="2222097" y="560075"/>
                  <a:pt x="2210229" y="577687"/>
                  <a:pt x="2202056" y="562504"/>
                </a:cubicBezTo>
                <a:cubicBezTo>
                  <a:pt x="2200723" y="571190"/>
                  <a:pt x="2189474" y="575058"/>
                  <a:pt x="2180587" y="575058"/>
                </a:cubicBezTo>
                <a:cubicBezTo>
                  <a:pt x="2178406" y="575058"/>
                  <a:pt x="2175272" y="569800"/>
                  <a:pt x="2172977" y="570076"/>
                </a:cubicBezTo>
                <a:cubicBezTo>
                  <a:pt x="2156603" y="572057"/>
                  <a:pt x="2139639" y="584097"/>
                  <a:pt x="2125571" y="576658"/>
                </a:cubicBezTo>
                <a:cubicBezTo>
                  <a:pt x="2122589" y="575077"/>
                  <a:pt x="2119979" y="562589"/>
                  <a:pt x="2116436" y="571600"/>
                </a:cubicBezTo>
                <a:cubicBezTo>
                  <a:pt x="2116655" y="576944"/>
                  <a:pt x="2119198" y="575581"/>
                  <a:pt x="2120999" y="576420"/>
                </a:cubicBezTo>
                <a:cubicBezTo>
                  <a:pt x="2117646" y="584325"/>
                  <a:pt x="2103425" y="585440"/>
                  <a:pt x="2104254" y="566352"/>
                </a:cubicBezTo>
                <a:cubicBezTo>
                  <a:pt x="2103149" y="577991"/>
                  <a:pt x="2100482" y="571305"/>
                  <a:pt x="2095033" y="575010"/>
                </a:cubicBezTo>
                <a:cubicBezTo>
                  <a:pt x="2092404" y="576791"/>
                  <a:pt x="2088604" y="590164"/>
                  <a:pt x="2081232" y="583392"/>
                </a:cubicBezTo>
                <a:cubicBezTo>
                  <a:pt x="2080575" y="573610"/>
                  <a:pt x="2083460" y="574820"/>
                  <a:pt x="2085870" y="574515"/>
                </a:cubicBezTo>
                <a:cubicBezTo>
                  <a:pt x="2084956" y="570200"/>
                  <a:pt x="2082413" y="557465"/>
                  <a:pt x="2087480" y="560884"/>
                </a:cubicBezTo>
                <a:cubicBezTo>
                  <a:pt x="2086556" y="547159"/>
                  <a:pt x="2084194" y="565075"/>
                  <a:pt x="2081374" y="560551"/>
                </a:cubicBezTo>
                <a:cubicBezTo>
                  <a:pt x="2082584" y="556541"/>
                  <a:pt x="2083080" y="550331"/>
                  <a:pt x="2083013" y="542377"/>
                </a:cubicBezTo>
                <a:cubicBezTo>
                  <a:pt x="2078717" y="538348"/>
                  <a:pt x="2079012" y="548588"/>
                  <a:pt x="2075355" y="546511"/>
                </a:cubicBezTo>
                <a:cubicBezTo>
                  <a:pt x="2077174" y="528109"/>
                  <a:pt x="2070792" y="523680"/>
                  <a:pt x="2067801" y="532395"/>
                </a:cubicBezTo>
                <a:cubicBezTo>
                  <a:pt x="2069649" y="548026"/>
                  <a:pt x="2076164" y="550150"/>
                  <a:pt x="2076745" y="569448"/>
                </a:cubicBezTo>
                <a:cubicBezTo>
                  <a:pt x="2074402" y="576191"/>
                  <a:pt x="2070259" y="577296"/>
                  <a:pt x="2068992" y="587326"/>
                </a:cubicBezTo>
                <a:cubicBezTo>
                  <a:pt x="2066820" y="581639"/>
                  <a:pt x="2066782" y="569752"/>
                  <a:pt x="2064544" y="564209"/>
                </a:cubicBezTo>
                <a:cubicBezTo>
                  <a:pt x="2060115" y="564809"/>
                  <a:pt x="2060734" y="585754"/>
                  <a:pt x="2065963" y="582592"/>
                </a:cubicBezTo>
                <a:cubicBezTo>
                  <a:pt x="2060410" y="598327"/>
                  <a:pt x="2056143" y="572238"/>
                  <a:pt x="2055409" y="559151"/>
                </a:cubicBezTo>
                <a:cubicBezTo>
                  <a:pt x="2052523" y="568847"/>
                  <a:pt x="2046351" y="568295"/>
                  <a:pt x="2047580" y="590755"/>
                </a:cubicBezTo>
                <a:cubicBezTo>
                  <a:pt x="2045408" y="590231"/>
                  <a:pt x="2043256" y="589745"/>
                  <a:pt x="2042970" y="595098"/>
                </a:cubicBezTo>
                <a:cubicBezTo>
                  <a:pt x="2039893" y="585983"/>
                  <a:pt x="2032930" y="588154"/>
                  <a:pt x="2032425" y="571638"/>
                </a:cubicBezTo>
                <a:cubicBezTo>
                  <a:pt x="2036426" y="570590"/>
                  <a:pt x="2040074" y="570514"/>
                  <a:pt x="2038455" y="585678"/>
                </a:cubicBezTo>
                <a:cubicBezTo>
                  <a:pt x="2040998" y="585821"/>
                  <a:pt x="2043541" y="585954"/>
                  <a:pt x="2046094" y="586097"/>
                </a:cubicBezTo>
                <a:cubicBezTo>
                  <a:pt x="2047456" y="568685"/>
                  <a:pt x="2038760" y="580325"/>
                  <a:pt x="2040122" y="562904"/>
                </a:cubicBezTo>
                <a:cubicBezTo>
                  <a:pt x="2044951" y="558075"/>
                  <a:pt x="2044170" y="560980"/>
                  <a:pt x="2047732" y="567895"/>
                </a:cubicBezTo>
                <a:cubicBezTo>
                  <a:pt x="2047370" y="552474"/>
                  <a:pt x="2041036" y="554274"/>
                  <a:pt x="2040264" y="540053"/>
                </a:cubicBezTo>
                <a:cubicBezTo>
                  <a:pt x="2035569" y="539101"/>
                  <a:pt x="2033302" y="555770"/>
                  <a:pt x="2029549" y="544044"/>
                </a:cubicBezTo>
                <a:cubicBezTo>
                  <a:pt x="2029787" y="522899"/>
                  <a:pt x="2040731" y="510621"/>
                  <a:pt x="2038988" y="498829"/>
                </a:cubicBezTo>
                <a:cubicBezTo>
                  <a:pt x="2042598" y="490199"/>
                  <a:pt x="2047189" y="503201"/>
                  <a:pt x="2052761" y="495009"/>
                </a:cubicBezTo>
                <a:cubicBezTo>
                  <a:pt x="2050171" y="503954"/>
                  <a:pt x="2052866" y="500829"/>
                  <a:pt x="2052657" y="513297"/>
                </a:cubicBezTo>
                <a:cubicBezTo>
                  <a:pt x="2059848" y="515431"/>
                  <a:pt x="2055743" y="482513"/>
                  <a:pt x="2063515" y="486428"/>
                </a:cubicBezTo>
                <a:cubicBezTo>
                  <a:pt x="2067420" y="486475"/>
                  <a:pt x="2065363" y="489952"/>
                  <a:pt x="2064991" y="495667"/>
                </a:cubicBezTo>
                <a:cubicBezTo>
                  <a:pt x="2068363" y="498362"/>
                  <a:pt x="2067220" y="487037"/>
                  <a:pt x="2069630" y="486761"/>
                </a:cubicBezTo>
                <a:cubicBezTo>
                  <a:pt x="2076622" y="481579"/>
                  <a:pt x="2075555" y="499648"/>
                  <a:pt x="2081794" y="496562"/>
                </a:cubicBezTo>
                <a:cubicBezTo>
                  <a:pt x="2086880" y="489980"/>
                  <a:pt x="2078688" y="485227"/>
                  <a:pt x="2080403" y="473645"/>
                </a:cubicBezTo>
                <a:cubicBezTo>
                  <a:pt x="2081279" y="481598"/>
                  <a:pt x="2087642" y="473674"/>
                  <a:pt x="2087985" y="483199"/>
                </a:cubicBezTo>
                <a:cubicBezTo>
                  <a:pt x="2091623" y="482046"/>
                  <a:pt x="2086365" y="470730"/>
                  <a:pt x="2085013" y="469302"/>
                </a:cubicBezTo>
                <a:cubicBezTo>
                  <a:pt x="2088823" y="461805"/>
                  <a:pt x="2095852" y="474340"/>
                  <a:pt x="2100348" y="460996"/>
                </a:cubicBezTo>
                <a:cubicBezTo>
                  <a:pt x="2097548" y="445289"/>
                  <a:pt x="2094947" y="468540"/>
                  <a:pt x="2091147" y="465082"/>
                </a:cubicBezTo>
                <a:cubicBezTo>
                  <a:pt x="2090547" y="454414"/>
                  <a:pt x="2084480" y="452452"/>
                  <a:pt x="2088232" y="442070"/>
                </a:cubicBezTo>
                <a:cubicBezTo>
                  <a:pt x="2081308" y="436078"/>
                  <a:pt x="2082165" y="454271"/>
                  <a:pt x="2075955" y="450528"/>
                </a:cubicBezTo>
                <a:cubicBezTo>
                  <a:pt x="2070640" y="448928"/>
                  <a:pt x="2074793" y="439183"/>
                  <a:pt x="2068344" y="445565"/>
                </a:cubicBezTo>
                <a:cubicBezTo>
                  <a:pt x="2065325" y="448547"/>
                  <a:pt x="2063591" y="453385"/>
                  <a:pt x="2060648" y="454281"/>
                </a:cubicBezTo>
                <a:cubicBezTo>
                  <a:pt x="2057772" y="447613"/>
                  <a:pt x="2054076" y="443298"/>
                  <a:pt x="2050037" y="439993"/>
                </a:cubicBezTo>
                <a:cubicBezTo>
                  <a:pt x="2044808" y="444613"/>
                  <a:pt x="2054276" y="441650"/>
                  <a:pt x="2051485" y="453795"/>
                </a:cubicBezTo>
                <a:cubicBezTo>
                  <a:pt x="2045570" y="468406"/>
                  <a:pt x="2032435" y="444822"/>
                  <a:pt x="2030054" y="461777"/>
                </a:cubicBezTo>
                <a:cubicBezTo>
                  <a:pt x="2027539" y="455595"/>
                  <a:pt x="2025006" y="449404"/>
                  <a:pt x="2019414" y="452042"/>
                </a:cubicBezTo>
                <a:cubicBezTo>
                  <a:pt x="2022177" y="427668"/>
                  <a:pt x="2027873" y="462386"/>
                  <a:pt x="2031664" y="448156"/>
                </a:cubicBezTo>
                <a:cubicBezTo>
                  <a:pt x="2026482" y="430173"/>
                  <a:pt x="2019300" y="417943"/>
                  <a:pt x="2013604" y="401445"/>
                </a:cubicBezTo>
                <a:cubicBezTo>
                  <a:pt x="2008061" y="416276"/>
                  <a:pt x="2017471" y="425934"/>
                  <a:pt x="2021072" y="429287"/>
                </a:cubicBezTo>
                <a:cubicBezTo>
                  <a:pt x="2020376" y="445737"/>
                  <a:pt x="2009232" y="429811"/>
                  <a:pt x="2011747" y="456233"/>
                </a:cubicBezTo>
                <a:cubicBezTo>
                  <a:pt x="2009137" y="456281"/>
                  <a:pt x="2007813" y="452604"/>
                  <a:pt x="2007222" y="446813"/>
                </a:cubicBezTo>
                <a:cubicBezTo>
                  <a:pt x="2004498" y="458557"/>
                  <a:pt x="1997021" y="455528"/>
                  <a:pt x="1990363" y="455071"/>
                </a:cubicBezTo>
                <a:cubicBezTo>
                  <a:pt x="1990839" y="445622"/>
                  <a:pt x="1997135" y="454319"/>
                  <a:pt x="1996554" y="441660"/>
                </a:cubicBezTo>
                <a:cubicBezTo>
                  <a:pt x="1993287" y="436126"/>
                  <a:pt x="1989592" y="431811"/>
                  <a:pt x="1985943" y="427391"/>
                </a:cubicBezTo>
                <a:cubicBezTo>
                  <a:pt x="1982038" y="427668"/>
                  <a:pt x="1982819" y="442517"/>
                  <a:pt x="1982724" y="454643"/>
                </a:cubicBezTo>
                <a:cubicBezTo>
                  <a:pt x="1979086" y="451661"/>
                  <a:pt x="1971608" y="459786"/>
                  <a:pt x="1970532" y="449413"/>
                </a:cubicBezTo>
                <a:cubicBezTo>
                  <a:pt x="1970237" y="427982"/>
                  <a:pt x="1977190" y="455624"/>
                  <a:pt x="1979752" y="440774"/>
                </a:cubicBezTo>
                <a:cubicBezTo>
                  <a:pt x="1975552" y="419705"/>
                  <a:pt x="1970884" y="445346"/>
                  <a:pt x="1966036" y="435450"/>
                </a:cubicBezTo>
                <a:cubicBezTo>
                  <a:pt x="1965789" y="443632"/>
                  <a:pt x="1967846" y="445194"/>
                  <a:pt x="1967446" y="453833"/>
                </a:cubicBezTo>
                <a:cubicBezTo>
                  <a:pt x="1962865" y="453538"/>
                  <a:pt x="1958292" y="453309"/>
                  <a:pt x="1953711" y="453099"/>
                </a:cubicBezTo>
                <a:cubicBezTo>
                  <a:pt x="1949044" y="442736"/>
                  <a:pt x="1964646" y="456348"/>
                  <a:pt x="1962950" y="439850"/>
                </a:cubicBezTo>
                <a:cubicBezTo>
                  <a:pt x="1959331" y="428935"/>
                  <a:pt x="1951892" y="445641"/>
                  <a:pt x="1946129" y="443527"/>
                </a:cubicBezTo>
                <a:cubicBezTo>
                  <a:pt x="1954263" y="458967"/>
                  <a:pt x="1937652" y="450280"/>
                  <a:pt x="1932327" y="451928"/>
                </a:cubicBezTo>
                <a:cubicBezTo>
                  <a:pt x="1927974" y="444022"/>
                  <a:pt x="1940157" y="448699"/>
                  <a:pt x="1943043" y="447937"/>
                </a:cubicBezTo>
                <a:cubicBezTo>
                  <a:pt x="1940919" y="428220"/>
                  <a:pt x="1931260" y="442708"/>
                  <a:pt x="1927765" y="447108"/>
                </a:cubicBezTo>
                <a:cubicBezTo>
                  <a:pt x="1923812" y="434669"/>
                  <a:pt x="1912563" y="426715"/>
                  <a:pt x="1907934" y="441441"/>
                </a:cubicBezTo>
                <a:cubicBezTo>
                  <a:pt x="1909991" y="451995"/>
                  <a:pt x="1918554" y="443736"/>
                  <a:pt x="1923183" y="446861"/>
                </a:cubicBezTo>
                <a:cubicBezTo>
                  <a:pt x="1923383" y="456767"/>
                  <a:pt x="1917754" y="448604"/>
                  <a:pt x="1915516" y="451004"/>
                </a:cubicBezTo>
                <a:cubicBezTo>
                  <a:pt x="1909972" y="450871"/>
                  <a:pt x="1903476" y="447785"/>
                  <a:pt x="1901714" y="459395"/>
                </a:cubicBezTo>
                <a:cubicBezTo>
                  <a:pt x="1893094" y="445927"/>
                  <a:pt x="1886769" y="453461"/>
                  <a:pt x="1875806" y="448842"/>
                </a:cubicBezTo>
                <a:cubicBezTo>
                  <a:pt x="1874139" y="449909"/>
                  <a:pt x="1874711" y="457910"/>
                  <a:pt x="1872691" y="457833"/>
                </a:cubicBezTo>
                <a:cubicBezTo>
                  <a:pt x="1868662" y="459005"/>
                  <a:pt x="1867710" y="451233"/>
                  <a:pt x="1868224" y="439298"/>
                </a:cubicBezTo>
                <a:cubicBezTo>
                  <a:pt x="1857889" y="453471"/>
                  <a:pt x="1851546" y="429154"/>
                  <a:pt x="1842259" y="437907"/>
                </a:cubicBezTo>
                <a:cubicBezTo>
                  <a:pt x="1839249" y="428401"/>
                  <a:pt x="1842983" y="428982"/>
                  <a:pt x="1843897" y="419695"/>
                </a:cubicBezTo>
                <a:cubicBezTo>
                  <a:pt x="1841421" y="420857"/>
                  <a:pt x="1841297" y="415219"/>
                  <a:pt x="1839344" y="414885"/>
                </a:cubicBezTo>
                <a:cubicBezTo>
                  <a:pt x="1837401" y="415800"/>
                  <a:pt x="1837258" y="428430"/>
                  <a:pt x="1839259" y="428592"/>
                </a:cubicBezTo>
                <a:cubicBezTo>
                  <a:pt x="1834991" y="446375"/>
                  <a:pt x="1828362" y="436012"/>
                  <a:pt x="1822380" y="441403"/>
                </a:cubicBezTo>
                <a:cubicBezTo>
                  <a:pt x="1822209" y="447880"/>
                  <a:pt x="1822047" y="454319"/>
                  <a:pt x="1823828" y="455195"/>
                </a:cubicBezTo>
                <a:cubicBezTo>
                  <a:pt x="1820218" y="463806"/>
                  <a:pt x="1815617" y="450794"/>
                  <a:pt x="1810045" y="459024"/>
                </a:cubicBezTo>
                <a:cubicBezTo>
                  <a:pt x="1813389" y="449461"/>
                  <a:pt x="1810769" y="434164"/>
                  <a:pt x="1807159" y="431440"/>
                </a:cubicBezTo>
                <a:cubicBezTo>
                  <a:pt x="1808255" y="417809"/>
                  <a:pt x="1810407" y="435993"/>
                  <a:pt x="1813265" y="431773"/>
                </a:cubicBezTo>
                <a:cubicBezTo>
                  <a:pt x="1813608" y="421819"/>
                  <a:pt x="1812103" y="417143"/>
                  <a:pt x="1808769" y="417800"/>
                </a:cubicBezTo>
                <a:cubicBezTo>
                  <a:pt x="1802063" y="421362"/>
                  <a:pt x="1809445" y="441650"/>
                  <a:pt x="1805521" y="449651"/>
                </a:cubicBezTo>
                <a:cubicBezTo>
                  <a:pt x="1798787" y="440422"/>
                  <a:pt x="1798196" y="441136"/>
                  <a:pt x="1788776" y="439612"/>
                </a:cubicBezTo>
                <a:cubicBezTo>
                  <a:pt x="1788795" y="435031"/>
                  <a:pt x="1788833" y="430468"/>
                  <a:pt x="1788862" y="425906"/>
                </a:cubicBezTo>
                <a:cubicBezTo>
                  <a:pt x="1781242" y="425534"/>
                  <a:pt x="1778956" y="441736"/>
                  <a:pt x="1770450" y="438612"/>
                </a:cubicBezTo>
                <a:cubicBezTo>
                  <a:pt x="1772688" y="426801"/>
                  <a:pt x="1768021" y="427792"/>
                  <a:pt x="1767469" y="424734"/>
                </a:cubicBezTo>
                <a:cubicBezTo>
                  <a:pt x="1766459" y="419019"/>
                  <a:pt x="1768574" y="405684"/>
                  <a:pt x="1764525" y="406294"/>
                </a:cubicBezTo>
                <a:cubicBezTo>
                  <a:pt x="1759439" y="416981"/>
                  <a:pt x="1769993" y="420067"/>
                  <a:pt x="1767383" y="438450"/>
                </a:cubicBezTo>
                <a:cubicBezTo>
                  <a:pt x="1761306" y="441003"/>
                  <a:pt x="1763116" y="420848"/>
                  <a:pt x="1756772" y="424153"/>
                </a:cubicBezTo>
                <a:cubicBezTo>
                  <a:pt x="1754629" y="425658"/>
                  <a:pt x="1756601" y="432211"/>
                  <a:pt x="1758248" y="433392"/>
                </a:cubicBezTo>
                <a:cubicBezTo>
                  <a:pt x="1754905" y="445394"/>
                  <a:pt x="1751676" y="428716"/>
                  <a:pt x="1747590" y="428230"/>
                </a:cubicBezTo>
                <a:cubicBezTo>
                  <a:pt x="1743875" y="427830"/>
                  <a:pt x="1739160" y="436040"/>
                  <a:pt x="1735312" y="436716"/>
                </a:cubicBezTo>
                <a:cubicBezTo>
                  <a:pt x="1731445" y="437374"/>
                  <a:pt x="1727835" y="429411"/>
                  <a:pt x="1724625" y="436135"/>
                </a:cubicBezTo>
                <a:cubicBezTo>
                  <a:pt x="1724235" y="428706"/>
                  <a:pt x="1726111" y="428354"/>
                  <a:pt x="1726235" y="422505"/>
                </a:cubicBezTo>
                <a:cubicBezTo>
                  <a:pt x="1721596" y="420953"/>
                  <a:pt x="1720206" y="436821"/>
                  <a:pt x="1717043" y="426572"/>
                </a:cubicBezTo>
                <a:cubicBezTo>
                  <a:pt x="1716643" y="416028"/>
                  <a:pt x="1721482" y="421724"/>
                  <a:pt x="1721711" y="413114"/>
                </a:cubicBezTo>
                <a:cubicBezTo>
                  <a:pt x="1716043" y="407932"/>
                  <a:pt x="1717291" y="424239"/>
                  <a:pt x="1712490" y="421772"/>
                </a:cubicBezTo>
                <a:cubicBezTo>
                  <a:pt x="1713367" y="434183"/>
                  <a:pt x="1718805" y="433487"/>
                  <a:pt x="1718434" y="449509"/>
                </a:cubicBezTo>
                <a:cubicBezTo>
                  <a:pt x="1717310" y="447146"/>
                  <a:pt x="1713176" y="452242"/>
                  <a:pt x="1712319" y="449185"/>
                </a:cubicBezTo>
                <a:cubicBezTo>
                  <a:pt x="1711871" y="447537"/>
                  <a:pt x="1714672" y="442574"/>
                  <a:pt x="1713910" y="440136"/>
                </a:cubicBezTo>
                <a:cubicBezTo>
                  <a:pt x="1710357" y="428944"/>
                  <a:pt x="1706909" y="420991"/>
                  <a:pt x="1698774" y="416457"/>
                </a:cubicBezTo>
                <a:cubicBezTo>
                  <a:pt x="1694574" y="420353"/>
                  <a:pt x="1703356" y="426915"/>
                  <a:pt x="1698660" y="434745"/>
                </a:cubicBezTo>
                <a:cubicBezTo>
                  <a:pt x="1694402" y="432078"/>
                  <a:pt x="1690764" y="427582"/>
                  <a:pt x="1686506" y="424934"/>
                </a:cubicBezTo>
                <a:cubicBezTo>
                  <a:pt x="1686535" y="420372"/>
                  <a:pt x="1686563" y="415790"/>
                  <a:pt x="1686592" y="411237"/>
                </a:cubicBezTo>
                <a:cubicBezTo>
                  <a:pt x="1683363" y="404941"/>
                  <a:pt x="1683172" y="412647"/>
                  <a:pt x="1680486" y="410885"/>
                </a:cubicBezTo>
                <a:cubicBezTo>
                  <a:pt x="1675114" y="407427"/>
                  <a:pt x="1674895" y="394425"/>
                  <a:pt x="1671295" y="414980"/>
                </a:cubicBezTo>
                <a:cubicBezTo>
                  <a:pt x="1674447" y="419571"/>
                  <a:pt x="1681210" y="431287"/>
                  <a:pt x="1672714" y="433335"/>
                </a:cubicBezTo>
                <a:cubicBezTo>
                  <a:pt x="1675257" y="443955"/>
                  <a:pt x="1684363" y="435631"/>
                  <a:pt x="1689478" y="438803"/>
                </a:cubicBezTo>
                <a:cubicBezTo>
                  <a:pt x="1689973" y="454509"/>
                  <a:pt x="1682553" y="447042"/>
                  <a:pt x="1678724" y="447375"/>
                </a:cubicBezTo>
                <a:cubicBezTo>
                  <a:pt x="1673876" y="447823"/>
                  <a:pt x="1668380" y="446280"/>
                  <a:pt x="1664989" y="446613"/>
                </a:cubicBezTo>
                <a:cubicBezTo>
                  <a:pt x="1665037" y="438993"/>
                  <a:pt x="1665075" y="431383"/>
                  <a:pt x="1665122" y="423782"/>
                </a:cubicBezTo>
                <a:cubicBezTo>
                  <a:pt x="1658750" y="422924"/>
                  <a:pt x="1656750" y="432278"/>
                  <a:pt x="1658874" y="446299"/>
                </a:cubicBezTo>
                <a:cubicBezTo>
                  <a:pt x="1655817" y="446137"/>
                  <a:pt x="1652759" y="445965"/>
                  <a:pt x="1649711" y="445794"/>
                </a:cubicBezTo>
                <a:cubicBezTo>
                  <a:pt x="1650282" y="439831"/>
                  <a:pt x="1652435" y="438783"/>
                  <a:pt x="1652845" y="432240"/>
                </a:cubicBezTo>
                <a:cubicBezTo>
                  <a:pt x="1645853" y="434478"/>
                  <a:pt x="1643386" y="423667"/>
                  <a:pt x="1636071" y="426772"/>
                </a:cubicBezTo>
                <a:cubicBezTo>
                  <a:pt x="1636385" y="423067"/>
                  <a:pt x="1637624" y="422277"/>
                  <a:pt x="1637662" y="417724"/>
                </a:cubicBezTo>
                <a:cubicBezTo>
                  <a:pt x="1625879" y="411780"/>
                  <a:pt x="1619403" y="417514"/>
                  <a:pt x="1608658" y="411590"/>
                </a:cubicBezTo>
                <a:cubicBezTo>
                  <a:pt x="1607325" y="427639"/>
                  <a:pt x="1602667" y="433335"/>
                  <a:pt x="1594809" y="429106"/>
                </a:cubicBezTo>
                <a:cubicBezTo>
                  <a:pt x="1595180" y="447137"/>
                  <a:pt x="1603467" y="424458"/>
                  <a:pt x="1606963" y="438926"/>
                </a:cubicBezTo>
                <a:cubicBezTo>
                  <a:pt x="1604286" y="449242"/>
                  <a:pt x="1595304" y="439993"/>
                  <a:pt x="1590142" y="442593"/>
                </a:cubicBezTo>
                <a:cubicBezTo>
                  <a:pt x="1589627" y="434792"/>
                  <a:pt x="1591389" y="434030"/>
                  <a:pt x="1593256" y="433602"/>
                </a:cubicBezTo>
                <a:cubicBezTo>
                  <a:pt x="1587894" y="428706"/>
                  <a:pt x="1593590" y="416628"/>
                  <a:pt x="1590332" y="410589"/>
                </a:cubicBezTo>
                <a:cubicBezTo>
                  <a:pt x="1583236" y="406217"/>
                  <a:pt x="1592361" y="422553"/>
                  <a:pt x="1587189" y="424144"/>
                </a:cubicBezTo>
                <a:cubicBezTo>
                  <a:pt x="1580264" y="429182"/>
                  <a:pt x="1583903" y="403693"/>
                  <a:pt x="1576578" y="409846"/>
                </a:cubicBezTo>
                <a:cubicBezTo>
                  <a:pt x="1573635" y="410180"/>
                  <a:pt x="1578855" y="427020"/>
                  <a:pt x="1574921" y="432630"/>
                </a:cubicBezTo>
                <a:cubicBezTo>
                  <a:pt x="1571339" y="420972"/>
                  <a:pt x="1561843" y="440831"/>
                  <a:pt x="1565815" y="422981"/>
                </a:cubicBezTo>
                <a:cubicBezTo>
                  <a:pt x="1558366" y="431021"/>
                  <a:pt x="1551099" y="431021"/>
                  <a:pt x="1544393" y="426410"/>
                </a:cubicBezTo>
                <a:cubicBezTo>
                  <a:pt x="1542050" y="448156"/>
                  <a:pt x="1550718" y="438136"/>
                  <a:pt x="1555013" y="440688"/>
                </a:cubicBezTo>
                <a:cubicBezTo>
                  <a:pt x="1553642" y="458472"/>
                  <a:pt x="1548375" y="442908"/>
                  <a:pt x="1544279" y="444698"/>
                </a:cubicBezTo>
                <a:cubicBezTo>
                  <a:pt x="1540669" y="446251"/>
                  <a:pt x="1538954" y="456081"/>
                  <a:pt x="1535068" y="453338"/>
                </a:cubicBezTo>
                <a:cubicBezTo>
                  <a:pt x="1533630" y="437983"/>
                  <a:pt x="1537278" y="438460"/>
                  <a:pt x="1541269" y="439926"/>
                </a:cubicBezTo>
                <a:cubicBezTo>
                  <a:pt x="1541097" y="429944"/>
                  <a:pt x="1537478" y="429944"/>
                  <a:pt x="1533678" y="430401"/>
                </a:cubicBezTo>
                <a:cubicBezTo>
                  <a:pt x="1534544" y="418752"/>
                  <a:pt x="1535792" y="414523"/>
                  <a:pt x="1532287" y="407465"/>
                </a:cubicBezTo>
                <a:cubicBezTo>
                  <a:pt x="1530239" y="409466"/>
                  <a:pt x="1533992" y="427306"/>
                  <a:pt x="1529096" y="430144"/>
                </a:cubicBezTo>
                <a:cubicBezTo>
                  <a:pt x="1527381" y="441746"/>
                  <a:pt x="1535582" y="446499"/>
                  <a:pt x="1530487" y="453080"/>
                </a:cubicBezTo>
                <a:cubicBezTo>
                  <a:pt x="1526581" y="453080"/>
                  <a:pt x="1528639" y="449594"/>
                  <a:pt x="1529020" y="443860"/>
                </a:cubicBezTo>
                <a:cubicBezTo>
                  <a:pt x="1521095" y="448089"/>
                  <a:pt x="1519076" y="444984"/>
                  <a:pt x="1510694" y="442870"/>
                </a:cubicBezTo>
                <a:cubicBezTo>
                  <a:pt x="1510627" y="419829"/>
                  <a:pt x="1518390" y="450004"/>
                  <a:pt x="1518409" y="429573"/>
                </a:cubicBezTo>
                <a:cubicBezTo>
                  <a:pt x="1515256" y="416657"/>
                  <a:pt x="1513999" y="426172"/>
                  <a:pt x="1509303" y="419934"/>
                </a:cubicBezTo>
                <a:cubicBezTo>
                  <a:pt x="1505931" y="419695"/>
                  <a:pt x="1509084" y="435040"/>
                  <a:pt x="1509217" y="433650"/>
                </a:cubicBezTo>
                <a:cubicBezTo>
                  <a:pt x="1507741" y="449423"/>
                  <a:pt x="1503769" y="429992"/>
                  <a:pt x="1504531" y="451699"/>
                </a:cubicBezTo>
                <a:cubicBezTo>
                  <a:pt x="1498854" y="448623"/>
                  <a:pt x="1494796" y="462853"/>
                  <a:pt x="1490777" y="450966"/>
                </a:cubicBezTo>
                <a:cubicBezTo>
                  <a:pt x="1487243" y="465711"/>
                  <a:pt x="1473337" y="456090"/>
                  <a:pt x="1461707" y="458529"/>
                </a:cubicBezTo>
                <a:cubicBezTo>
                  <a:pt x="1455191" y="459891"/>
                  <a:pt x="1454572" y="464587"/>
                  <a:pt x="1449514" y="453299"/>
                </a:cubicBezTo>
                <a:cubicBezTo>
                  <a:pt x="1447848" y="454328"/>
                  <a:pt x="1448429" y="462320"/>
                  <a:pt x="1446409" y="462272"/>
                </a:cubicBezTo>
                <a:cubicBezTo>
                  <a:pt x="1426788" y="457148"/>
                  <a:pt x="1415282" y="472254"/>
                  <a:pt x="1399070" y="459710"/>
                </a:cubicBezTo>
                <a:cubicBezTo>
                  <a:pt x="1397394" y="460739"/>
                  <a:pt x="1397975" y="468740"/>
                  <a:pt x="1395956" y="468692"/>
                </a:cubicBezTo>
                <a:cubicBezTo>
                  <a:pt x="1392269" y="470378"/>
                  <a:pt x="1392679" y="460157"/>
                  <a:pt x="1388355" y="463701"/>
                </a:cubicBezTo>
                <a:cubicBezTo>
                  <a:pt x="1386840" y="446565"/>
                  <a:pt x="1391650" y="449099"/>
                  <a:pt x="1393069" y="441117"/>
                </a:cubicBezTo>
                <a:cubicBezTo>
                  <a:pt x="1395727" y="449585"/>
                  <a:pt x="1401756" y="463177"/>
                  <a:pt x="1406766" y="450956"/>
                </a:cubicBezTo>
                <a:cubicBezTo>
                  <a:pt x="1405976" y="437393"/>
                  <a:pt x="1401194" y="449070"/>
                  <a:pt x="1397651" y="441327"/>
                </a:cubicBezTo>
                <a:cubicBezTo>
                  <a:pt x="1396813" y="439469"/>
                  <a:pt x="1396860" y="428611"/>
                  <a:pt x="1396213" y="427534"/>
                </a:cubicBezTo>
                <a:cubicBezTo>
                  <a:pt x="1393584" y="423124"/>
                  <a:pt x="1390202" y="425410"/>
                  <a:pt x="1387069" y="422458"/>
                </a:cubicBezTo>
                <a:cubicBezTo>
                  <a:pt x="1385097" y="437183"/>
                  <a:pt x="1391984" y="426249"/>
                  <a:pt x="1390012" y="440927"/>
                </a:cubicBezTo>
                <a:cubicBezTo>
                  <a:pt x="1387640" y="447223"/>
                  <a:pt x="1378325" y="455747"/>
                  <a:pt x="1385297" y="463548"/>
                </a:cubicBezTo>
                <a:cubicBezTo>
                  <a:pt x="1384506" y="469806"/>
                  <a:pt x="1371457" y="473874"/>
                  <a:pt x="1373105" y="458300"/>
                </a:cubicBezTo>
                <a:cubicBezTo>
                  <a:pt x="1365409" y="474131"/>
                  <a:pt x="1353865" y="461862"/>
                  <a:pt x="1341006" y="461139"/>
                </a:cubicBezTo>
                <a:cubicBezTo>
                  <a:pt x="1326975" y="460357"/>
                  <a:pt x="1309488" y="465444"/>
                  <a:pt x="1298181" y="467968"/>
                </a:cubicBezTo>
                <a:cubicBezTo>
                  <a:pt x="1294000" y="471073"/>
                  <a:pt x="1295162" y="458710"/>
                  <a:pt x="1292124" y="458519"/>
                </a:cubicBezTo>
                <a:cubicBezTo>
                  <a:pt x="1288790" y="462910"/>
                  <a:pt x="1284942" y="457786"/>
                  <a:pt x="1284484" y="458091"/>
                </a:cubicBezTo>
                <a:cubicBezTo>
                  <a:pt x="1282008" y="459881"/>
                  <a:pt x="1282084" y="473854"/>
                  <a:pt x="1276788" y="466806"/>
                </a:cubicBezTo>
                <a:cubicBezTo>
                  <a:pt x="1273988" y="451414"/>
                  <a:pt x="1279436" y="458091"/>
                  <a:pt x="1281455" y="453366"/>
                </a:cubicBezTo>
                <a:cubicBezTo>
                  <a:pt x="1282437" y="451052"/>
                  <a:pt x="1283551" y="441069"/>
                  <a:pt x="1284589" y="439803"/>
                </a:cubicBezTo>
                <a:cubicBezTo>
                  <a:pt x="1286570" y="437440"/>
                  <a:pt x="1293086" y="453404"/>
                  <a:pt x="1292257" y="435650"/>
                </a:cubicBezTo>
                <a:cubicBezTo>
                  <a:pt x="1291800" y="427744"/>
                  <a:pt x="1290066" y="438774"/>
                  <a:pt x="1287675" y="435374"/>
                </a:cubicBezTo>
                <a:cubicBezTo>
                  <a:pt x="1287028" y="434488"/>
                  <a:pt x="1286723" y="412532"/>
                  <a:pt x="1281656" y="421353"/>
                </a:cubicBezTo>
                <a:cubicBezTo>
                  <a:pt x="1280979" y="432278"/>
                  <a:pt x="1288618" y="419171"/>
                  <a:pt x="1286151" y="435316"/>
                </a:cubicBezTo>
                <a:cubicBezTo>
                  <a:pt x="1278931" y="440498"/>
                  <a:pt x="1269902" y="423858"/>
                  <a:pt x="1263301" y="424905"/>
                </a:cubicBezTo>
                <a:cubicBezTo>
                  <a:pt x="1263310" y="441327"/>
                  <a:pt x="1273254" y="429096"/>
                  <a:pt x="1275436" y="439307"/>
                </a:cubicBezTo>
                <a:cubicBezTo>
                  <a:pt x="1277426" y="457938"/>
                  <a:pt x="1272026" y="453604"/>
                  <a:pt x="1272216" y="466558"/>
                </a:cubicBezTo>
                <a:cubicBezTo>
                  <a:pt x="1256929" y="473797"/>
                  <a:pt x="1244279" y="463053"/>
                  <a:pt x="1232564" y="455290"/>
                </a:cubicBezTo>
                <a:cubicBezTo>
                  <a:pt x="1223505" y="468863"/>
                  <a:pt x="1213075" y="471092"/>
                  <a:pt x="1203493" y="462872"/>
                </a:cubicBezTo>
                <a:cubicBezTo>
                  <a:pt x="1202246" y="479941"/>
                  <a:pt x="1205084" y="485227"/>
                  <a:pt x="1209465" y="486046"/>
                </a:cubicBezTo>
                <a:cubicBezTo>
                  <a:pt x="1208904" y="496724"/>
                  <a:pt x="1202779" y="490142"/>
                  <a:pt x="1201750" y="499334"/>
                </a:cubicBezTo>
                <a:cubicBezTo>
                  <a:pt x="1201769" y="516603"/>
                  <a:pt x="1206084" y="499886"/>
                  <a:pt x="1207856" y="499677"/>
                </a:cubicBezTo>
                <a:cubicBezTo>
                  <a:pt x="1212914" y="499162"/>
                  <a:pt x="1218314" y="505582"/>
                  <a:pt x="1224629" y="505154"/>
                </a:cubicBezTo>
                <a:cubicBezTo>
                  <a:pt x="1226296" y="504125"/>
                  <a:pt x="1225715" y="496124"/>
                  <a:pt x="1227734" y="496200"/>
                </a:cubicBezTo>
                <a:cubicBezTo>
                  <a:pt x="1233230" y="493790"/>
                  <a:pt x="1235097" y="501886"/>
                  <a:pt x="1238364" y="505916"/>
                </a:cubicBezTo>
                <a:cubicBezTo>
                  <a:pt x="1241832" y="503553"/>
                  <a:pt x="1236555" y="498686"/>
                  <a:pt x="1239974" y="492285"/>
                </a:cubicBezTo>
                <a:cubicBezTo>
                  <a:pt x="1250404" y="501906"/>
                  <a:pt x="1262005" y="486294"/>
                  <a:pt x="1272026" y="498591"/>
                </a:cubicBezTo>
                <a:cubicBezTo>
                  <a:pt x="1267778" y="514107"/>
                  <a:pt x="1280484" y="510707"/>
                  <a:pt x="1281027" y="526499"/>
                </a:cubicBezTo>
                <a:cubicBezTo>
                  <a:pt x="1285065" y="528185"/>
                  <a:pt x="1279750" y="500801"/>
                  <a:pt x="1285713" y="508487"/>
                </a:cubicBezTo>
                <a:cubicBezTo>
                  <a:pt x="1285504" y="503096"/>
                  <a:pt x="1282951" y="504458"/>
                  <a:pt x="1281160" y="503639"/>
                </a:cubicBezTo>
                <a:cubicBezTo>
                  <a:pt x="1276331" y="499543"/>
                  <a:pt x="1283903" y="497753"/>
                  <a:pt x="1285770" y="499334"/>
                </a:cubicBezTo>
                <a:cubicBezTo>
                  <a:pt x="1289237" y="504306"/>
                  <a:pt x="1291095" y="513888"/>
                  <a:pt x="1296381" y="513631"/>
                </a:cubicBezTo>
                <a:cubicBezTo>
                  <a:pt x="1298000" y="499943"/>
                  <a:pt x="1293028" y="505316"/>
                  <a:pt x="1290323" y="504125"/>
                </a:cubicBezTo>
                <a:cubicBezTo>
                  <a:pt x="1290599" y="488780"/>
                  <a:pt x="1294838" y="500667"/>
                  <a:pt x="1297991" y="499991"/>
                </a:cubicBezTo>
                <a:cubicBezTo>
                  <a:pt x="1304344" y="498610"/>
                  <a:pt x="1314012" y="492809"/>
                  <a:pt x="1322451" y="496724"/>
                </a:cubicBezTo>
                <a:cubicBezTo>
                  <a:pt x="1323099" y="506506"/>
                  <a:pt x="1320213" y="505306"/>
                  <a:pt x="1317812" y="505620"/>
                </a:cubicBezTo>
                <a:cubicBezTo>
                  <a:pt x="1320479" y="527480"/>
                  <a:pt x="1326432" y="504858"/>
                  <a:pt x="1328557" y="497057"/>
                </a:cubicBezTo>
                <a:cubicBezTo>
                  <a:pt x="1340853" y="498981"/>
                  <a:pt x="1341873" y="519632"/>
                  <a:pt x="1352874" y="516679"/>
                </a:cubicBezTo>
                <a:cubicBezTo>
                  <a:pt x="1354207" y="499372"/>
                  <a:pt x="1345683" y="510469"/>
                  <a:pt x="1342235" y="506944"/>
                </a:cubicBezTo>
                <a:cubicBezTo>
                  <a:pt x="1354007" y="485170"/>
                  <a:pt x="1369152" y="509535"/>
                  <a:pt x="1378915" y="504363"/>
                </a:cubicBezTo>
                <a:cubicBezTo>
                  <a:pt x="1380030" y="503773"/>
                  <a:pt x="1381820" y="495391"/>
                  <a:pt x="1382030" y="495371"/>
                </a:cubicBezTo>
                <a:cubicBezTo>
                  <a:pt x="1384335" y="495105"/>
                  <a:pt x="1381735" y="504487"/>
                  <a:pt x="1381963" y="504534"/>
                </a:cubicBezTo>
                <a:cubicBezTo>
                  <a:pt x="1384973" y="504763"/>
                  <a:pt x="1388431" y="495790"/>
                  <a:pt x="1391183" y="495867"/>
                </a:cubicBezTo>
                <a:cubicBezTo>
                  <a:pt x="1397089" y="496086"/>
                  <a:pt x="1398508" y="511564"/>
                  <a:pt x="1403328" y="510240"/>
                </a:cubicBezTo>
                <a:cubicBezTo>
                  <a:pt x="1405119" y="509621"/>
                  <a:pt x="1404661" y="501963"/>
                  <a:pt x="1404928" y="496638"/>
                </a:cubicBezTo>
                <a:cubicBezTo>
                  <a:pt x="1419196" y="502696"/>
                  <a:pt x="1432008" y="485189"/>
                  <a:pt x="1441561" y="503182"/>
                </a:cubicBezTo>
                <a:cubicBezTo>
                  <a:pt x="1443438" y="503230"/>
                  <a:pt x="1442266" y="497591"/>
                  <a:pt x="1441590" y="498601"/>
                </a:cubicBezTo>
                <a:cubicBezTo>
                  <a:pt x="1446781" y="490838"/>
                  <a:pt x="1460935" y="493104"/>
                  <a:pt x="1464469" y="504401"/>
                </a:cubicBezTo>
                <a:cubicBezTo>
                  <a:pt x="1467707" y="500477"/>
                  <a:pt x="1471298" y="497705"/>
                  <a:pt x="1473708" y="491190"/>
                </a:cubicBezTo>
                <a:cubicBezTo>
                  <a:pt x="1485957" y="493771"/>
                  <a:pt x="1502750" y="504658"/>
                  <a:pt x="1516352" y="516355"/>
                </a:cubicBezTo>
                <a:cubicBezTo>
                  <a:pt x="1518333" y="537586"/>
                  <a:pt x="1522705" y="544339"/>
                  <a:pt x="1522181" y="562399"/>
                </a:cubicBezTo>
                <a:cubicBezTo>
                  <a:pt x="1535373" y="557732"/>
                  <a:pt x="1541440" y="563371"/>
                  <a:pt x="1554251" y="564152"/>
                </a:cubicBezTo>
                <a:cubicBezTo>
                  <a:pt x="1555690" y="560875"/>
                  <a:pt x="1556614" y="555950"/>
                  <a:pt x="1557385" y="550588"/>
                </a:cubicBezTo>
                <a:cubicBezTo>
                  <a:pt x="1560938" y="549321"/>
                  <a:pt x="1563253" y="551617"/>
                  <a:pt x="1564996" y="555570"/>
                </a:cubicBezTo>
                <a:cubicBezTo>
                  <a:pt x="1568644" y="554407"/>
                  <a:pt x="1563376" y="543092"/>
                  <a:pt x="1562024" y="541682"/>
                </a:cubicBezTo>
                <a:cubicBezTo>
                  <a:pt x="1555080" y="535739"/>
                  <a:pt x="1553423" y="560246"/>
                  <a:pt x="1548251" y="545530"/>
                </a:cubicBezTo>
                <a:cubicBezTo>
                  <a:pt x="1551299" y="536367"/>
                  <a:pt x="1556004" y="532300"/>
                  <a:pt x="1562081" y="532557"/>
                </a:cubicBezTo>
                <a:cubicBezTo>
                  <a:pt x="1561433" y="528461"/>
                  <a:pt x="1560795" y="524299"/>
                  <a:pt x="1559090" y="523242"/>
                </a:cubicBezTo>
                <a:cubicBezTo>
                  <a:pt x="1560043" y="515050"/>
                  <a:pt x="1561443" y="522013"/>
                  <a:pt x="1562148" y="523403"/>
                </a:cubicBezTo>
                <a:cubicBezTo>
                  <a:pt x="1563253" y="525594"/>
                  <a:pt x="1566110" y="528747"/>
                  <a:pt x="1565091" y="541854"/>
                </a:cubicBezTo>
                <a:cubicBezTo>
                  <a:pt x="1567082" y="542663"/>
                  <a:pt x="1569206" y="541187"/>
                  <a:pt x="1571206" y="542168"/>
                </a:cubicBezTo>
                <a:cubicBezTo>
                  <a:pt x="1573101" y="543168"/>
                  <a:pt x="1575683" y="551597"/>
                  <a:pt x="1575730" y="551597"/>
                </a:cubicBezTo>
                <a:cubicBezTo>
                  <a:pt x="1578512" y="551597"/>
                  <a:pt x="1578740" y="537110"/>
                  <a:pt x="1583427" y="542835"/>
                </a:cubicBezTo>
                <a:cubicBezTo>
                  <a:pt x="1583760" y="559856"/>
                  <a:pt x="1591885" y="554341"/>
                  <a:pt x="1592428" y="570771"/>
                </a:cubicBezTo>
                <a:cubicBezTo>
                  <a:pt x="1597114" y="565437"/>
                  <a:pt x="1590294" y="553217"/>
                  <a:pt x="1594085" y="547997"/>
                </a:cubicBezTo>
                <a:cubicBezTo>
                  <a:pt x="1598857" y="546083"/>
                  <a:pt x="1601448" y="554112"/>
                  <a:pt x="1598581" y="561961"/>
                </a:cubicBezTo>
                <a:cubicBezTo>
                  <a:pt x="1602410" y="548035"/>
                  <a:pt x="1609811" y="574086"/>
                  <a:pt x="1609354" y="548826"/>
                </a:cubicBezTo>
                <a:cubicBezTo>
                  <a:pt x="1608239" y="532643"/>
                  <a:pt x="1602096" y="562294"/>
                  <a:pt x="1601715" y="548397"/>
                </a:cubicBezTo>
                <a:cubicBezTo>
                  <a:pt x="1600200" y="532805"/>
                  <a:pt x="1608353" y="541520"/>
                  <a:pt x="1610944" y="539768"/>
                </a:cubicBezTo>
                <a:cubicBezTo>
                  <a:pt x="1612259" y="538872"/>
                  <a:pt x="1614897" y="531204"/>
                  <a:pt x="1615583" y="530871"/>
                </a:cubicBezTo>
                <a:cubicBezTo>
                  <a:pt x="1623641" y="527166"/>
                  <a:pt x="1636119" y="527318"/>
                  <a:pt x="1639967" y="541330"/>
                </a:cubicBezTo>
                <a:cubicBezTo>
                  <a:pt x="1644072" y="534748"/>
                  <a:pt x="1650797" y="545092"/>
                  <a:pt x="1656769" y="542234"/>
                </a:cubicBezTo>
                <a:cubicBezTo>
                  <a:pt x="1660408" y="540491"/>
                  <a:pt x="1663846" y="533167"/>
                  <a:pt x="1666008" y="529014"/>
                </a:cubicBezTo>
                <a:cubicBezTo>
                  <a:pt x="1659331" y="515736"/>
                  <a:pt x="1653912" y="534510"/>
                  <a:pt x="1647673" y="528023"/>
                </a:cubicBezTo>
                <a:cubicBezTo>
                  <a:pt x="1650511" y="512193"/>
                  <a:pt x="1656845" y="515221"/>
                  <a:pt x="1661503" y="515088"/>
                </a:cubicBezTo>
                <a:cubicBezTo>
                  <a:pt x="1666332" y="514888"/>
                  <a:pt x="1672485" y="524889"/>
                  <a:pt x="1679810" y="520622"/>
                </a:cubicBezTo>
                <a:cubicBezTo>
                  <a:pt x="1681058" y="535377"/>
                  <a:pt x="1675791" y="529890"/>
                  <a:pt x="1675114" y="538672"/>
                </a:cubicBezTo>
                <a:cubicBezTo>
                  <a:pt x="1679829" y="534634"/>
                  <a:pt x="1682668" y="524832"/>
                  <a:pt x="1687449" y="521051"/>
                </a:cubicBezTo>
                <a:cubicBezTo>
                  <a:pt x="1690659" y="534853"/>
                  <a:pt x="1694002" y="524994"/>
                  <a:pt x="1701136" y="530909"/>
                </a:cubicBezTo>
                <a:cubicBezTo>
                  <a:pt x="1701699" y="518822"/>
                  <a:pt x="1692554" y="534738"/>
                  <a:pt x="1695117" y="516898"/>
                </a:cubicBezTo>
                <a:cubicBezTo>
                  <a:pt x="1699736" y="515707"/>
                  <a:pt x="1706956" y="522613"/>
                  <a:pt x="1707385" y="508402"/>
                </a:cubicBezTo>
                <a:cubicBezTo>
                  <a:pt x="1711119" y="515564"/>
                  <a:pt x="1716405" y="518289"/>
                  <a:pt x="1717939" y="531843"/>
                </a:cubicBezTo>
                <a:cubicBezTo>
                  <a:pt x="1720196" y="527985"/>
                  <a:pt x="1723873" y="528528"/>
                  <a:pt x="1722625" y="513793"/>
                </a:cubicBezTo>
                <a:cubicBezTo>
                  <a:pt x="1726654" y="508688"/>
                  <a:pt x="1729111" y="528242"/>
                  <a:pt x="1728759" y="509554"/>
                </a:cubicBezTo>
                <a:cubicBezTo>
                  <a:pt x="1734369" y="509830"/>
                  <a:pt x="1734522" y="525890"/>
                  <a:pt x="1737789" y="532900"/>
                </a:cubicBezTo>
                <a:cubicBezTo>
                  <a:pt x="1741970" y="528947"/>
                  <a:pt x="1733769" y="524166"/>
                  <a:pt x="1736398" y="509964"/>
                </a:cubicBezTo>
                <a:cubicBezTo>
                  <a:pt x="1746980" y="525537"/>
                  <a:pt x="1755772" y="508268"/>
                  <a:pt x="1765392" y="516107"/>
                </a:cubicBezTo>
                <a:cubicBezTo>
                  <a:pt x="1766964" y="513193"/>
                  <a:pt x="1767030" y="505668"/>
                  <a:pt x="1770031" y="507220"/>
                </a:cubicBezTo>
                <a:cubicBezTo>
                  <a:pt x="1765868" y="526632"/>
                  <a:pt x="1773488" y="515412"/>
                  <a:pt x="1774470" y="530309"/>
                </a:cubicBezTo>
                <a:cubicBezTo>
                  <a:pt x="1776327" y="521832"/>
                  <a:pt x="1786976" y="516669"/>
                  <a:pt x="1783775" y="507954"/>
                </a:cubicBezTo>
                <a:cubicBezTo>
                  <a:pt x="1785356" y="492876"/>
                  <a:pt x="1786776" y="513221"/>
                  <a:pt x="1788328" y="512755"/>
                </a:cubicBezTo>
                <a:cubicBezTo>
                  <a:pt x="1792634" y="508506"/>
                  <a:pt x="1786185" y="500448"/>
                  <a:pt x="1789967" y="494543"/>
                </a:cubicBezTo>
                <a:cubicBezTo>
                  <a:pt x="1804769" y="498562"/>
                  <a:pt x="1817903" y="493657"/>
                  <a:pt x="1829705" y="492133"/>
                </a:cubicBezTo>
                <a:cubicBezTo>
                  <a:pt x="1832181" y="491828"/>
                  <a:pt x="1832334" y="497267"/>
                  <a:pt x="1834258" y="496934"/>
                </a:cubicBezTo>
                <a:cubicBezTo>
                  <a:pt x="1838230" y="496295"/>
                  <a:pt x="1841468" y="486285"/>
                  <a:pt x="1846526" y="488494"/>
                </a:cubicBezTo>
                <a:cubicBezTo>
                  <a:pt x="1848069" y="489152"/>
                  <a:pt x="1851079" y="489561"/>
                  <a:pt x="1852584" y="497943"/>
                </a:cubicBezTo>
                <a:cubicBezTo>
                  <a:pt x="1858061" y="495838"/>
                  <a:pt x="1865043" y="496010"/>
                  <a:pt x="1870939" y="494381"/>
                </a:cubicBezTo>
                <a:cubicBezTo>
                  <a:pt x="1887750" y="489761"/>
                  <a:pt x="1900723" y="493238"/>
                  <a:pt x="1908924" y="528452"/>
                </a:cubicBezTo>
                <a:cubicBezTo>
                  <a:pt x="1908286" y="546759"/>
                  <a:pt x="1908753" y="561894"/>
                  <a:pt x="1913287" y="565256"/>
                </a:cubicBezTo>
                <a:cubicBezTo>
                  <a:pt x="1912868" y="573276"/>
                  <a:pt x="1910601" y="575524"/>
                  <a:pt x="1907124" y="574048"/>
                </a:cubicBezTo>
                <a:cubicBezTo>
                  <a:pt x="1910391" y="583402"/>
                  <a:pt x="1903362" y="608824"/>
                  <a:pt x="1911487" y="610881"/>
                </a:cubicBezTo>
                <a:cubicBezTo>
                  <a:pt x="1906181" y="613758"/>
                  <a:pt x="1906467" y="633998"/>
                  <a:pt x="1903657" y="642476"/>
                </a:cubicBezTo>
                <a:cubicBezTo>
                  <a:pt x="1902428" y="646181"/>
                  <a:pt x="1897494" y="639008"/>
                  <a:pt x="1899028" y="651343"/>
                </a:cubicBezTo>
                <a:cubicBezTo>
                  <a:pt x="1883540" y="638837"/>
                  <a:pt x="1865890" y="642390"/>
                  <a:pt x="1850231" y="634989"/>
                </a:cubicBezTo>
                <a:cubicBezTo>
                  <a:pt x="1847707" y="633817"/>
                  <a:pt x="1845497" y="626293"/>
                  <a:pt x="1842649" y="625454"/>
                </a:cubicBezTo>
                <a:cubicBezTo>
                  <a:pt x="1838716" y="624264"/>
                  <a:pt x="1834753" y="631169"/>
                  <a:pt x="1830410" y="629321"/>
                </a:cubicBezTo>
                <a:cubicBezTo>
                  <a:pt x="1827771" y="628255"/>
                  <a:pt x="1827152" y="624435"/>
                  <a:pt x="1824333" y="624473"/>
                </a:cubicBezTo>
                <a:cubicBezTo>
                  <a:pt x="1818980" y="624483"/>
                  <a:pt x="1815865" y="638951"/>
                  <a:pt x="1812112" y="623816"/>
                </a:cubicBezTo>
                <a:cubicBezTo>
                  <a:pt x="1810445" y="624807"/>
                  <a:pt x="1811026" y="632808"/>
                  <a:pt x="1809007" y="632760"/>
                </a:cubicBezTo>
                <a:cubicBezTo>
                  <a:pt x="1804864" y="630636"/>
                  <a:pt x="1800730" y="634837"/>
                  <a:pt x="1796787" y="632112"/>
                </a:cubicBezTo>
                <a:cubicBezTo>
                  <a:pt x="1795005" y="630903"/>
                  <a:pt x="1792319" y="622730"/>
                  <a:pt x="1792262" y="622730"/>
                </a:cubicBezTo>
                <a:cubicBezTo>
                  <a:pt x="1790595" y="622502"/>
                  <a:pt x="1789395" y="630198"/>
                  <a:pt x="1787624" y="631617"/>
                </a:cubicBezTo>
                <a:cubicBezTo>
                  <a:pt x="1783995" y="634503"/>
                  <a:pt x="1780080" y="625645"/>
                  <a:pt x="1776965" y="626464"/>
                </a:cubicBezTo>
                <a:cubicBezTo>
                  <a:pt x="1774088" y="627217"/>
                  <a:pt x="1773393" y="633512"/>
                  <a:pt x="1770802" y="635294"/>
                </a:cubicBezTo>
                <a:cubicBezTo>
                  <a:pt x="1765878" y="638675"/>
                  <a:pt x="1760982" y="635741"/>
                  <a:pt x="1755553" y="629903"/>
                </a:cubicBezTo>
                <a:cubicBezTo>
                  <a:pt x="1752972" y="628074"/>
                  <a:pt x="1752667" y="633284"/>
                  <a:pt x="1752448" y="638856"/>
                </a:cubicBezTo>
                <a:cubicBezTo>
                  <a:pt x="1743370" y="630598"/>
                  <a:pt x="1730883" y="636113"/>
                  <a:pt x="1717320" y="636970"/>
                </a:cubicBezTo>
                <a:cubicBezTo>
                  <a:pt x="1714405" y="629931"/>
                  <a:pt x="1720110" y="617863"/>
                  <a:pt x="1714405" y="613958"/>
                </a:cubicBezTo>
                <a:cubicBezTo>
                  <a:pt x="1709719" y="619282"/>
                  <a:pt x="1716529" y="631522"/>
                  <a:pt x="1712738" y="636732"/>
                </a:cubicBezTo>
                <a:cubicBezTo>
                  <a:pt x="1700822" y="634608"/>
                  <a:pt x="1696822" y="632846"/>
                  <a:pt x="1685239" y="635237"/>
                </a:cubicBezTo>
                <a:cubicBezTo>
                  <a:pt x="1685944" y="629645"/>
                  <a:pt x="1687259" y="625959"/>
                  <a:pt x="1689878" y="626350"/>
                </a:cubicBezTo>
                <a:cubicBezTo>
                  <a:pt x="1684782" y="608729"/>
                  <a:pt x="1682125" y="637923"/>
                  <a:pt x="1682163" y="639637"/>
                </a:cubicBezTo>
                <a:cubicBezTo>
                  <a:pt x="1675019" y="643285"/>
                  <a:pt x="1684344" y="627893"/>
                  <a:pt x="1679191" y="625769"/>
                </a:cubicBezTo>
                <a:cubicBezTo>
                  <a:pt x="1675943" y="623435"/>
                  <a:pt x="1676248" y="632150"/>
                  <a:pt x="1676057" y="639285"/>
                </a:cubicBezTo>
                <a:cubicBezTo>
                  <a:pt x="1672485" y="639104"/>
                  <a:pt x="1668923" y="638923"/>
                  <a:pt x="1665361" y="638704"/>
                </a:cubicBezTo>
                <a:cubicBezTo>
                  <a:pt x="1662884" y="629493"/>
                  <a:pt x="1665542" y="632931"/>
                  <a:pt x="1665475" y="620416"/>
                </a:cubicBezTo>
                <a:cubicBezTo>
                  <a:pt x="1663951" y="620349"/>
                  <a:pt x="1662427" y="620273"/>
                  <a:pt x="1660893" y="620178"/>
                </a:cubicBezTo>
                <a:cubicBezTo>
                  <a:pt x="1657674" y="622883"/>
                  <a:pt x="1666437" y="639618"/>
                  <a:pt x="1657731" y="638332"/>
                </a:cubicBezTo>
                <a:cubicBezTo>
                  <a:pt x="1651483" y="639351"/>
                  <a:pt x="1658026" y="632008"/>
                  <a:pt x="1656312" y="619968"/>
                </a:cubicBezTo>
                <a:cubicBezTo>
                  <a:pt x="1652140" y="620149"/>
                  <a:pt x="1653273" y="612167"/>
                  <a:pt x="1650197" y="619616"/>
                </a:cubicBezTo>
                <a:cubicBezTo>
                  <a:pt x="1646815" y="619996"/>
                  <a:pt x="1649425" y="638980"/>
                  <a:pt x="1648501" y="646971"/>
                </a:cubicBezTo>
                <a:cubicBezTo>
                  <a:pt x="1644939" y="646781"/>
                  <a:pt x="1641386" y="646590"/>
                  <a:pt x="1637824" y="646390"/>
                </a:cubicBezTo>
                <a:cubicBezTo>
                  <a:pt x="1639033" y="642390"/>
                  <a:pt x="1639529" y="636151"/>
                  <a:pt x="1639453" y="628198"/>
                </a:cubicBezTo>
                <a:cubicBezTo>
                  <a:pt x="1637490" y="634484"/>
                  <a:pt x="1631394" y="628017"/>
                  <a:pt x="1633233" y="646133"/>
                </a:cubicBezTo>
                <a:cubicBezTo>
                  <a:pt x="1624708" y="649791"/>
                  <a:pt x="1620393" y="641266"/>
                  <a:pt x="1618069" y="627036"/>
                </a:cubicBezTo>
                <a:cubicBezTo>
                  <a:pt x="1615192" y="625312"/>
                  <a:pt x="1610906" y="649543"/>
                  <a:pt x="1610430" y="626626"/>
                </a:cubicBezTo>
                <a:cubicBezTo>
                  <a:pt x="1606201" y="630493"/>
                  <a:pt x="1613878" y="645352"/>
                  <a:pt x="1605763" y="640094"/>
                </a:cubicBezTo>
                <a:cubicBezTo>
                  <a:pt x="1606420" y="644200"/>
                  <a:pt x="1607058" y="648353"/>
                  <a:pt x="1608763" y="649391"/>
                </a:cubicBezTo>
                <a:cubicBezTo>
                  <a:pt x="1607934" y="650457"/>
                  <a:pt x="1594780" y="663212"/>
                  <a:pt x="1598124" y="639666"/>
                </a:cubicBezTo>
                <a:cubicBezTo>
                  <a:pt x="1593466" y="639180"/>
                  <a:pt x="1594361" y="655944"/>
                  <a:pt x="1588875" y="652867"/>
                </a:cubicBezTo>
                <a:cubicBezTo>
                  <a:pt x="1588903" y="648324"/>
                  <a:pt x="1588932" y="643742"/>
                  <a:pt x="1588961" y="639161"/>
                </a:cubicBezTo>
                <a:cubicBezTo>
                  <a:pt x="1587960" y="646924"/>
                  <a:pt x="1584303" y="646447"/>
                  <a:pt x="1582769" y="652553"/>
                </a:cubicBezTo>
                <a:cubicBezTo>
                  <a:pt x="1578302" y="651991"/>
                  <a:pt x="1577159" y="641809"/>
                  <a:pt x="1575245" y="633855"/>
                </a:cubicBezTo>
                <a:cubicBezTo>
                  <a:pt x="1574883" y="654486"/>
                  <a:pt x="1563805" y="644552"/>
                  <a:pt x="1561424" y="646838"/>
                </a:cubicBezTo>
                <a:cubicBezTo>
                  <a:pt x="1561090" y="647124"/>
                  <a:pt x="1564596" y="654696"/>
                  <a:pt x="1565977" y="651639"/>
                </a:cubicBezTo>
                <a:cubicBezTo>
                  <a:pt x="1557557" y="665317"/>
                  <a:pt x="1547127" y="646276"/>
                  <a:pt x="1536954" y="650067"/>
                </a:cubicBezTo>
                <a:cubicBezTo>
                  <a:pt x="1534401" y="633951"/>
                  <a:pt x="1532792" y="622063"/>
                  <a:pt x="1526515" y="608357"/>
                </a:cubicBezTo>
                <a:cubicBezTo>
                  <a:pt x="1521828" y="604699"/>
                  <a:pt x="1523505" y="620749"/>
                  <a:pt x="1518818" y="617091"/>
                </a:cubicBezTo>
                <a:cubicBezTo>
                  <a:pt x="1523229" y="634160"/>
                  <a:pt x="1513885" y="637027"/>
                  <a:pt x="1520181" y="644600"/>
                </a:cubicBezTo>
                <a:cubicBezTo>
                  <a:pt x="1518237" y="654077"/>
                  <a:pt x="1509332" y="641999"/>
                  <a:pt x="1512408" y="667012"/>
                </a:cubicBezTo>
                <a:cubicBezTo>
                  <a:pt x="1494558" y="678385"/>
                  <a:pt x="1470736" y="663050"/>
                  <a:pt x="1454344" y="668479"/>
                </a:cubicBezTo>
                <a:cubicBezTo>
                  <a:pt x="1455353" y="651601"/>
                  <a:pt x="1463574" y="660906"/>
                  <a:pt x="1469679" y="660192"/>
                </a:cubicBezTo>
                <a:cubicBezTo>
                  <a:pt x="1475289" y="659497"/>
                  <a:pt x="1481280" y="662011"/>
                  <a:pt x="1484986" y="656420"/>
                </a:cubicBezTo>
                <a:cubicBezTo>
                  <a:pt x="1482090" y="649800"/>
                  <a:pt x="1477289" y="648686"/>
                  <a:pt x="1475927" y="637637"/>
                </a:cubicBezTo>
                <a:cubicBezTo>
                  <a:pt x="1469803" y="634151"/>
                  <a:pt x="1472060" y="656706"/>
                  <a:pt x="1466650" y="655439"/>
                </a:cubicBezTo>
                <a:cubicBezTo>
                  <a:pt x="1466669" y="652391"/>
                  <a:pt x="1466688" y="649324"/>
                  <a:pt x="1466707" y="646276"/>
                </a:cubicBezTo>
                <a:cubicBezTo>
                  <a:pt x="1459421" y="647867"/>
                  <a:pt x="1455315" y="640209"/>
                  <a:pt x="1451515" y="631760"/>
                </a:cubicBezTo>
                <a:cubicBezTo>
                  <a:pt x="1449857" y="632789"/>
                  <a:pt x="1450419" y="640790"/>
                  <a:pt x="1448410" y="640732"/>
                </a:cubicBezTo>
                <a:cubicBezTo>
                  <a:pt x="1444847" y="640542"/>
                  <a:pt x="1441275" y="640352"/>
                  <a:pt x="1437723" y="640161"/>
                </a:cubicBezTo>
                <a:cubicBezTo>
                  <a:pt x="1434056" y="633779"/>
                  <a:pt x="1436837" y="630960"/>
                  <a:pt x="1434751" y="626264"/>
                </a:cubicBezTo>
                <a:cubicBezTo>
                  <a:pt x="1428712" y="625169"/>
                  <a:pt x="1435199" y="633303"/>
                  <a:pt x="1431608" y="639828"/>
                </a:cubicBezTo>
                <a:cubicBezTo>
                  <a:pt x="1427578" y="639732"/>
                  <a:pt x="1422064" y="635027"/>
                  <a:pt x="1423892" y="653115"/>
                </a:cubicBezTo>
                <a:cubicBezTo>
                  <a:pt x="1414663" y="643066"/>
                  <a:pt x="1400832" y="651429"/>
                  <a:pt x="1393374" y="646895"/>
                </a:cubicBezTo>
                <a:cubicBezTo>
                  <a:pt x="1398565" y="636599"/>
                  <a:pt x="1410148" y="646200"/>
                  <a:pt x="1417844" y="643638"/>
                </a:cubicBezTo>
                <a:cubicBezTo>
                  <a:pt x="1419663" y="636884"/>
                  <a:pt x="1422311" y="632693"/>
                  <a:pt x="1422559" y="621035"/>
                </a:cubicBezTo>
                <a:cubicBezTo>
                  <a:pt x="1418577" y="619530"/>
                  <a:pt x="1415987" y="622321"/>
                  <a:pt x="1416368" y="634427"/>
                </a:cubicBezTo>
                <a:cubicBezTo>
                  <a:pt x="1410614" y="624845"/>
                  <a:pt x="1406233" y="637627"/>
                  <a:pt x="1398041" y="633427"/>
                </a:cubicBezTo>
                <a:cubicBezTo>
                  <a:pt x="1399918" y="627531"/>
                  <a:pt x="1398680" y="626264"/>
                  <a:pt x="1398127" y="619730"/>
                </a:cubicBezTo>
                <a:cubicBezTo>
                  <a:pt x="1384992" y="624140"/>
                  <a:pt x="1372352" y="625616"/>
                  <a:pt x="1355312" y="626550"/>
                </a:cubicBezTo>
                <a:cubicBezTo>
                  <a:pt x="1351598" y="620254"/>
                  <a:pt x="1358151" y="612891"/>
                  <a:pt x="1353893" y="608186"/>
                </a:cubicBezTo>
                <a:cubicBezTo>
                  <a:pt x="1347321" y="607947"/>
                  <a:pt x="1355950" y="632122"/>
                  <a:pt x="1346149" y="626083"/>
                </a:cubicBezTo>
                <a:cubicBezTo>
                  <a:pt x="1343035" y="614986"/>
                  <a:pt x="1348445" y="602185"/>
                  <a:pt x="1352426" y="598975"/>
                </a:cubicBezTo>
                <a:cubicBezTo>
                  <a:pt x="1351445" y="582087"/>
                  <a:pt x="1342396" y="591450"/>
                  <a:pt x="1344711" y="612262"/>
                </a:cubicBezTo>
                <a:cubicBezTo>
                  <a:pt x="1341787" y="610176"/>
                  <a:pt x="1339167" y="615110"/>
                  <a:pt x="1341625" y="616682"/>
                </a:cubicBezTo>
                <a:cubicBezTo>
                  <a:pt x="1311754" y="618434"/>
                  <a:pt x="1268216" y="606319"/>
                  <a:pt x="1239269" y="615701"/>
                </a:cubicBezTo>
                <a:cubicBezTo>
                  <a:pt x="1237526" y="616510"/>
                  <a:pt x="1238393" y="620263"/>
                  <a:pt x="1239241" y="620282"/>
                </a:cubicBezTo>
                <a:cubicBezTo>
                  <a:pt x="1235726" y="623273"/>
                  <a:pt x="1229411" y="621063"/>
                  <a:pt x="1222419" y="623931"/>
                </a:cubicBezTo>
                <a:cubicBezTo>
                  <a:pt x="1221562" y="609205"/>
                  <a:pt x="1227944" y="617968"/>
                  <a:pt x="1224058" y="605747"/>
                </a:cubicBezTo>
                <a:cubicBezTo>
                  <a:pt x="1219981" y="595260"/>
                  <a:pt x="1217705" y="602499"/>
                  <a:pt x="1216447" y="600766"/>
                </a:cubicBezTo>
                <a:cubicBezTo>
                  <a:pt x="1212504" y="595346"/>
                  <a:pt x="1221943" y="600556"/>
                  <a:pt x="1224153" y="592050"/>
                </a:cubicBezTo>
                <a:cubicBezTo>
                  <a:pt x="1218352" y="586316"/>
                  <a:pt x="1213618" y="577544"/>
                  <a:pt x="1207456" y="572848"/>
                </a:cubicBezTo>
                <a:cubicBezTo>
                  <a:pt x="1205760" y="593936"/>
                  <a:pt x="1200150" y="602928"/>
                  <a:pt x="1194997" y="613320"/>
                </a:cubicBezTo>
                <a:cubicBezTo>
                  <a:pt x="1191301" y="610548"/>
                  <a:pt x="1187167" y="608995"/>
                  <a:pt x="1187472" y="594603"/>
                </a:cubicBezTo>
                <a:cubicBezTo>
                  <a:pt x="1180386" y="609614"/>
                  <a:pt x="1171613" y="594050"/>
                  <a:pt x="1156907" y="597556"/>
                </a:cubicBezTo>
                <a:cubicBezTo>
                  <a:pt x="1155744" y="593422"/>
                  <a:pt x="1155316" y="587126"/>
                  <a:pt x="1155487" y="579182"/>
                </a:cubicBezTo>
                <a:cubicBezTo>
                  <a:pt x="1152239" y="576867"/>
                  <a:pt x="1152544" y="585554"/>
                  <a:pt x="1152354" y="592736"/>
                </a:cubicBezTo>
                <a:cubicBezTo>
                  <a:pt x="1145372" y="587869"/>
                  <a:pt x="1137228" y="591764"/>
                  <a:pt x="1127912" y="591412"/>
                </a:cubicBezTo>
                <a:cubicBezTo>
                  <a:pt x="1114339" y="590898"/>
                  <a:pt x="1101119" y="579087"/>
                  <a:pt x="1089812" y="575648"/>
                </a:cubicBezTo>
                <a:cubicBezTo>
                  <a:pt x="1084336" y="573953"/>
                  <a:pt x="1078830" y="584240"/>
                  <a:pt x="1076106" y="570324"/>
                </a:cubicBezTo>
                <a:cubicBezTo>
                  <a:pt x="1074087" y="571848"/>
                  <a:pt x="1073648" y="578248"/>
                  <a:pt x="1071458" y="579229"/>
                </a:cubicBezTo>
                <a:cubicBezTo>
                  <a:pt x="1067562" y="578506"/>
                  <a:pt x="1066162" y="570562"/>
                  <a:pt x="1063904" y="565095"/>
                </a:cubicBezTo>
                <a:cubicBezTo>
                  <a:pt x="1052074" y="582049"/>
                  <a:pt x="1036025" y="563428"/>
                  <a:pt x="1016527" y="567104"/>
                </a:cubicBezTo>
                <a:cubicBezTo>
                  <a:pt x="1012860" y="556151"/>
                  <a:pt x="1018861" y="558722"/>
                  <a:pt x="1018203" y="544339"/>
                </a:cubicBezTo>
                <a:cubicBezTo>
                  <a:pt x="1010869" y="544873"/>
                  <a:pt x="1012241" y="572429"/>
                  <a:pt x="1002783" y="566371"/>
                </a:cubicBezTo>
                <a:cubicBezTo>
                  <a:pt x="1004192" y="558322"/>
                  <a:pt x="1007126" y="555007"/>
                  <a:pt x="1006011" y="539120"/>
                </a:cubicBezTo>
                <a:cubicBezTo>
                  <a:pt x="1000506" y="535653"/>
                  <a:pt x="999992" y="557760"/>
                  <a:pt x="995296" y="543120"/>
                </a:cubicBezTo>
                <a:cubicBezTo>
                  <a:pt x="996325" y="533910"/>
                  <a:pt x="1002449" y="540501"/>
                  <a:pt x="1003011" y="529795"/>
                </a:cubicBezTo>
                <a:cubicBezTo>
                  <a:pt x="999477" y="519127"/>
                  <a:pt x="995029" y="545178"/>
                  <a:pt x="987685" y="538148"/>
                </a:cubicBezTo>
                <a:cubicBezTo>
                  <a:pt x="987295" y="526061"/>
                  <a:pt x="989895" y="523242"/>
                  <a:pt x="993886" y="524737"/>
                </a:cubicBezTo>
                <a:cubicBezTo>
                  <a:pt x="991086" y="509011"/>
                  <a:pt x="988476" y="532290"/>
                  <a:pt x="984695" y="528804"/>
                </a:cubicBezTo>
                <a:cubicBezTo>
                  <a:pt x="984361" y="519317"/>
                  <a:pt x="977979" y="527204"/>
                  <a:pt x="977103" y="519279"/>
                </a:cubicBezTo>
                <a:cubicBezTo>
                  <a:pt x="972950" y="526937"/>
                  <a:pt x="967340" y="548369"/>
                  <a:pt x="963225" y="541377"/>
                </a:cubicBezTo>
                <a:cubicBezTo>
                  <a:pt x="964816" y="535462"/>
                  <a:pt x="964825" y="524623"/>
                  <a:pt x="966416" y="518669"/>
                </a:cubicBezTo>
                <a:cubicBezTo>
                  <a:pt x="969169" y="518241"/>
                  <a:pt x="969607" y="524451"/>
                  <a:pt x="972503" y="523575"/>
                </a:cubicBezTo>
                <a:cubicBezTo>
                  <a:pt x="973446" y="501991"/>
                  <a:pt x="963921" y="510659"/>
                  <a:pt x="960349" y="513774"/>
                </a:cubicBezTo>
                <a:cubicBezTo>
                  <a:pt x="960034" y="500382"/>
                  <a:pt x="963882" y="499915"/>
                  <a:pt x="963559" y="486523"/>
                </a:cubicBezTo>
                <a:cubicBezTo>
                  <a:pt x="961177" y="491523"/>
                  <a:pt x="959720" y="499429"/>
                  <a:pt x="957339" y="504468"/>
                </a:cubicBezTo>
                <a:cubicBezTo>
                  <a:pt x="952014" y="506411"/>
                  <a:pt x="952071" y="492743"/>
                  <a:pt x="949823" y="485780"/>
                </a:cubicBezTo>
                <a:cubicBezTo>
                  <a:pt x="957101" y="484437"/>
                  <a:pt x="974160" y="468273"/>
                  <a:pt x="980332" y="491990"/>
                </a:cubicBezTo>
                <a:cubicBezTo>
                  <a:pt x="983799" y="489618"/>
                  <a:pt x="978522" y="484770"/>
                  <a:pt x="981942" y="478369"/>
                </a:cubicBezTo>
                <a:cubicBezTo>
                  <a:pt x="988438" y="480570"/>
                  <a:pt x="997696" y="474797"/>
                  <a:pt x="1001763" y="484008"/>
                </a:cubicBezTo>
                <a:cubicBezTo>
                  <a:pt x="1003259" y="483961"/>
                  <a:pt x="1002973" y="478493"/>
                  <a:pt x="1003344" y="474940"/>
                </a:cubicBezTo>
                <a:cubicBezTo>
                  <a:pt x="1012308" y="474102"/>
                  <a:pt x="1018251" y="489914"/>
                  <a:pt x="1024757" y="471530"/>
                </a:cubicBezTo>
                <a:cubicBezTo>
                  <a:pt x="1028872" y="485256"/>
                  <a:pt x="1044635" y="476969"/>
                  <a:pt x="1050741" y="468378"/>
                </a:cubicBezTo>
                <a:cubicBezTo>
                  <a:pt x="1052884" y="480179"/>
                  <a:pt x="1059409" y="479274"/>
                  <a:pt x="1064409" y="482846"/>
                </a:cubicBezTo>
                <a:cubicBezTo>
                  <a:pt x="1064752" y="465349"/>
                  <a:pt x="1058256" y="467616"/>
                  <a:pt x="1055380" y="459481"/>
                </a:cubicBezTo>
                <a:cubicBezTo>
                  <a:pt x="1057447" y="441269"/>
                  <a:pt x="1058523" y="460939"/>
                  <a:pt x="1063009" y="459881"/>
                </a:cubicBezTo>
                <a:cubicBezTo>
                  <a:pt x="1066324" y="460843"/>
                  <a:pt x="1063800" y="443698"/>
                  <a:pt x="1064676" y="437107"/>
                </a:cubicBezTo>
                <a:cubicBezTo>
                  <a:pt x="1055256" y="432716"/>
                  <a:pt x="1052084" y="447718"/>
                  <a:pt x="1047740" y="459072"/>
                </a:cubicBezTo>
                <a:cubicBezTo>
                  <a:pt x="1028529" y="454014"/>
                  <a:pt x="1017441" y="460005"/>
                  <a:pt x="1003478" y="452099"/>
                </a:cubicBezTo>
                <a:cubicBezTo>
                  <a:pt x="1007250" y="446765"/>
                  <a:pt x="1006583" y="427611"/>
                  <a:pt x="1011269" y="425077"/>
                </a:cubicBezTo>
                <a:cubicBezTo>
                  <a:pt x="1010698" y="414790"/>
                  <a:pt x="1003173" y="424524"/>
                  <a:pt x="1002163" y="415457"/>
                </a:cubicBezTo>
                <a:cubicBezTo>
                  <a:pt x="1001592" y="424591"/>
                  <a:pt x="1002392" y="429754"/>
                  <a:pt x="1005135" y="429316"/>
                </a:cubicBezTo>
                <a:cubicBezTo>
                  <a:pt x="1004716" y="443527"/>
                  <a:pt x="997496" y="436650"/>
                  <a:pt x="992867" y="437821"/>
                </a:cubicBezTo>
                <a:cubicBezTo>
                  <a:pt x="992781" y="430582"/>
                  <a:pt x="993696" y="420419"/>
                  <a:pt x="991448" y="419448"/>
                </a:cubicBezTo>
                <a:cubicBezTo>
                  <a:pt x="985914" y="414714"/>
                  <a:pt x="990610" y="441679"/>
                  <a:pt x="983733" y="432745"/>
                </a:cubicBezTo>
                <a:cubicBezTo>
                  <a:pt x="986476" y="417781"/>
                  <a:pt x="986514" y="421715"/>
                  <a:pt x="982342" y="409799"/>
                </a:cubicBezTo>
                <a:cubicBezTo>
                  <a:pt x="979722" y="412637"/>
                  <a:pt x="981313" y="420286"/>
                  <a:pt x="983809" y="419038"/>
                </a:cubicBezTo>
                <a:cubicBezTo>
                  <a:pt x="983428" y="425582"/>
                  <a:pt x="979246" y="420400"/>
                  <a:pt x="979170" y="427925"/>
                </a:cubicBezTo>
                <a:cubicBezTo>
                  <a:pt x="975551" y="420143"/>
                  <a:pt x="972036" y="415276"/>
                  <a:pt x="974760" y="400255"/>
                </a:cubicBezTo>
                <a:cubicBezTo>
                  <a:pt x="968521" y="398016"/>
                  <a:pt x="968502" y="414990"/>
                  <a:pt x="960958" y="408665"/>
                </a:cubicBezTo>
                <a:cubicBezTo>
                  <a:pt x="954919" y="409599"/>
                  <a:pt x="956396" y="388872"/>
                  <a:pt x="950376" y="389787"/>
                </a:cubicBezTo>
                <a:cubicBezTo>
                  <a:pt x="946042" y="395911"/>
                  <a:pt x="941337" y="400855"/>
                  <a:pt x="944109" y="416876"/>
                </a:cubicBezTo>
                <a:cubicBezTo>
                  <a:pt x="935612" y="415914"/>
                  <a:pt x="931431" y="423991"/>
                  <a:pt x="931745" y="439098"/>
                </a:cubicBezTo>
                <a:cubicBezTo>
                  <a:pt x="927411" y="442632"/>
                  <a:pt x="927821" y="432440"/>
                  <a:pt x="924135" y="434116"/>
                </a:cubicBezTo>
                <a:cubicBezTo>
                  <a:pt x="923477" y="424315"/>
                  <a:pt x="926363" y="425544"/>
                  <a:pt x="928773" y="425201"/>
                </a:cubicBezTo>
                <a:cubicBezTo>
                  <a:pt x="928745" y="411818"/>
                  <a:pt x="925382" y="408037"/>
                  <a:pt x="922801" y="402026"/>
                </a:cubicBezTo>
                <a:cubicBezTo>
                  <a:pt x="916724" y="409380"/>
                  <a:pt x="918077" y="409466"/>
                  <a:pt x="912105" y="401464"/>
                </a:cubicBezTo>
                <a:cubicBezTo>
                  <a:pt x="910314" y="386529"/>
                  <a:pt x="917067" y="398217"/>
                  <a:pt x="915267" y="383329"/>
                </a:cubicBezTo>
                <a:cubicBezTo>
                  <a:pt x="915314" y="372585"/>
                  <a:pt x="911104" y="384739"/>
                  <a:pt x="912162" y="392301"/>
                </a:cubicBezTo>
                <a:cubicBezTo>
                  <a:pt x="907132" y="392225"/>
                  <a:pt x="904513" y="399617"/>
                  <a:pt x="898389" y="396111"/>
                </a:cubicBezTo>
                <a:cubicBezTo>
                  <a:pt x="897826" y="406713"/>
                  <a:pt x="898522" y="413695"/>
                  <a:pt x="899779" y="419057"/>
                </a:cubicBezTo>
                <a:cubicBezTo>
                  <a:pt x="901779" y="412866"/>
                  <a:pt x="906447" y="414895"/>
                  <a:pt x="910495" y="415066"/>
                </a:cubicBezTo>
                <a:cubicBezTo>
                  <a:pt x="909399" y="437726"/>
                  <a:pt x="918591" y="430640"/>
                  <a:pt x="917915" y="452052"/>
                </a:cubicBezTo>
                <a:cubicBezTo>
                  <a:pt x="900436" y="447223"/>
                  <a:pt x="869642" y="455119"/>
                  <a:pt x="853802" y="444003"/>
                </a:cubicBezTo>
                <a:cubicBezTo>
                  <a:pt x="854097" y="423115"/>
                  <a:pt x="857383" y="439498"/>
                  <a:pt x="859936" y="439784"/>
                </a:cubicBezTo>
                <a:cubicBezTo>
                  <a:pt x="872804" y="441165"/>
                  <a:pt x="892521" y="439707"/>
                  <a:pt x="905761" y="442260"/>
                </a:cubicBezTo>
                <a:cubicBezTo>
                  <a:pt x="901627" y="433221"/>
                  <a:pt x="893759" y="434983"/>
                  <a:pt x="892150" y="418667"/>
                </a:cubicBezTo>
                <a:cubicBezTo>
                  <a:pt x="886949" y="414914"/>
                  <a:pt x="890092" y="437107"/>
                  <a:pt x="884425" y="431954"/>
                </a:cubicBezTo>
                <a:cubicBezTo>
                  <a:pt x="881024" y="434288"/>
                  <a:pt x="882301" y="423096"/>
                  <a:pt x="879901" y="422562"/>
                </a:cubicBezTo>
                <a:cubicBezTo>
                  <a:pt x="876357" y="414904"/>
                  <a:pt x="875757" y="431097"/>
                  <a:pt x="875252" y="431449"/>
                </a:cubicBezTo>
                <a:cubicBezTo>
                  <a:pt x="874538" y="431983"/>
                  <a:pt x="873300" y="427077"/>
                  <a:pt x="872233" y="426715"/>
                </a:cubicBezTo>
                <a:cubicBezTo>
                  <a:pt x="870242" y="426010"/>
                  <a:pt x="869623" y="431183"/>
                  <a:pt x="869147" y="431135"/>
                </a:cubicBezTo>
                <a:cubicBezTo>
                  <a:pt x="862327" y="430249"/>
                  <a:pt x="856983" y="420305"/>
                  <a:pt x="849297" y="430068"/>
                </a:cubicBezTo>
                <a:cubicBezTo>
                  <a:pt x="846687" y="431592"/>
                  <a:pt x="846439" y="426315"/>
                  <a:pt x="846296" y="420734"/>
                </a:cubicBezTo>
                <a:cubicBezTo>
                  <a:pt x="841715" y="423496"/>
                  <a:pt x="847706" y="430582"/>
                  <a:pt x="846192" y="439022"/>
                </a:cubicBezTo>
                <a:cubicBezTo>
                  <a:pt x="842362" y="439622"/>
                  <a:pt x="842543" y="428582"/>
                  <a:pt x="840162" y="424972"/>
                </a:cubicBezTo>
                <a:cubicBezTo>
                  <a:pt x="836857" y="424020"/>
                  <a:pt x="839372" y="441165"/>
                  <a:pt x="838505" y="447775"/>
                </a:cubicBezTo>
                <a:cubicBezTo>
                  <a:pt x="826446" y="450318"/>
                  <a:pt x="815197" y="455757"/>
                  <a:pt x="804843" y="455100"/>
                </a:cubicBezTo>
                <a:cubicBezTo>
                  <a:pt x="803158" y="454995"/>
                  <a:pt x="802605" y="446203"/>
                  <a:pt x="801853" y="445775"/>
                </a:cubicBezTo>
                <a:cubicBezTo>
                  <a:pt x="800186" y="444832"/>
                  <a:pt x="795214" y="449404"/>
                  <a:pt x="792661" y="449870"/>
                </a:cubicBezTo>
                <a:cubicBezTo>
                  <a:pt x="789575" y="450394"/>
                  <a:pt x="784974" y="445403"/>
                  <a:pt x="783469" y="453928"/>
                </a:cubicBezTo>
                <a:cubicBezTo>
                  <a:pt x="782260" y="449928"/>
                  <a:pt x="779307" y="451004"/>
                  <a:pt x="778945" y="444546"/>
                </a:cubicBezTo>
                <a:cubicBezTo>
                  <a:pt x="771277" y="457757"/>
                  <a:pt x="753875" y="440793"/>
                  <a:pt x="742236" y="451718"/>
                </a:cubicBezTo>
                <a:cubicBezTo>
                  <a:pt x="740988" y="436964"/>
                  <a:pt x="746255" y="442451"/>
                  <a:pt x="746931" y="433688"/>
                </a:cubicBezTo>
                <a:cubicBezTo>
                  <a:pt x="753018" y="438488"/>
                  <a:pt x="756066" y="438660"/>
                  <a:pt x="762200" y="434507"/>
                </a:cubicBezTo>
                <a:cubicBezTo>
                  <a:pt x="765162" y="432783"/>
                  <a:pt x="763514" y="416847"/>
                  <a:pt x="768401" y="421115"/>
                </a:cubicBezTo>
                <a:cubicBezTo>
                  <a:pt x="763705" y="405379"/>
                  <a:pt x="759295" y="429820"/>
                  <a:pt x="754590" y="429487"/>
                </a:cubicBezTo>
                <a:cubicBezTo>
                  <a:pt x="753094" y="418867"/>
                  <a:pt x="744369" y="429087"/>
                  <a:pt x="745541" y="410732"/>
                </a:cubicBezTo>
                <a:cubicBezTo>
                  <a:pt x="742836" y="417486"/>
                  <a:pt x="746979" y="430554"/>
                  <a:pt x="742331" y="437993"/>
                </a:cubicBezTo>
                <a:cubicBezTo>
                  <a:pt x="737988" y="441527"/>
                  <a:pt x="738407" y="431354"/>
                  <a:pt x="734711" y="433011"/>
                </a:cubicBezTo>
                <a:cubicBezTo>
                  <a:pt x="733101" y="446689"/>
                  <a:pt x="738073" y="441307"/>
                  <a:pt x="740769" y="442479"/>
                </a:cubicBezTo>
                <a:cubicBezTo>
                  <a:pt x="738521" y="453585"/>
                  <a:pt x="730329" y="454366"/>
                  <a:pt x="725405" y="455376"/>
                </a:cubicBezTo>
                <a:cubicBezTo>
                  <a:pt x="721109" y="456262"/>
                  <a:pt x="716671" y="456433"/>
                  <a:pt x="713203" y="454709"/>
                </a:cubicBezTo>
                <a:cubicBezTo>
                  <a:pt x="711289" y="453785"/>
                  <a:pt x="708708" y="445337"/>
                  <a:pt x="708660" y="445337"/>
                </a:cubicBezTo>
                <a:cubicBezTo>
                  <a:pt x="706831" y="445356"/>
                  <a:pt x="706507" y="453576"/>
                  <a:pt x="705564" y="454309"/>
                </a:cubicBezTo>
                <a:cubicBezTo>
                  <a:pt x="702145" y="456957"/>
                  <a:pt x="699611" y="443565"/>
                  <a:pt x="696363" y="458386"/>
                </a:cubicBezTo>
                <a:cubicBezTo>
                  <a:pt x="693763" y="459910"/>
                  <a:pt x="693506" y="454671"/>
                  <a:pt x="693372" y="449089"/>
                </a:cubicBezTo>
                <a:cubicBezTo>
                  <a:pt x="688905" y="447623"/>
                  <a:pt x="688619" y="459148"/>
                  <a:pt x="684143" y="457729"/>
                </a:cubicBezTo>
                <a:cubicBezTo>
                  <a:pt x="684571" y="449690"/>
                  <a:pt x="686838" y="447442"/>
                  <a:pt x="690305" y="448899"/>
                </a:cubicBezTo>
                <a:cubicBezTo>
                  <a:pt x="689334" y="439774"/>
                  <a:pt x="685724" y="438183"/>
                  <a:pt x="684305" y="430306"/>
                </a:cubicBezTo>
                <a:cubicBezTo>
                  <a:pt x="680752" y="431668"/>
                  <a:pt x="677142" y="432868"/>
                  <a:pt x="678085" y="448232"/>
                </a:cubicBezTo>
                <a:cubicBezTo>
                  <a:pt x="677066" y="444670"/>
                  <a:pt x="669055" y="435869"/>
                  <a:pt x="670427" y="452395"/>
                </a:cubicBezTo>
                <a:cubicBezTo>
                  <a:pt x="671827" y="463796"/>
                  <a:pt x="676323" y="446441"/>
                  <a:pt x="681114" y="452966"/>
                </a:cubicBezTo>
                <a:cubicBezTo>
                  <a:pt x="679780" y="459729"/>
                  <a:pt x="676151" y="459338"/>
                  <a:pt x="673418" y="461729"/>
                </a:cubicBezTo>
                <a:cubicBezTo>
                  <a:pt x="674284" y="475693"/>
                  <a:pt x="681581" y="471083"/>
                  <a:pt x="682447" y="485056"/>
                </a:cubicBezTo>
                <a:cubicBezTo>
                  <a:pt x="689277" y="478893"/>
                  <a:pt x="690534" y="484265"/>
                  <a:pt x="694620" y="494876"/>
                </a:cubicBezTo>
                <a:cubicBezTo>
                  <a:pt x="693868" y="505220"/>
                  <a:pt x="688153" y="477026"/>
                  <a:pt x="686953" y="499039"/>
                </a:cubicBezTo>
                <a:cubicBezTo>
                  <a:pt x="687295" y="504792"/>
                  <a:pt x="689953" y="503820"/>
                  <a:pt x="690001" y="499210"/>
                </a:cubicBezTo>
                <a:cubicBezTo>
                  <a:pt x="694877" y="510173"/>
                  <a:pt x="682762" y="528776"/>
                  <a:pt x="694420" y="526899"/>
                </a:cubicBezTo>
                <a:cubicBezTo>
                  <a:pt x="693582" y="548187"/>
                  <a:pt x="682238" y="516136"/>
                  <a:pt x="680590" y="539834"/>
                </a:cubicBezTo>
                <a:cubicBezTo>
                  <a:pt x="686238" y="544492"/>
                  <a:pt x="689620" y="555684"/>
                  <a:pt x="697306" y="554446"/>
                </a:cubicBezTo>
                <a:cubicBezTo>
                  <a:pt x="701812" y="550816"/>
                  <a:pt x="695392" y="542863"/>
                  <a:pt x="697449" y="531576"/>
                </a:cubicBezTo>
                <a:cubicBezTo>
                  <a:pt x="701288" y="535500"/>
                  <a:pt x="701230" y="550626"/>
                  <a:pt x="703393" y="559370"/>
                </a:cubicBezTo>
                <a:cubicBezTo>
                  <a:pt x="706965" y="558151"/>
                  <a:pt x="709746" y="550769"/>
                  <a:pt x="712556" y="559875"/>
                </a:cubicBezTo>
                <a:cubicBezTo>
                  <a:pt x="706803" y="583068"/>
                  <a:pt x="696630" y="563599"/>
                  <a:pt x="686505" y="572171"/>
                </a:cubicBezTo>
                <a:cubicBezTo>
                  <a:pt x="687200" y="565028"/>
                  <a:pt x="691325" y="568514"/>
                  <a:pt x="689667" y="554074"/>
                </a:cubicBezTo>
                <a:cubicBezTo>
                  <a:pt x="683781" y="549750"/>
                  <a:pt x="687057" y="573886"/>
                  <a:pt x="680428" y="567276"/>
                </a:cubicBezTo>
                <a:cubicBezTo>
                  <a:pt x="680152" y="572562"/>
                  <a:pt x="680714" y="575410"/>
                  <a:pt x="681914" y="576515"/>
                </a:cubicBezTo>
                <a:cubicBezTo>
                  <a:pt x="676789" y="585468"/>
                  <a:pt x="670512" y="590841"/>
                  <a:pt x="669465" y="612424"/>
                </a:cubicBezTo>
                <a:cubicBezTo>
                  <a:pt x="664578" y="616082"/>
                  <a:pt x="664788" y="604985"/>
                  <a:pt x="661892" y="602852"/>
                </a:cubicBezTo>
                <a:cubicBezTo>
                  <a:pt x="655120" y="598918"/>
                  <a:pt x="652682" y="608462"/>
                  <a:pt x="646586" y="606605"/>
                </a:cubicBezTo>
                <a:cubicBezTo>
                  <a:pt x="646367" y="596632"/>
                  <a:pt x="647919" y="592126"/>
                  <a:pt x="651253" y="593145"/>
                </a:cubicBezTo>
                <a:cubicBezTo>
                  <a:pt x="646805" y="570714"/>
                  <a:pt x="635022" y="594260"/>
                  <a:pt x="634622" y="564809"/>
                </a:cubicBezTo>
                <a:cubicBezTo>
                  <a:pt x="628183" y="570286"/>
                  <a:pt x="634727" y="591012"/>
                  <a:pt x="637480" y="596984"/>
                </a:cubicBezTo>
                <a:cubicBezTo>
                  <a:pt x="637680" y="606909"/>
                  <a:pt x="632050" y="598756"/>
                  <a:pt x="629822" y="601137"/>
                </a:cubicBezTo>
                <a:cubicBezTo>
                  <a:pt x="634460" y="587173"/>
                  <a:pt x="627602" y="581135"/>
                  <a:pt x="626955" y="568981"/>
                </a:cubicBezTo>
                <a:cubicBezTo>
                  <a:pt x="619363" y="576458"/>
                  <a:pt x="616134" y="597460"/>
                  <a:pt x="605409" y="595241"/>
                </a:cubicBezTo>
                <a:cubicBezTo>
                  <a:pt x="601285" y="598184"/>
                  <a:pt x="602523" y="585669"/>
                  <a:pt x="600913" y="581258"/>
                </a:cubicBezTo>
                <a:cubicBezTo>
                  <a:pt x="599665" y="582087"/>
                  <a:pt x="599361" y="585783"/>
                  <a:pt x="597837" y="585697"/>
                </a:cubicBezTo>
                <a:cubicBezTo>
                  <a:pt x="594684" y="590869"/>
                  <a:pt x="602199" y="597870"/>
                  <a:pt x="596198" y="603890"/>
                </a:cubicBezTo>
                <a:cubicBezTo>
                  <a:pt x="592931" y="605842"/>
                  <a:pt x="593331" y="597203"/>
                  <a:pt x="593227" y="590022"/>
                </a:cubicBezTo>
                <a:cubicBezTo>
                  <a:pt x="588588" y="595784"/>
                  <a:pt x="584835" y="604338"/>
                  <a:pt x="577872" y="602909"/>
                </a:cubicBezTo>
                <a:cubicBezTo>
                  <a:pt x="573881" y="600956"/>
                  <a:pt x="573700" y="587993"/>
                  <a:pt x="567233" y="593193"/>
                </a:cubicBezTo>
                <a:cubicBezTo>
                  <a:pt x="567452" y="598556"/>
                  <a:pt x="570005" y="597184"/>
                  <a:pt x="571795" y="598013"/>
                </a:cubicBezTo>
                <a:cubicBezTo>
                  <a:pt x="567195" y="611500"/>
                  <a:pt x="550364" y="594793"/>
                  <a:pt x="541191" y="605509"/>
                </a:cubicBezTo>
                <a:cubicBezTo>
                  <a:pt x="538086" y="601023"/>
                  <a:pt x="540039" y="581887"/>
                  <a:pt x="535229" y="582287"/>
                </a:cubicBezTo>
                <a:cubicBezTo>
                  <a:pt x="532943" y="584173"/>
                  <a:pt x="535791" y="588183"/>
                  <a:pt x="535143" y="596013"/>
                </a:cubicBezTo>
                <a:cubicBezTo>
                  <a:pt x="526352" y="595146"/>
                  <a:pt x="517503" y="594079"/>
                  <a:pt x="510673" y="599280"/>
                </a:cubicBezTo>
                <a:cubicBezTo>
                  <a:pt x="510559" y="586126"/>
                  <a:pt x="508892" y="577467"/>
                  <a:pt x="503149" y="580582"/>
                </a:cubicBezTo>
                <a:cubicBezTo>
                  <a:pt x="504111" y="585288"/>
                  <a:pt x="506625" y="585478"/>
                  <a:pt x="506111" y="594460"/>
                </a:cubicBezTo>
                <a:cubicBezTo>
                  <a:pt x="503101" y="599803"/>
                  <a:pt x="503787" y="585792"/>
                  <a:pt x="503120" y="585154"/>
                </a:cubicBezTo>
                <a:cubicBezTo>
                  <a:pt x="499872" y="582049"/>
                  <a:pt x="496053" y="597803"/>
                  <a:pt x="492433" y="584573"/>
                </a:cubicBezTo>
                <a:cubicBezTo>
                  <a:pt x="497624" y="568809"/>
                  <a:pt x="502615" y="581401"/>
                  <a:pt x="510807" y="576420"/>
                </a:cubicBezTo>
                <a:cubicBezTo>
                  <a:pt x="514417" y="575201"/>
                  <a:pt x="513750" y="560694"/>
                  <a:pt x="518532" y="563123"/>
                </a:cubicBezTo>
                <a:cubicBezTo>
                  <a:pt x="513740" y="580220"/>
                  <a:pt x="529638" y="567666"/>
                  <a:pt x="532190" y="577572"/>
                </a:cubicBezTo>
                <a:cubicBezTo>
                  <a:pt x="533772" y="573181"/>
                  <a:pt x="535334" y="568733"/>
                  <a:pt x="536848" y="564132"/>
                </a:cubicBezTo>
                <a:cubicBezTo>
                  <a:pt x="540696" y="568019"/>
                  <a:pt x="540639" y="583154"/>
                  <a:pt x="542801" y="591888"/>
                </a:cubicBezTo>
                <a:cubicBezTo>
                  <a:pt x="547478" y="578934"/>
                  <a:pt x="548069" y="603071"/>
                  <a:pt x="554993" y="597098"/>
                </a:cubicBezTo>
                <a:cubicBezTo>
                  <a:pt x="557279" y="570047"/>
                  <a:pt x="545744" y="577896"/>
                  <a:pt x="550669" y="555722"/>
                </a:cubicBezTo>
                <a:cubicBezTo>
                  <a:pt x="554603" y="563847"/>
                  <a:pt x="558308" y="572591"/>
                  <a:pt x="558079" y="592727"/>
                </a:cubicBezTo>
                <a:cubicBezTo>
                  <a:pt x="564652" y="596956"/>
                  <a:pt x="565156" y="580706"/>
                  <a:pt x="561242" y="574620"/>
                </a:cubicBezTo>
                <a:cubicBezTo>
                  <a:pt x="562280" y="566857"/>
                  <a:pt x="564775" y="571915"/>
                  <a:pt x="564280" y="579315"/>
                </a:cubicBezTo>
                <a:cubicBezTo>
                  <a:pt x="569766" y="576934"/>
                  <a:pt x="571633" y="585021"/>
                  <a:pt x="574910" y="589040"/>
                </a:cubicBezTo>
                <a:cubicBezTo>
                  <a:pt x="577863" y="591021"/>
                  <a:pt x="577272" y="568343"/>
                  <a:pt x="573472" y="575258"/>
                </a:cubicBezTo>
                <a:cubicBezTo>
                  <a:pt x="575586" y="561265"/>
                  <a:pt x="580206" y="584135"/>
                  <a:pt x="582654" y="571181"/>
                </a:cubicBezTo>
                <a:cubicBezTo>
                  <a:pt x="583130" y="563818"/>
                  <a:pt x="581263" y="563228"/>
                  <a:pt x="581215" y="557389"/>
                </a:cubicBezTo>
                <a:cubicBezTo>
                  <a:pt x="578634" y="563332"/>
                  <a:pt x="571510" y="555179"/>
                  <a:pt x="571976" y="570619"/>
                </a:cubicBezTo>
                <a:cubicBezTo>
                  <a:pt x="565861" y="574781"/>
                  <a:pt x="567461" y="556693"/>
                  <a:pt x="561337" y="560894"/>
                </a:cubicBezTo>
                <a:cubicBezTo>
                  <a:pt x="560556" y="550683"/>
                  <a:pt x="564299" y="554531"/>
                  <a:pt x="564480" y="547321"/>
                </a:cubicBezTo>
                <a:cubicBezTo>
                  <a:pt x="564023" y="537129"/>
                  <a:pt x="561727" y="551779"/>
                  <a:pt x="561394" y="551759"/>
                </a:cubicBezTo>
                <a:cubicBezTo>
                  <a:pt x="559441" y="551531"/>
                  <a:pt x="558984" y="541682"/>
                  <a:pt x="556870" y="542358"/>
                </a:cubicBezTo>
                <a:cubicBezTo>
                  <a:pt x="554365" y="543168"/>
                  <a:pt x="552783" y="552112"/>
                  <a:pt x="549183" y="551093"/>
                </a:cubicBezTo>
                <a:cubicBezTo>
                  <a:pt x="547097" y="552398"/>
                  <a:pt x="547849" y="562456"/>
                  <a:pt x="547545" y="569304"/>
                </a:cubicBezTo>
                <a:cubicBezTo>
                  <a:pt x="541344" y="570714"/>
                  <a:pt x="540582" y="556408"/>
                  <a:pt x="536962" y="550436"/>
                </a:cubicBezTo>
                <a:cubicBezTo>
                  <a:pt x="532190" y="548026"/>
                  <a:pt x="532590" y="561685"/>
                  <a:pt x="530743" y="568390"/>
                </a:cubicBezTo>
                <a:cubicBezTo>
                  <a:pt x="527275" y="561923"/>
                  <a:pt x="525942" y="549273"/>
                  <a:pt x="523275" y="540539"/>
                </a:cubicBezTo>
                <a:cubicBezTo>
                  <a:pt x="520198" y="558913"/>
                  <a:pt x="510931" y="558103"/>
                  <a:pt x="503282" y="562323"/>
                </a:cubicBezTo>
                <a:cubicBezTo>
                  <a:pt x="504825" y="545892"/>
                  <a:pt x="497310" y="555598"/>
                  <a:pt x="494176" y="552703"/>
                </a:cubicBezTo>
                <a:cubicBezTo>
                  <a:pt x="489423" y="555027"/>
                  <a:pt x="491004" y="577010"/>
                  <a:pt x="483375" y="570390"/>
                </a:cubicBezTo>
                <a:cubicBezTo>
                  <a:pt x="484518" y="566171"/>
                  <a:pt x="486185" y="563618"/>
                  <a:pt x="488004" y="561465"/>
                </a:cubicBezTo>
                <a:cubicBezTo>
                  <a:pt x="487680" y="550788"/>
                  <a:pt x="481317" y="558494"/>
                  <a:pt x="480374" y="561084"/>
                </a:cubicBezTo>
                <a:cubicBezTo>
                  <a:pt x="481565" y="565275"/>
                  <a:pt x="482117" y="570809"/>
                  <a:pt x="483346" y="574943"/>
                </a:cubicBezTo>
                <a:cubicBezTo>
                  <a:pt x="487499" y="588907"/>
                  <a:pt x="490557" y="580134"/>
                  <a:pt x="487813" y="593479"/>
                </a:cubicBezTo>
                <a:cubicBezTo>
                  <a:pt x="492395" y="593736"/>
                  <a:pt x="496976" y="593984"/>
                  <a:pt x="501558" y="594222"/>
                </a:cubicBezTo>
                <a:cubicBezTo>
                  <a:pt x="498796" y="609919"/>
                  <a:pt x="492004" y="595432"/>
                  <a:pt x="484727" y="597889"/>
                </a:cubicBezTo>
                <a:cubicBezTo>
                  <a:pt x="479317" y="599737"/>
                  <a:pt x="469792" y="600518"/>
                  <a:pt x="460296" y="596584"/>
                </a:cubicBezTo>
                <a:cubicBezTo>
                  <a:pt x="461486" y="582668"/>
                  <a:pt x="458838" y="579849"/>
                  <a:pt x="458934" y="569076"/>
                </a:cubicBezTo>
                <a:cubicBezTo>
                  <a:pt x="450971" y="562589"/>
                  <a:pt x="447361" y="570600"/>
                  <a:pt x="440627" y="563494"/>
                </a:cubicBezTo>
                <a:cubicBezTo>
                  <a:pt x="441360" y="553321"/>
                  <a:pt x="443436" y="547359"/>
                  <a:pt x="446856" y="545540"/>
                </a:cubicBezTo>
                <a:cubicBezTo>
                  <a:pt x="442560" y="531033"/>
                  <a:pt x="440026" y="561342"/>
                  <a:pt x="436045" y="563247"/>
                </a:cubicBezTo>
                <a:cubicBezTo>
                  <a:pt x="430625" y="565418"/>
                  <a:pt x="432397" y="546873"/>
                  <a:pt x="426968" y="549054"/>
                </a:cubicBezTo>
                <a:cubicBezTo>
                  <a:pt x="424082" y="549283"/>
                  <a:pt x="427225" y="568619"/>
                  <a:pt x="431463" y="562980"/>
                </a:cubicBezTo>
                <a:cubicBezTo>
                  <a:pt x="428244" y="585630"/>
                  <a:pt x="426091" y="555712"/>
                  <a:pt x="422348" y="553350"/>
                </a:cubicBezTo>
                <a:cubicBezTo>
                  <a:pt x="416147" y="558484"/>
                  <a:pt x="420357" y="568923"/>
                  <a:pt x="417605" y="580554"/>
                </a:cubicBezTo>
                <a:cubicBezTo>
                  <a:pt x="411585" y="578163"/>
                  <a:pt x="419567" y="560951"/>
                  <a:pt x="413166" y="557455"/>
                </a:cubicBezTo>
                <a:cubicBezTo>
                  <a:pt x="412252" y="568533"/>
                  <a:pt x="405365" y="561189"/>
                  <a:pt x="406918" y="579972"/>
                </a:cubicBezTo>
                <a:cubicBezTo>
                  <a:pt x="402288" y="571638"/>
                  <a:pt x="393792" y="584383"/>
                  <a:pt x="397812" y="570305"/>
                </a:cubicBezTo>
                <a:cubicBezTo>
                  <a:pt x="393649" y="572943"/>
                  <a:pt x="385724" y="563856"/>
                  <a:pt x="384038" y="574143"/>
                </a:cubicBezTo>
                <a:cubicBezTo>
                  <a:pt x="381343" y="570638"/>
                  <a:pt x="383867" y="565838"/>
                  <a:pt x="384115" y="560437"/>
                </a:cubicBezTo>
                <a:cubicBezTo>
                  <a:pt x="379209" y="556074"/>
                  <a:pt x="381876" y="575220"/>
                  <a:pt x="379428" y="578468"/>
                </a:cubicBezTo>
                <a:cubicBezTo>
                  <a:pt x="377028" y="561227"/>
                  <a:pt x="375237" y="586202"/>
                  <a:pt x="367208" y="577810"/>
                </a:cubicBezTo>
                <a:cubicBezTo>
                  <a:pt x="368170" y="568371"/>
                  <a:pt x="370503" y="563218"/>
                  <a:pt x="371923" y="555217"/>
                </a:cubicBezTo>
                <a:cubicBezTo>
                  <a:pt x="400736" y="562123"/>
                  <a:pt x="412309" y="541739"/>
                  <a:pt x="437702" y="540472"/>
                </a:cubicBezTo>
                <a:cubicBezTo>
                  <a:pt x="439855" y="538967"/>
                  <a:pt x="437883" y="532433"/>
                  <a:pt x="436236" y="531252"/>
                </a:cubicBezTo>
                <a:cubicBezTo>
                  <a:pt x="441627" y="528242"/>
                  <a:pt x="447332" y="521556"/>
                  <a:pt x="451561" y="522918"/>
                </a:cubicBezTo>
                <a:cubicBezTo>
                  <a:pt x="452828" y="523327"/>
                  <a:pt x="454181" y="532014"/>
                  <a:pt x="456086" y="532329"/>
                </a:cubicBezTo>
                <a:cubicBezTo>
                  <a:pt x="457143" y="532490"/>
                  <a:pt x="459762" y="528528"/>
                  <a:pt x="459172" y="527909"/>
                </a:cubicBezTo>
                <a:cubicBezTo>
                  <a:pt x="461562" y="530271"/>
                  <a:pt x="457067" y="540863"/>
                  <a:pt x="465220" y="537358"/>
                </a:cubicBezTo>
                <a:cubicBezTo>
                  <a:pt x="462467" y="565676"/>
                  <a:pt x="454581" y="543654"/>
                  <a:pt x="449856" y="550274"/>
                </a:cubicBezTo>
                <a:cubicBezTo>
                  <a:pt x="456371" y="567390"/>
                  <a:pt x="465934" y="575743"/>
                  <a:pt x="477183" y="579153"/>
                </a:cubicBezTo>
                <a:cubicBezTo>
                  <a:pt x="476355" y="582801"/>
                  <a:pt x="475545" y="586497"/>
                  <a:pt x="475574" y="592812"/>
                </a:cubicBezTo>
                <a:cubicBezTo>
                  <a:pt x="481755" y="588745"/>
                  <a:pt x="479174" y="570886"/>
                  <a:pt x="477326" y="556313"/>
                </a:cubicBezTo>
                <a:cubicBezTo>
                  <a:pt x="470649" y="551150"/>
                  <a:pt x="472211" y="571514"/>
                  <a:pt x="466544" y="569457"/>
                </a:cubicBezTo>
                <a:cubicBezTo>
                  <a:pt x="467478" y="548673"/>
                  <a:pt x="473488" y="527785"/>
                  <a:pt x="463763" y="523585"/>
                </a:cubicBezTo>
                <a:cubicBezTo>
                  <a:pt x="476126" y="523004"/>
                  <a:pt x="493471" y="503944"/>
                  <a:pt x="508083" y="521394"/>
                </a:cubicBezTo>
                <a:cubicBezTo>
                  <a:pt x="512836" y="508192"/>
                  <a:pt x="523704" y="513993"/>
                  <a:pt x="532571" y="513593"/>
                </a:cubicBezTo>
                <a:cubicBezTo>
                  <a:pt x="535534" y="511888"/>
                  <a:pt x="533876" y="495933"/>
                  <a:pt x="538763" y="500182"/>
                </a:cubicBezTo>
                <a:cubicBezTo>
                  <a:pt x="542344" y="512231"/>
                  <a:pt x="542258" y="521508"/>
                  <a:pt x="543154" y="532452"/>
                </a:cubicBezTo>
                <a:cubicBezTo>
                  <a:pt x="550497" y="528642"/>
                  <a:pt x="548954" y="531547"/>
                  <a:pt x="558451" y="528709"/>
                </a:cubicBezTo>
                <a:cubicBezTo>
                  <a:pt x="559156" y="519174"/>
                  <a:pt x="557479" y="516555"/>
                  <a:pt x="557032" y="510345"/>
                </a:cubicBezTo>
                <a:cubicBezTo>
                  <a:pt x="554574" y="519765"/>
                  <a:pt x="548469" y="517917"/>
                  <a:pt x="546230" y="528052"/>
                </a:cubicBezTo>
                <a:cubicBezTo>
                  <a:pt x="537134" y="498457"/>
                  <a:pt x="552612" y="488618"/>
                  <a:pt x="560175" y="496781"/>
                </a:cubicBezTo>
                <a:cubicBezTo>
                  <a:pt x="560070" y="496657"/>
                  <a:pt x="558384" y="505754"/>
                  <a:pt x="558594" y="505830"/>
                </a:cubicBezTo>
                <a:cubicBezTo>
                  <a:pt x="559337" y="506135"/>
                  <a:pt x="567661" y="505906"/>
                  <a:pt x="566280" y="497134"/>
                </a:cubicBezTo>
                <a:cubicBezTo>
                  <a:pt x="575110" y="499334"/>
                  <a:pt x="593979" y="496000"/>
                  <a:pt x="607571" y="490218"/>
                </a:cubicBezTo>
                <a:cubicBezTo>
                  <a:pt x="616944" y="486237"/>
                  <a:pt x="626964" y="494390"/>
                  <a:pt x="635060" y="491676"/>
                </a:cubicBezTo>
                <a:cubicBezTo>
                  <a:pt x="638985" y="490409"/>
                  <a:pt x="643938" y="480170"/>
                  <a:pt x="648891" y="478731"/>
                </a:cubicBezTo>
                <a:cubicBezTo>
                  <a:pt x="654939" y="476950"/>
                  <a:pt x="660797" y="479122"/>
                  <a:pt x="664245" y="465854"/>
                </a:cubicBezTo>
                <a:cubicBezTo>
                  <a:pt x="663435" y="450213"/>
                  <a:pt x="655491" y="455185"/>
                  <a:pt x="655253" y="437898"/>
                </a:cubicBezTo>
                <a:cubicBezTo>
                  <a:pt x="648433" y="446337"/>
                  <a:pt x="637204" y="442812"/>
                  <a:pt x="635479" y="423134"/>
                </a:cubicBezTo>
                <a:cubicBezTo>
                  <a:pt x="633841" y="439774"/>
                  <a:pt x="629060" y="446670"/>
                  <a:pt x="623087" y="449880"/>
                </a:cubicBezTo>
                <a:cubicBezTo>
                  <a:pt x="621744" y="462748"/>
                  <a:pt x="625173" y="461862"/>
                  <a:pt x="624488" y="472816"/>
                </a:cubicBezTo>
                <a:cubicBezTo>
                  <a:pt x="615144" y="477741"/>
                  <a:pt x="619725" y="447165"/>
                  <a:pt x="621649" y="436088"/>
                </a:cubicBezTo>
                <a:cubicBezTo>
                  <a:pt x="620230" y="433011"/>
                  <a:pt x="613943" y="436155"/>
                  <a:pt x="609457" y="430859"/>
                </a:cubicBezTo>
                <a:cubicBezTo>
                  <a:pt x="606514" y="431163"/>
                  <a:pt x="611734" y="448023"/>
                  <a:pt x="607800" y="453642"/>
                </a:cubicBezTo>
                <a:cubicBezTo>
                  <a:pt x="608381" y="462129"/>
                  <a:pt x="615163" y="438555"/>
                  <a:pt x="618487" y="454223"/>
                </a:cubicBezTo>
                <a:cubicBezTo>
                  <a:pt x="616934" y="460262"/>
                  <a:pt x="614296" y="462986"/>
                  <a:pt x="613791" y="472254"/>
                </a:cubicBezTo>
                <a:cubicBezTo>
                  <a:pt x="602656" y="465711"/>
                  <a:pt x="589559" y="473550"/>
                  <a:pt x="572557" y="470035"/>
                </a:cubicBezTo>
                <a:cubicBezTo>
                  <a:pt x="567738" y="460710"/>
                  <a:pt x="582044" y="471997"/>
                  <a:pt x="580273" y="456719"/>
                </a:cubicBezTo>
                <a:cubicBezTo>
                  <a:pt x="580168" y="445041"/>
                  <a:pt x="575205" y="447384"/>
                  <a:pt x="571157" y="447099"/>
                </a:cubicBezTo>
                <a:cubicBezTo>
                  <a:pt x="567147" y="445518"/>
                  <a:pt x="569852" y="464777"/>
                  <a:pt x="564966" y="460481"/>
                </a:cubicBezTo>
                <a:cubicBezTo>
                  <a:pt x="568709" y="447070"/>
                  <a:pt x="563061" y="442898"/>
                  <a:pt x="560470" y="446518"/>
                </a:cubicBezTo>
                <a:cubicBezTo>
                  <a:pt x="556955" y="451395"/>
                  <a:pt x="560365" y="467149"/>
                  <a:pt x="557384" y="450909"/>
                </a:cubicBezTo>
                <a:cubicBezTo>
                  <a:pt x="555012" y="437983"/>
                  <a:pt x="550536" y="432478"/>
                  <a:pt x="546754" y="441212"/>
                </a:cubicBezTo>
                <a:cubicBezTo>
                  <a:pt x="548230" y="450385"/>
                  <a:pt x="553460" y="448766"/>
                  <a:pt x="552717" y="464368"/>
                </a:cubicBezTo>
                <a:cubicBezTo>
                  <a:pt x="547907" y="466292"/>
                  <a:pt x="548764" y="451861"/>
                  <a:pt x="545163" y="450261"/>
                </a:cubicBezTo>
                <a:cubicBezTo>
                  <a:pt x="543916" y="451052"/>
                  <a:pt x="543620" y="454747"/>
                  <a:pt x="542087" y="454652"/>
                </a:cubicBezTo>
                <a:cubicBezTo>
                  <a:pt x="540953" y="466873"/>
                  <a:pt x="545192" y="463672"/>
                  <a:pt x="546583" y="468625"/>
                </a:cubicBezTo>
                <a:cubicBezTo>
                  <a:pt x="547983" y="478836"/>
                  <a:pt x="542115" y="472816"/>
                  <a:pt x="541973" y="472969"/>
                </a:cubicBezTo>
                <a:cubicBezTo>
                  <a:pt x="538467" y="476121"/>
                  <a:pt x="538353" y="480846"/>
                  <a:pt x="535800" y="481751"/>
                </a:cubicBezTo>
                <a:cubicBezTo>
                  <a:pt x="529028" y="484265"/>
                  <a:pt x="519798" y="478846"/>
                  <a:pt x="511369" y="480446"/>
                </a:cubicBezTo>
                <a:cubicBezTo>
                  <a:pt x="515264" y="468158"/>
                  <a:pt x="517265" y="476998"/>
                  <a:pt x="523608" y="476531"/>
                </a:cubicBezTo>
                <a:cubicBezTo>
                  <a:pt x="523513" y="464853"/>
                  <a:pt x="518551" y="467206"/>
                  <a:pt x="514502" y="466892"/>
                </a:cubicBezTo>
                <a:cubicBezTo>
                  <a:pt x="514483" y="453500"/>
                  <a:pt x="511121" y="449728"/>
                  <a:pt x="508540" y="443708"/>
                </a:cubicBezTo>
                <a:cubicBezTo>
                  <a:pt x="503539" y="451366"/>
                  <a:pt x="512426" y="455881"/>
                  <a:pt x="509902" y="471245"/>
                </a:cubicBezTo>
                <a:cubicBezTo>
                  <a:pt x="501025" y="474369"/>
                  <a:pt x="503920" y="443584"/>
                  <a:pt x="499424" y="434097"/>
                </a:cubicBezTo>
                <a:cubicBezTo>
                  <a:pt x="493728" y="434069"/>
                  <a:pt x="489795" y="428963"/>
                  <a:pt x="485727" y="424191"/>
                </a:cubicBezTo>
                <a:cubicBezTo>
                  <a:pt x="482898" y="424744"/>
                  <a:pt x="484699" y="439641"/>
                  <a:pt x="482565" y="442308"/>
                </a:cubicBezTo>
                <a:cubicBezTo>
                  <a:pt x="474697" y="445584"/>
                  <a:pt x="476317" y="421438"/>
                  <a:pt x="467373" y="427782"/>
                </a:cubicBezTo>
                <a:cubicBezTo>
                  <a:pt x="468363" y="406979"/>
                  <a:pt x="461734" y="408122"/>
                  <a:pt x="463039" y="386396"/>
                </a:cubicBezTo>
                <a:cubicBezTo>
                  <a:pt x="468201" y="399026"/>
                  <a:pt x="473821" y="381938"/>
                  <a:pt x="476869" y="373413"/>
                </a:cubicBezTo>
                <a:cubicBezTo>
                  <a:pt x="476431" y="367194"/>
                  <a:pt x="473069" y="369432"/>
                  <a:pt x="470792" y="368517"/>
                </a:cubicBezTo>
                <a:cubicBezTo>
                  <a:pt x="472002" y="364508"/>
                  <a:pt x="472488" y="358278"/>
                  <a:pt x="472421" y="350325"/>
                </a:cubicBezTo>
                <a:cubicBezTo>
                  <a:pt x="475764" y="349687"/>
                  <a:pt x="477260" y="354316"/>
                  <a:pt x="476917" y="364269"/>
                </a:cubicBezTo>
                <a:cubicBezTo>
                  <a:pt x="479098" y="366851"/>
                  <a:pt x="480755" y="346677"/>
                  <a:pt x="481527" y="359955"/>
                </a:cubicBezTo>
                <a:cubicBezTo>
                  <a:pt x="483680" y="368108"/>
                  <a:pt x="482870" y="370461"/>
                  <a:pt x="478422" y="368946"/>
                </a:cubicBezTo>
                <a:cubicBezTo>
                  <a:pt x="481222" y="377204"/>
                  <a:pt x="479850" y="393102"/>
                  <a:pt x="476736" y="396273"/>
                </a:cubicBezTo>
                <a:cubicBezTo>
                  <a:pt x="478793" y="409723"/>
                  <a:pt x="482041" y="388453"/>
                  <a:pt x="485927" y="392206"/>
                </a:cubicBezTo>
                <a:cubicBezTo>
                  <a:pt x="486356" y="402979"/>
                  <a:pt x="488242" y="409485"/>
                  <a:pt x="487261" y="424267"/>
                </a:cubicBezTo>
                <a:cubicBezTo>
                  <a:pt x="491881" y="424677"/>
                  <a:pt x="488871" y="401360"/>
                  <a:pt x="493509" y="401750"/>
                </a:cubicBezTo>
                <a:cubicBezTo>
                  <a:pt x="494033" y="389749"/>
                  <a:pt x="487613" y="397854"/>
                  <a:pt x="489042" y="383224"/>
                </a:cubicBezTo>
                <a:cubicBezTo>
                  <a:pt x="491242" y="385843"/>
                  <a:pt x="496967" y="378309"/>
                  <a:pt x="496653" y="388187"/>
                </a:cubicBezTo>
                <a:cubicBezTo>
                  <a:pt x="499148" y="382024"/>
                  <a:pt x="500510" y="372242"/>
                  <a:pt x="505892" y="374995"/>
                </a:cubicBezTo>
                <a:cubicBezTo>
                  <a:pt x="503196" y="389949"/>
                  <a:pt x="503844" y="403131"/>
                  <a:pt x="511864" y="398178"/>
                </a:cubicBezTo>
                <a:cubicBezTo>
                  <a:pt x="515855" y="409018"/>
                  <a:pt x="507740" y="410208"/>
                  <a:pt x="511721" y="421038"/>
                </a:cubicBezTo>
                <a:cubicBezTo>
                  <a:pt x="513598" y="415981"/>
                  <a:pt x="514579" y="408122"/>
                  <a:pt x="519417" y="412304"/>
                </a:cubicBezTo>
                <a:cubicBezTo>
                  <a:pt x="518817" y="420048"/>
                  <a:pt x="520560" y="420991"/>
                  <a:pt x="522418" y="421610"/>
                </a:cubicBezTo>
                <a:cubicBezTo>
                  <a:pt x="521379" y="432021"/>
                  <a:pt x="519227" y="449032"/>
                  <a:pt x="522199" y="458176"/>
                </a:cubicBezTo>
                <a:cubicBezTo>
                  <a:pt x="524923" y="454242"/>
                  <a:pt x="524256" y="439726"/>
                  <a:pt x="529914" y="444879"/>
                </a:cubicBezTo>
                <a:cubicBezTo>
                  <a:pt x="531790" y="463072"/>
                  <a:pt x="524837" y="453947"/>
                  <a:pt x="526694" y="472121"/>
                </a:cubicBezTo>
                <a:cubicBezTo>
                  <a:pt x="532686" y="478293"/>
                  <a:pt x="530733" y="459824"/>
                  <a:pt x="532914" y="454166"/>
                </a:cubicBezTo>
                <a:cubicBezTo>
                  <a:pt x="535848" y="456186"/>
                  <a:pt x="532914" y="475093"/>
                  <a:pt x="538934" y="468206"/>
                </a:cubicBezTo>
                <a:cubicBezTo>
                  <a:pt x="539848" y="463348"/>
                  <a:pt x="539496" y="451090"/>
                  <a:pt x="543658" y="445594"/>
                </a:cubicBezTo>
                <a:cubicBezTo>
                  <a:pt x="542420" y="434754"/>
                  <a:pt x="539820" y="458014"/>
                  <a:pt x="534467" y="449690"/>
                </a:cubicBezTo>
                <a:cubicBezTo>
                  <a:pt x="536905" y="437593"/>
                  <a:pt x="531095" y="440936"/>
                  <a:pt x="529962" y="435726"/>
                </a:cubicBezTo>
                <a:cubicBezTo>
                  <a:pt x="529342" y="432821"/>
                  <a:pt x="530381" y="425391"/>
                  <a:pt x="530047" y="422029"/>
                </a:cubicBezTo>
                <a:cubicBezTo>
                  <a:pt x="529552" y="416895"/>
                  <a:pt x="526218" y="417419"/>
                  <a:pt x="527075" y="408132"/>
                </a:cubicBezTo>
                <a:cubicBezTo>
                  <a:pt x="528866" y="404389"/>
                  <a:pt x="531209" y="402341"/>
                  <a:pt x="534743" y="403979"/>
                </a:cubicBezTo>
                <a:cubicBezTo>
                  <a:pt x="534162" y="409942"/>
                  <a:pt x="532009" y="411037"/>
                  <a:pt x="531600" y="417514"/>
                </a:cubicBezTo>
                <a:cubicBezTo>
                  <a:pt x="535391" y="418409"/>
                  <a:pt x="537953" y="415514"/>
                  <a:pt x="539286" y="408780"/>
                </a:cubicBezTo>
                <a:cubicBezTo>
                  <a:pt x="538734" y="386663"/>
                  <a:pt x="531533" y="390701"/>
                  <a:pt x="525628" y="394330"/>
                </a:cubicBezTo>
                <a:cubicBezTo>
                  <a:pt x="524170" y="380509"/>
                  <a:pt x="529085" y="386424"/>
                  <a:pt x="531790" y="385491"/>
                </a:cubicBezTo>
                <a:cubicBezTo>
                  <a:pt x="529028" y="373585"/>
                  <a:pt x="527514" y="363774"/>
                  <a:pt x="531981" y="353516"/>
                </a:cubicBezTo>
                <a:cubicBezTo>
                  <a:pt x="531628" y="348544"/>
                  <a:pt x="528961" y="350239"/>
                  <a:pt x="528980" y="344219"/>
                </a:cubicBezTo>
                <a:cubicBezTo>
                  <a:pt x="525161" y="345219"/>
                  <a:pt x="523780" y="361088"/>
                  <a:pt x="519789" y="348277"/>
                </a:cubicBezTo>
                <a:cubicBezTo>
                  <a:pt x="521046" y="327960"/>
                  <a:pt x="533657" y="337657"/>
                  <a:pt x="542782" y="335809"/>
                </a:cubicBezTo>
                <a:cubicBezTo>
                  <a:pt x="547926" y="334770"/>
                  <a:pt x="551964" y="328055"/>
                  <a:pt x="556555" y="331961"/>
                </a:cubicBezTo>
                <a:cubicBezTo>
                  <a:pt x="556698" y="335370"/>
                  <a:pt x="551860" y="339200"/>
                  <a:pt x="550421" y="336218"/>
                </a:cubicBezTo>
                <a:cubicBezTo>
                  <a:pt x="555193" y="346201"/>
                  <a:pt x="555660" y="332427"/>
                  <a:pt x="559613" y="332141"/>
                </a:cubicBezTo>
                <a:cubicBezTo>
                  <a:pt x="561937" y="331961"/>
                  <a:pt x="563975" y="341562"/>
                  <a:pt x="564137" y="341533"/>
                </a:cubicBezTo>
                <a:cubicBezTo>
                  <a:pt x="566814" y="340657"/>
                  <a:pt x="568919" y="329979"/>
                  <a:pt x="571852" y="328217"/>
                </a:cubicBezTo>
                <a:cubicBezTo>
                  <a:pt x="574319" y="326769"/>
                  <a:pt x="575262" y="333084"/>
                  <a:pt x="577939" y="333123"/>
                </a:cubicBezTo>
                <a:cubicBezTo>
                  <a:pt x="582997" y="333189"/>
                  <a:pt x="589617" y="322093"/>
                  <a:pt x="593207" y="333951"/>
                </a:cubicBezTo>
                <a:cubicBezTo>
                  <a:pt x="591893" y="357087"/>
                  <a:pt x="585807" y="365755"/>
                  <a:pt x="577796" y="355992"/>
                </a:cubicBezTo>
                <a:cubicBezTo>
                  <a:pt x="578187" y="371346"/>
                  <a:pt x="584645" y="369175"/>
                  <a:pt x="589931" y="370365"/>
                </a:cubicBezTo>
                <a:cubicBezTo>
                  <a:pt x="594398" y="366641"/>
                  <a:pt x="591703" y="363612"/>
                  <a:pt x="591579" y="352173"/>
                </a:cubicBezTo>
                <a:cubicBezTo>
                  <a:pt x="594636" y="353887"/>
                  <a:pt x="596360" y="351496"/>
                  <a:pt x="596208" y="343276"/>
                </a:cubicBezTo>
                <a:cubicBezTo>
                  <a:pt x="598932" y="342381"/>
                  <a:pt x="603837" y="348277"/>
                  <a:pt x="602371" y="334456"/>
                </a:cubicBezTo>
                <a:cubicBezTo>
                  <a:pt x="602266" y="325655"/>
                  <a:pt x="596637" y="341257"/>
                  <a:pt x="594760" y="329474"/>
                </a:cubicBezTo>
                <a:cubicBezTo>
                  <a:pt x="601999" y="317892"/>
                  <a:pt x="610533" y="330599"/>
                  <a:pt x="619230" y="326227"/>
                </a:cubicBezTo>
                <a:cubicBezTo>
                  <a:pt x="621182" y="325217"/>
                  <a:pt x="623087" y="318035"/>
                  <a:pt x="625392" y="317397"/>
                </a:cubicBezTo>
                <a:cubicBezTo>
                  <a:pt x="632108" y="315606"/>
                  <a:pt x="641413" y="314901"/>
                  <a:pt x="648329" y="314063"/>
                </a:cubicBezTo>
                <a:cubicBezTo>
                  <a:pt x="659854" y="312672"/>
                  <a:pt x="672627" y="311006"/>
                  <a:pt x="680399" y="315797"/>
                </a:cubicBezTo>
                <a:cubicBezTo>
                  <a:pt x="680647" y="315968"/>
                  <a:pt x="680114" y="324264"/>
                  <a:pt x="680342" y="324941"/>
                </a:cubicBezTo>
                <a:cubicBezTo>
                  <a:pt x="681828" y="329408"/>
                  <a:pt x="684552" y="316702"/>
                  <a:pt x="686476" y="320702"/>
                </a:cubicBezTo>
                <a:cubicBezTo>
                  <a:pt x="683104" y="350620"/>
                  <a:pt x="689743" y="312463"/>
                  <a:pt x="697163" y="321283"/>
                </a:cubicBezTo>
                <a:cubicBezTo>
                  <a:pt x="698964" y="320626"/>
                  <a:pt x="698506" y="313025"/>
                  <a:pt x="698773" y="307643"/>
                </a:cubicBezTo>
                <a:cubicBezTo>
                  <a:pt x="705022" y="309101"/>
                  <a:pt x="713518" y="304014"/>
                  <a:pt x="715528" y="317683"/>
                </a:cubicBezTo>
                <a:cubicBezTo>
                  <a:pt x="720328" y="320150"/>
                  <a:pt x="719061" y="303843"/>
                  <a:pt x="724748" y="309053"/>
                </a:cubicBezTo>
                <a:cubicBezTo>
                  <a:pt x="725843" y="324845"/>
                  <a:pt x="723767" y="330827"/>
                  <a:pt x="718518" y="327007"/>
                </a:cubicBezTo>
                <a:cubicBezTo>
                  <a:pt x="718299" y="341105"/>
                  <a:pt x="723052" y="340866"/>
                  <a:pt x="727605" y="341200"/>
                </a:cubicBezTo>
                <a:cubicBezTo>
                  <a:pt x="728786" y="327293"/>
                  <a:pt x="726138" y="324474"/>
                  <a:pt x="726243" y="313701"/>
                </a:cubicBezTo>
                <a:cubicBezTo>
                  <a:pt x="799109" y="298356"/>
                  <a:pt x="872500" y="312453"/>
                  <a:pt x="943175" y="316263"/>
                </a:cubicBezTo>
                <a:cubicBezTo>
                  <a:pt x="955110" y="316921"/>
                  <a:pt x="964825" y="315263"/>
                  <a:pt x="976770" y="318092"/>
                </a:cubicBezTo>
                <a:cubicBezTo>
                  <a:pt x="979246" y="318673"/>
                  <a:pt x="979456" y="313244"/>
                  <a:pt x="981380" y="313758"/>
                </a:cubicBezTo>
                <a:cubicBezTo>
                  <a:pt x="986600" y="315187"/>
                  <a:pt x="996572" y="318911"/>
                  <a:pt x="1005792" y="319645"/>
                </a:cubicBezTo>
                <a:cubicBezTo>
                  <a:pt x="1010898" y="320054"/>
                  <a:pt x="1015679" y="313425"/>
                  <a:pt x="1021099" y="315892"/>
                </a:cubicBezTo>
                <a:cubicBezTo>
                  <a:pt x="1028357" y="319216"/>
                  <a:pt x="1050150" y="322550"/>
                  <a:pt x="1062333" y="318111"/>
                </a:cubicBezTo>
                <a:cubicBezTo>
                  <a:pt x="1069429" y="315549"/>
                  <a:pt x="1078497" y="301900"/>
                  <a:pt x="1088298" y="319511"/>
                </a:cubicBezTo>
                <a:cubicBezTo>
                  <a:pt x="1096194" y="314025"/>
                  <a:pt x="1102100" y="310196"/>
                  <a:pt x="1108158" y="320588"/>
                </a:cubicBezTo>
                <a:cubicBezTo>
                  <a:pt x="1107186" y="315901"/>
                  <a:pt x="1104671" y="315663"/>
                  <a:pt x="1105176" y="306719"/>
                </a:cubicBezTo>
                <a:cubicBezTo>
                  <a:pt x="1116521" y="314111"/>
                  <a:pt x="1125084" y="305167"/>
                  <a:pt x="1138790" y="308529"/>
                </a:cubicBezTo>
                <a:cubicBezTo>
                  <a:pt x="1138209" y="314501"/>
                  <a:pt x="1136047" y="315578"/>
                  <a:pt x="1135656" y="322064"/>
                </a:cubicBezTo>
                <a:cubicBezTo>
                  <a:pt x="1141867" y="327398"/>
                  <a:pt x="1139657" y="306576"/>
                  <a:pt x="1143400" y="304186"/>
                </a:cubicBezTo>
                <a:cubicBezTo>
                  <a:pt x="1146972" y="305576"/>
                  <a:pt x="1144153" y="324321"/>
                  <a:pt x="1143257" y="327055"/>
                </a:cubicBezTo>
                <a:cubicBezTo>
                  <a:pt x="1147582" y="324969"/>
                  <a:pt x="1149810" y="316359"/>
                  <a:pt x="1154030" y="313920"/>
                </a:cubicBezTo>
                <a:cubicBezTo>
                  <a:pt x="1158831" y="321435"/>
                  <a:pt x="1161917" y="314711"/>
                  <a:pt x="1167784" y="314654"/>
                </a:cubicBezTo>
                <a:cubicBezTo>
                  <a:pt x="1170537" y="314635"/>
                  <a:pt x="1172947" y="320102"/>
                  <a:pt x="1175395" y="319645"/>
                </a:cubicBezTo>
                <a:cubicBezTo>
                  <a:pt x="1179205" y="318949"/>
                  <a:pt x="1185491" y="305824"/>
                  <a:pt x="1193778" y="311501"/>
                </a:cubicBezTo>
                <a:cubicBezTo>
                  <a:pt x="1195959" y="312987"/>
                  <a:pt x="1197693" y="320597"/>
                  <a:pt x="1198302" y="320883"/>
                </a:cubicBezTo>
                <a:cubicBezTo>
                  <a:pt x="1200950" y="322083"/>
                  <a:pt x="1202388" y="305348"/>
                  <a:pt x="1205941" y="321312"/>
                </a:cubicBezTo>
                <a:cubicBezTo>
                  <a:pt x="1211132" y="318673"/>
                  <a:pt x="1223505" y="306053"/>
                  <a:pt x="1230487" y="304338"/>
                </a:cubicBezTo>
                <a:cubicBezTo>
                  <a:pt x="1233345" y="303605"/>
                  <a:pt x="1235897" y="309120"/>
                  <a:pt x="1236574" y="309215"/>
                </a:cubicBezTo>
                <a:cubicBezTo>
                  <a:pt x="1239326" y="309653"/>
                  <a:pt x="1239812" y="304319"/>
                  <a:pt x="1242708" y="304995"/>
                </a:cubicBezTo>
                <a:cubicBezTo>
                  <a:pt x="1245841" y="305710"/>
                  <a:pt x="1245813" y="313330"/>
                  <a:pt x="1247242" y="314368"/>
                </a:cubicBezTo>
                <a:cubicBezTo>
                  <a:pt x="1248004" y="314939"/>
                  <a:pt x="1250061" y="309672"/>
                  <a:pt x="1251842" y="310053"/>
                </a:cubicBezTo>
                <a:cubicBezTo>
                  <a:pt x="1258424" y="311453"/>
                  <a:pt x="1268663" y="319007"/>
                  <a:pt x="1274731" y="315873"/>
                </a:cubicBezTo>
                <a:cubicBezTo>
                  <a:pt x="1277407" y="314492"/>
                  <a:pt x="1279198" y="308101"/>
                  <a:pt x="1282417" y="307138"/>
                </a:cubicBezTo>
                <a:cubicBezTo>
                  <a:pt x="1283513" y="311453"/>
                  <a:pt x="1285161" y="314206"/>
                  <a:pt x="1286942" y="316520"/>
                </a:cubicBezTo>
                <a:cubicBezTo>
                  <a:pt x="1290104" y="307777"/>
                  <a:pt x="1296219" y="312101"/>
                  <a:pt x="1300725" y="312672"/>
                </a:cubicBezTo>
                <a:cubicBezTo>
                  <a:pt x="1303982" y="313130"/>
                  <a:pt x="1307992" y="304681"/>
                  <a:pt x="1311469" y="304138"/>
                </a:cubicBezTo>
                <a:cubicBezTo>
                  <a:pt x="1314212" y="303709"/>
                  <a:pt x="1314650" y="309434"/>
                  <a:pt x="1317546" y="309053"/>
                </a:cubicBezTo>
                <a:cubicBezTo>
                  <a:pt x="1327823" y="307710"/>
                  <a:pt x="1341482" y="303252"/>
                  <a:pt x="1352731" y="301795"/>
                </a:cubicBezTo>
                <a:cubicBezTo>
                  <a:pt x="1355208" y="301509"/>
                  <a:pt x="1355350" y="306872"/>
                  <a:pt x="1357284" y="306615"/>
                </a:cubicBezTo>
                <a:cubicBezTo>
                  <a:pt x="1367676" y="305281"/>
                  <a:pt x="1376839" y="296547"/>
                  <a:pt x="1383297" y="298871"/>
                </a:cubicBezTo>
                <a:cubicBezTo>
                  <a:pt x="1386554" y="300052"/>
                  <a:pt x="1385526" y="305071"/>
                  <a:pt x="1387821" y="308272"/>
                </a:cubicBezTo>
                <a:cubicBezTo>
                  <a:pt x="1396079" y="305948"/>
                  <a:pt x="1403061" y="299699"/>
                  <a:pt x="1412310" y="300433"/>
                </a:cubicBezTo>
                <a:cubicBezTo>
                  <a:pt x="1413282" y="305148"/>
                  <a:pt x="1415796" y="305367"/>
                  <a:pt x="1415291" y="314330"/>
                </a:cubicBezTo>
                <a:cubicBezTo>
                  <a:pt x="1417082" y="313692"/>
                  <a:pt x="1416625" y="306053"/>
                  <a:pt x="1416901" y="300680"/>
                </a:cubicBezTo>
                <a:cubicBezTo>
                  <a:pt x="1426807" y="303595"/>
                  <a:pt x="1434036" y="280659"/>
                  <a:pt x="1441342" y="301995"/>
                </a:cubicBezTo>
                <a:cubicBezTo>
                  <a:pt x="1446790" y="298766"/>
                  <a:pt x="1446895" y="301700"/>
                  <a:pt x="1453582" y="298099"/>
                </a:cubicBezTo>
                <a:cubicBezTo>
                  <a:pt x="1455268" y="303719"/>
                  <a:pt x="1457887" y="306615"/>
                  <a:pt x="1456506" y="321112"/>
                </a:cubicBezTo>
                <a:cubicBezTo>
                  <a:pt x="1463335" y="321188"/>
                  <a:pt x="1458516" y="310777"/>
                  <a:pt x="1461202" y="303081"/>
                </a:cubicBezTo>
                <a:cubicBezTo>
                  <a:pt x="1468231" y="299233"/>
                  <a:pt x="1468507" y="314901"/>
                  <a:pt x="1474889" y="312968"/>
                </a:cubicBezTo>
                <a:cubicBezTo>
                  <a:pt x="1477718" y="312444"/>
                  <a:pt x="1475918" y="297547"/>
                  <a:pt x="1478051" y="294832"/>
                </a:cubicBezTo>
                <a:cubicBezTo>
                  <a:pt x="1485662" y="303328"/>
                  <a:pt x="1496292" y="292013"/>
                  <a:pt x="1507074" y="296423"/>
                </a:cubicBezTo>
                <a:cubicBezTo>
                  <a:pt x="1510303" y="297737"/>
                  <a:pt x="1514037" y="305453"/>
                  <a:pt x="1517704" y="306129"/>
                </a:cubicBezTo>
                <a:cubicBezTo>
                  <a:pt x="1527105" y="307891"/>
                  <a:pt x="1544117" y="290032"/>
                  <a:pt x="1549756" y="312444"/>
                </a:cubicBezTo>
                <a:cubicBezTo>
                  <a:pt x="1551203" y="309148"/>
                  <a:pt x="1552118" y="304252"/>
                  <a:pt x="1552889" y="298890"/>
                </a:cubicBezTo>
                <a:cubicBezTo>
                  <a:pt x="1562967" y="311082"/>
                  <a:pt x="1569006" y="287936"/>
                  <a:pt x="1580379" y="300385"/>
                </a:cubicBezTo>
                <a:cubicBezTo>
                  <a:pt x="1582912" y="280764"/>
                  <a:pt x="1586379" y="291727"/>
                  <a:pt x="1592675" y="287336"/>
                </a:cubicBezTo>
                <a:cubicBezTo>
                  <a:pt x="1593247" y="282469"/>
                  <a:pt x="1590256" y="273753"/>
                  <a:pt x="1589703" y="273439"/>
                </a:cubicBezTo>
                <a:cubicBezTo>
                  <a:pt x="1588084" y="272486"/>
                  <a:pt x="1586922" y="281869"/>
                  <a:pt x="1585074" y="282345"/>
                </a:cubicBezTo>
                <a:cubicBezTo>
                  <a:pt x="1582741" y="282945"/>
                  <a:pt x="1582207" y="276382"/>
                  <a:pt x="1580512" y="277525"/>
                </a:cubicBezTo>
                <a:cubicBezTo>
                  <a:pt x="1578283" y="279030"/>
                  <a:pt x="1576369" y="285974"/>
                  <a:pt x="1574349" y="286336"/>
                </a:cubicBezTo>
                <a:cubicBezTo>
                  <a:pt x="1570987" y="286936"/>
                  <a:pt x="1568806" y="282021"/>
                  <a:pt x="1565215" y="281259"/>
                </a:cubicBezTo>
                <a:cubicBezTo>
                  <a:pt x="1561576" y="280497"/>
                  <a:pt x="1556566" y="285793"/>
                  <a:pt x="1549937" y="280440"/>
                </a:cubicBezTo>
                <a:cubicBezTo>
                  <a:pt x="1548041" y="278897"/>
                  <a:pt x="1545765" y="271210"/>
                  <a:pt x="1545412" y="271058"/>
                </a:cubicBezTo>
                <a:cubicBezTo>
                  <a:pt x="1543745" y="270400"/>
                  <a:pt x="1538688" y="276316"/>
                  <a:pt x="1534697" y="275049"/>
                </a:cubicBezTo>
                <a:cubicBezTo>
                  <a:pt x="1529639" y="273449"/>
                  <a:pt x="1528858" y="275630"/>
                  <a:pt x="1522476" y="274411"/>
                </a:cubicBezTo>
                <a:cubicBezTo>
                  <a:pt x="1517094" y="273344"/>
                  <a:pt x="1509541" y="272020"/>
                  <a:pt x="1501092" y="273258"/>
                </a:cubicBezTo>
                <a:cubicBezTo>
                  <a:pt x="1500702" y="265829"/>
                  <a:pt x="1502588" y="265447"/>
                  <a:pt x="1502702" y="259609"/>
                </a:cubicBezTo>
                <a:cubicBezTo>
                  <a:pt x="1498054" y="259532"/>
                  <a:pt x="1492644" y="261733"/>
                  <a:pt x="1493625" y="245378"/>
                </a:cubicBezTo>
                <a:cubicBezTo>
                  <a:pt x="1491834" y="246045"/>
                  <a:pt x="1492282" y="253665"/>
                  <a:pt x="1492025" y="259037"/>
                </a:cubicBezTo>
                <a:cubicBezTo>
                  <a:pt x="1491701" y="268943"/>
                  <a:pt x="1497425" y="261380"/>
                  <a:pt x="1499635" y="264019"/>
                </a:cubicBezTo>
                <a:cubicBezTo>
                  <a:pt x="1495006" y="280383"/>
                  <a:pt x="1484433" y="274991"/>
                  <a:pt x="1476689" y="267343"/>
                </a:cubicBezTo>
                <a:cubicBezTo>
                  <a:pt x="1472908" y="261114"/>
                  <a:pt x="1471803" y="285174"/>
                  <a:pt x="1470555" y="271601"/>
                </a:cubicBezTo>
                <a:cubicBezTo>
                  <a:pt x="1467450" y="261952"/>
                  <a:pt x="1471260" y="262790"/>
                  <a:pt x="1473698" y="258047"/>
                </a:cubicBezTo>
                <a:cubicBezTo>
                  <a:pt x="1475251" y="255037"/>
                  <a:pt x="1473279" y="248055"/>
                  <a:pt x="1476804" y="249064"/>
                </a:cubicBezTo>
                <a:cubicBezTo>
                  <a:pt x="1478051" y="249426"/>
                  <a:pt x="1478290" y="254198"/>
                  <a:pt x="1479833" y="253817"/>
                </a:cubicBezTo>
                <a:cubicBezTo>
                  <a:pt x="1479556" y="259151"/>
                  <a:pt x="1477032" y="257504"/>
                  <a:pt x="1475223" y="258142"/>
                </a:cubicBezTo>
                <a:cubicBezTo>
                  <a:pt x="1480061" y="270677"/>
                  <a:pt x="1485300" y="255389"/>
                  <a:pt x="1490472" y="263552"/>
                </a:cubicBezTo>
                <a:cubicBezTo>
                  <a:pt x="1492910" y="238539"/>
                  <a:pt x="1478556" y="262009"/>
                  <a:pt x="1481480" y="235615"/>
                </a:cubicBezTo>
                <a:cubicBezTo>
                  <a:pt x="1472984" y="241997"/>
                  <a:pt x="1470289" y="263457"/>
                  <a:pt x="1459983" y="252741"/>
                </a:cubicBezTo>
                <a:cubicBezTo>
                  <a:pt x="1457868" y="272334"/>
                  <a:pt x="1467222" y="258780"/>
                  <a:pt x="1465945" y="275915"/>
                </a:cubicBezTo>
                <a:cubicBezTo>
                  <a:pt x="1458849" y="276916"/>
                  <a:pt x="1452724" y="275154"/>
                  <a:pt x="1449210" y="265867"/>
                </a:cubicBezTo>
                <a:cubicBezTo>
                  <a:pt x="1451848" y="259542"/>
                  <a:pt x="1460544" y="259723"/>
                  <a:pt x="1455458" y="243330"/>
                </a:cubicBezTo>
                <a:cubicBezTo>
                  <a:pt x="1452496" y="245035"/>
                  <a:pt x="1454144" y="260999"/>
                  <a:pt x="1449267" y="256742"/>
                </a:cubicBezTo>
                <a:cubicBezTo>
                  <a:pt x="1450724" y="230662"/>
                  <a:pt x="1439247" y="239416"/>
                  <a:pt x="1437065" y="251493"/>
                </a:cubicBezTo>
                <a:cubicBezTo>
                  <a:pt x="1438428" y="259542"/>
                  <a:pt x="1441780" y="261837"/>
                  <a:pt x="1446181" y="261142"/>
                </a:cubicBezTo>
                <a:cubicBezTo>
                  <a:pt x="1444638" y="278925"/>
                  <a:pt x="1438447" y="264581"/>
                  <a:pt x="1433932" y="265057"/>
                </a:cubicBezTo>
                <a:cubicBezTo>
                  <a:pt x="1437551" y="247398"/>
                  <a:pt x="1431227" y="246798"/>
                  <a:pt x="1427988" y="237292"/>
                </a:cubicBezTo>
                <a:cubicBezTo>
                  <a:pt x="1426188" y="254884"/>
                  <a:pt x="1433294" y="253856"/>
                  <a:pt x="1429350" y="264800"/>
                </a:cubicBezTo>
                <a:cubicBezTo>
                  <a:pt x="1425226" y="261714"/>
                  <a:pt x="1425664" y="245512"/>
                  <a:pt x="1420301" y="246026"/>
                </a:cubicBezTo>
                <a:cubicBezTo>
                  <a:pt x="1415920" y="248140"/>
                  <a:pt x="1422721" y="252932"/>
                  <a:pt x="1423292" y="255342"/>
                </a:cubicBezTo>
                <a:cubicBezTo>
                  <a:pt x="1408367" y="264438"/>
                  <a:pt x="1386526" y="261542"/>
                  <a:pt x="1366723" y="261437"/>
                </a:cubicBezTo>
                <a:cubicBezTo>
                  <a:pt x="1364914" y="261409"/>
                  <a:pt x="1358408" y="249064"/>
                  <a:pt x="1356008" y="265428"/>
                </a:cubicBezTo>
                <a:cubicBezTo>
                  <a:pt x="1347511" y="257751"/>
                  <a:pt x="1330747" y="257665"/>
                  <a:pt x="1323956" y="259113"/>
                </a:cubicBezTo>
                <a:cubicBezTo>
                  <a:pt x="1326375" y="243626"/>
                  <a:pt x="1334348" y="251265"/>
                  <a:pt x="1340825" y="250893"/>
                </a:cubicBezTo>
                <a:cubicBezTo>
                  <a:pt x="1350093" y="250312"/>
                  <a:pt x="1358722" y="253722"/>
                  <a:pt x="1365285" y="247636"/>
                </a:cubicBezTo>
                <a:cubicBezTo>
                  <a:pt x="1364866" y="231434"/>
                  <a:pt x="1361142" y="236177"/>
                  <a:pt x="1363913" y="220108"/>
                </a:cubicBezTo>
                <a:cubicBezTo>
                  <a:pt x="1358322" y="223880"/>
                  <a:pt x="1355836" y="211584"/>
                  <a:pt x="1353236" y="219537"/>
                </a:cubicBezTo>
                <a:cubicBezTo>
                  <a:pt x="1355179" y="221928"/>
                  <a:pt x="1356360" y="224547"/>
                  <a:pt x="1360808" y="229081"/>
                </a:cubicBezTo>
                <a:cubicBezTo>
                  <a:pt x="1357179" y="252217"/>
                  <a:pt x="1351578" y="225528"/>
                  <a:pt x="1345530" y="228271"/>
                </a:cubicBezTo>
                <a:cubicBezTo>
                  <a:pt x="1344863" y="239197"/>
                  <a:pt x="1352502" y="226119"/>
                  <a:pt x="1350026" y="242216"/>
                </a:cubicBezTo>
                <a:cubicBezTo>
                  <a:pt x="1314831" y="238863"/>
                  <a:pt x="1265330" y="234882"/>
                  <a:pt x="1227839" y="235634"/>
                </a:cubicBezTo>
                <a:cubicBezTo>
                  <a:pt x="1225296" y="235682"/>
                  <a:pt x="1222753" y="230424"/>
                  <a:pt x="1220229" y="230615"/>
                </a:cubicBezTo>
                <a:cubicBezTo>
                  <a:pt x="1216790" y="230948"/>
                  <a:pt x="1214199" y="235739"/>
                  <a:pt x="1211047" y="234720"/>
                </a:cubicBezTo>
                <a:cubicBezTo>
                  <a:pt x="1205903" y="233062"/>
                  <a:pt x="1199817" y="212317"/>
                  <a:pt x="1195788" y="229310"/>
                </a:cubicBezTo>
                <a:cubicBezTo>
                  <a:pt x="1195283" y="218823"/>
                  <a:pt x="1189720" y="222909"/>
                  <a:pt x="1188244" y="215203"/>
                </a:cubicBezTo>
                <a:cubicBezTo>
                  <a:pt x="1186310" y="216222"/>
                  <a:pt x="1186644" y="224214"/>
                  <a:pt x="1188187" y="224366"/>
                </a:cubicBezTo>
                <a:cubicBezTo>
                  <a:pt x="1161240" y="246769"/>
                  <a:pt x="1131646" y="215698"/>
                  <a:pt x="1110206" y="233863"/>
                </a:cubicBezTo>
                <a:cubicBezTo>
                  <a:pt x="1108005" y="231700"/>
                  <a:pt x="1110396" y="229853"/>
                  <a:pt x="1110272" y="224719"/>
                </a:cubicBezTo>
                <a:cubicBezTo>
                  <a:pt x="1104948" y="229948"/>
                  <a:pt x="1099280" y="234082"/>
                  <a:pt x="1091889" y="232862"/>
                </a:cubicBezTo>
                <a:cubicBezTo>
                  <a:pt x="1092099" y="221080"/>
                  <a:pt x="1097890" y="226643"/>
                  <a:pt x="1098109" y="214908"/>
                </a:cubicBezTo>
                <a:cubicBezTo>
                  <a:pt x="1093299" y="214222"/>
                  <a:pt x="1086479" y="231262"/>
                  <a:pt x="1082802" y="218651"/>
                </a:cubicBezTo>
                <a:cubicBezTo>
                  <a:pt x="1082973" y="198668"/>
                  <a:pt x="1089222" y="224128"/>
                  <a:pt x="1090527" y="205345"/>
                </a:cubicBezTo>
                <a:cubicBezTo>
                  <a:pt x="1095356" y="203383"/>
                  <a:pt x="1095870" y="213860"/>
                  <a:pt x="1101185" y="210498"/>
                </a:cubicBezTo>
                <a:cubicBezTo>
                  <a:pt x="1102433" y="209707"/>
                  <a:pt x="1102728" y="206002"/>
                  <a:pt x="1104271" y="206097"/>
                </a:cubicBezTo>
                <a:cubicBezTo>
                  <a:pt x="1104767" y="195696"/>
                  <a:pt x="1104005" y="188905"/>
                  <a:pt x="1101328" y="187638"/>
                </a:cubicBezTo>
                <a:cubicBezTo>
                  <a:pt x="1106224" y="182523"/>
                  <a:pt x="1107224" y="162511"/>
                  <a:pt x="1107634" y="155986"/>
                </a:cubicBezTo>
                <a:cubicBezTo>
                  <a:pt x="1105243" y="138270"/>
                  <a:pt x="1098661" y="156053"/>
                  <a:pt x="1095461" y="146195"/>
                </a:cubicBezTo>
                <a:cubicBezTo>
                  <a:pt x="1094708" y="131755"/>
                  <a:pt x="1100376" y="142537"/>
                  <a:pt x="1101604" y="141946"/>
                </a:cubicBezTo>
                <a:cubicBezTo>
                  <a:pt x="1103205" y="141203"/>
                  <a:pt x="1102471" y="133355"/>
                  <a:pt x="1103195" y="132859"/>
                </a:cubicBezTo>
                <a:cubicBezTo>
                  <a:pt x="1107653" y="130012"/>
                  <a:pt x="1113358" y="132183"/>
                  <a:pt x="1120016" y="129230"/>
                </a:cubicBezTo>
                <a:cubicBezTo>
                  <a:pt x="1122569" y="137670"/>
                  <a:pt x="1122169" y="163244"/>
                  <a:pt x="1118273" y="165721"/>
                </a:cubicBezTo>
                <a:cubicBezTo>
                  <a:pt x="1117083" y="175770"/>
                  <a:pt x="1123779" y="184847"/>
                  <a:pt x="1124322" y="175179"/>
                </a:cubicBezTo>
                <a:cubicBezTo>
                  <a:pt x="1129046" y="182828"/>
                  <a:pt x="1121093" y="189495"/>
                  <a:pt x="1121131" y="197877"/>
                </a:cubicBezTo>
                <a:cubicBezTo>
                  <a:pt x="1124455" y="198877"/>
                  <a:pt x="1126017" y="194419"/>
                  <a:pt x="1125798" y="184418"/>
                </a:cubicBezTo>
                <a:cubicBezTo>
                  <a:pt x="1130618" y="182466"/>
                  <a:pt x="1129170" y="198620"/>
                  <a:pt x="1134904" y="194058"/>
                </a:cubicBezTo>
                <a:cubicBezTo>
                  <a:pt x="1132199" y="212298"/>
                  <a:pt x="1125074" y="188066"/>
                  <a:pt x="1122607" y="207097"/>
                </a:cubicBezTo>
                <a:cubicBezTo>
                  <a:pt x="1117378" y="206974"/>
                  <a:pt x="1111177" y="186523"/>
                  <a:pt x="1105834" y="201630"/>
                </a:cubicBezTo>
                <a:cubicBezTo>
                  <a:pt x="1103690" y="220947"/>
                  <a:pt x="1117968" y="202573"/>
                  <a:pt x="1111825" y="220251"/>
                </a:cubicBezTo>
                <a:cubicBezTo>
                  <a:pt x="1118168" y="209326"/>
                  <a:pt x="1122436" y="220099"/>
                  <a:pt x="1127189" y="207345"/>
                </a:cubicBezTo>
                <a:cubicBezTo>
                  <a:pt x="1130094" y="209421"/>
                  <a:pt x="1133751" y="209345"/>
                  <a:pt x="1133208" y="221413"/>
                </a:cubicBezTo>
                <a:cubicBezTo>
                  <a:pt x="1139666" y="208450"/>
                  <a:pt x="1152496" y="217461"/>
                  <a:pt x="1163755" y="223052"/>
                </a:cubicBezTo>
                <a:cubicBezTo>
                  <a:pt x="1169537" y="212574"/>
                  <a:pt x="1177662" y="207688"/>
                  <a:pt x="1182129" y="214898"/>
                </a:cubicBezTo>
                <a:cubicBezTo>
                  <a:pt x="1186386" y="209479"/>
                  <a:pt x="1189977" y="201982"/>
                  <a:pt x="1195959" y="201906"/>
                </a:cubicBezTo>
                <a:cubicBezTo>
                  <a:pt x="1196112" y="210155"/>
                  <a:pt x="1194025" y="211479"/>
                  <a:pt x="1194321" y="220118"/>
                </a:cubicBezTo>
                <a:cubicBezTo>
                  <a:pt x="1198140" y="221109"/>
                  <a:pt x="1198093" y="210088"/>
                  <a:pt x="1200522" y="206745"/>
                </a:cubicBezTo>
                <a:cubicBezTo>
                  <a:pt x="1205713" y="205773"/>
                  <a:pt x="1212875" y="210936"/>
                  <a:pt x="1215809" y="202992"/>
                </a:cubicBezTo>
                <a:cubicBezTo>
                  <a:pt x="1214847" y="196810"/>
                  <a:pt x="1212599" y="194305"/>
                  <a:pt x="1209761" y="193524"/>
                </a:cubicBezTo>
                <a:cubicBezTo>
                  <a:pt x="1212714" y="185618"/>
                  <a:pt x="1219572" y="189800"/>
                  <a:pt x="1222067" y="180484"/>
                </a:cubicBezTo>
                <a:cubicBezTo>
                  <a:pt x="1228963" y="181551"/>
                  <a:pt x="1230868" y="196944"/>
                  <a:pt x="1237231" y="199592"/>
                </a:cubicBezTo>
                <a:cubicBezTo>
                  <a:pt x="1239517" y="197706"/>
                  <a:pt x="1236659" y="193715"/>
                  <a:pt x="1237317" y="185876"/>
                </a:cubicBezTo>
                <a:cubicBezTo>
                  <a:pt x="1243803" y="185095"/>
                  <a:pt x="1245461" y="198277"/>
                  <a:pt x="1252528" y="195829"/>
                </a:cubicBezTo>
                <a:cubicBezTo>
                  <a:pt x="1254100" y="192962"/>
                  <a:pt x="1254185" y="185399"/>
                  <a:pt x="1257167" y="186933"/>
                </a:cubicBezTo>
                <a:cubicBezTo>
                  <a:pt x="1257776" y="179189"/>
                  <a:pt x="1256024" y="178237"/>
                  <a:pt x="1254176" y="177608"/>
                </a:cubicBezTo>
                <a:cubicBezTo>
                  <a:pt x="1259196" y="169016"/>
                  <a:pt x="1262910" y="175465"/>
                  <a:pt x="1266358" y="182847"/>
                </a:cubicBezTo>
                <a:cubicBezTo>
                  <a:pt x="1269825" y="180484"/>
                  <a:pt x="1264558" y="175608"/>
                  <a:pt x="1267978" y="169245"/>
                </a:cubicBezTo>
                <a:cubicBezTo>
                  <a:pt x="1272978" y="172750"/>
                  <a:pt x="1269940" y="199496"/>
                  <a:pt x="1278531" y="192686"/>
                </a:cubicBezTo>
                <a:cubicBezTo>
                  <a:pt x="1277560" y="187981"/>
                  <a:pt x="1275045" y="187743"/>
                  <a:pt x="1275560" y="178789"/>
                </a:cubicBezTo>
                <a:cubicBezTo>
                  <a:pt x="1280712" y="187428"/>
                  <a:pt x="1281236" y="168092"/>
                  <a:pt x="1284742" y="174731"/>
                </a:cubicBezTo>
                <a:cubicBezTo>
                  <a:pt x="1284313" y="173912"/>
                  <a:pt x="1283037" y="186761"/>
                  <a:pt x="1284656" y="188428"/>
                </a:cubicBezTo>
                <a:cubicBezTo>
                  <a:pt x="1286075" y="189886"/>
                  <a:pt x="1288828" y="178332"/>
                  <a:pt x="1286237" y="179361"/>
                </a:cubicBezTo>
                <a:cubicBezTo>
                  <a:pt x="1285627" y="166607"/>
                  <a:pt x="1294543" y="183399"/>
                  <a:pt x="1293933" y="170626"/>
                </a:cubicBezTo>
                <a:cubicBezTo>
                  <a:pt x="1292104" y="157948"/>
                  <a:pt x="1279741" y="175665"/>
                  <a:pt x="1281827" y="151700"/>
                </a:cubicBezTo>
                <a:cubicBezTo>
                  <a:pt x="1279741" y="152995"/>
                  <a:pt x="1280484" y="163054"/>
                  <a:pt x="1280189" y="169883"/>
                </a:cubicBezTo>
                <a:cubicBezTo>
                  <a:pt x="1277531" y="169607"/>
                  <a:pt x="1274988" y="169464"/>
                  <a:pt x="1272445" y="169321"/>
                </a:cubicBezTo>
                <a:close/>
                <a:moveTo>
                  <a:pt x="1112234" y="133202"/>
                </a:moveTo>
                <a:cubicBezTo>
                  <a:pt x="1112425" y="147690"/>
                  <a:pt x="1113149" y="160568"/>
                  <a:pt x="1118187" y="160996"/>
                </a:cubicBezTo>
                <a:cubicBezTo>
                  <a:pt x="1118245" y="151843"/>
                  <a:pt x="1118302" y="142708"/>
                  <a:pt x="1118359" y="133555"/>
                </a:cubicBezTo>
                <a:cubicBezTo>
                  <a:pt x="1116311" y="133441"/>
                  <a:pt x="1114273" y="133317"/>
                  <a:pt x="1112234" y="133202"/>
                </a:cubicBezTo>
                <a:close/>
                <a:moveTo>
                  <a:pt x="1113415" y="192724"/>
                </a:moveTo>
                <a:cubicBezTo>
                  <a:pt x="1114939" y="192819"/>
                  <a:pt x="1116473" y="192886"/>
                  <a:pt x="1118007" y="192972"/>
                </a:cubicBezTo>
                <a:cubicBezTo>
                  <a:pt x="1116559" y="179189"/>
                  <a:pt x="1116606" y="161082"/>
                  <a:pt x="1109005" y="165073"/>
                </a:cubicBezTo>
                <a:cubicBezTo>
                  <a:pt x="1106281" y="186390"/>
                  <a:pt x="1116130" y="171407"/>
                  <a:pt x="1113415" y="192724"/>
                </a:cubicBezTo>
                <a:close/>
                <a:moveTo>
                  <a:pt x="1229430" y="208145"/>
                </a:moveTo>
                <a:cubicBezTo>
                  <a:pt x="1224953" y="206088"/>
                  <a:pt x="1228277" y="181551"/>
                  <a:pt x="1220372" y="189371"/>
                </a:cubicBezTo>
                <a:cubicBezTo>
                  <a:pt x="1218533" y="203668"/>
                  <a:pt x="1222705" y="200620"/>
                  <a:pt x="1223315" y="207831"/>
                </a:cubicBezTo>
                <a:cubicBezTo>
                  <a:pt x="1222181" y="215155"/>
                  <a:pt x="1230478" y="215632"/>
                  <a:pt x="1229430" y="208145"/>
                </a:cubicBezTo>
                <a:close/>
                <a:moveTo>
                  <a:pt x="502587" y="397540"/>
                </a:moveTo>
                <a:cubicBezTo>
                  <a:pt x="499091" y="403770"/>
                  <a:pt x="492719" y="401074"/>
                  <a:pt x="493290" y="419914"/>
                </a:cubicBezTo>
                <a:cubicBezTo>
                  <a:pt x="498167" y="424163"/>
                  <a:pt x="496519" y="408189"/>
                  <a:pt x="499472" y="406503"/>
                </a:cubicBezTo>
                <a:cubicBezTo>
                  <a:pt x="499186" y="417838"/>
                  <a:pt x="499062" y="428677"/>
                  <a:pt x="502396" y="429516"/>
                </a:cubicBezTo>
                <a:cubicBezTo>
                  <a:pt x="502463" y="418886"/>
                  <a:pt x="502530" y="408189"/>
                  <a:pt x="502587" y="397540"/>
                </a:cubicBezTo>
                <a:close/>
                <a:moveTo>
                  <a:pt x="574319" y="410532"/>
                </a:moveTo>
                <a:cubicBezTo>
                  <a:pt x="575843" y="410628"/>
                  <a:pt x="577367" y="410694"/>
                  <a:pt x="578901" y="410780"/>
                </a:cubicBezTo>
                <a:cubicBezTo>
                  <a:pt x="577882" y="396769"/>
                  <a:pt x="580558" y="394245"/>
                  <a:pt x="580596" y="383472"/>
                </a:cubicBezTo>
                <a:cubicBezTo>
                  <a:pt x="574986" y="381576"/>
                  <a:pt x="575872" y="399855"/>
                  <a:pt x="574319" y="410532"/>
                </a:cubicBezTo>
                <a:close/>
                <a:moveTo>
                  <a:pt x="571510" y="369232"/>
                </a:moveTo>
                <a:cubicBezTo>
                  <a:pt x="574862" y="355745"/>
                  <a:pt x="573253" y="347582"/>
                  <a:pt x="579339" y="337647"/>
                </a:cubicBezTo>
                <a:cubicBezTo>
                  <a:pt x="573948" y="338180"/>
                  <a:pt x="564547" y="359364"/>
                  <a:pt x="571510" y="369232"/>
                </a:cubicBezTo>
                <a:close/>
                <a:moveTo>
                  <a:pt x="543878" y="390596"/>
                </a:moveTo>
                <a:cubicBezTo>
                  <a:pt x="544001" y="376823"/>
                  <a:pt x="550507" y="364593"/>
                  <a:pt x="542515" y="363088"/>
                </a:cubicBezTo>
                <a:cubicBezTo>
                  <a:pt x="544030" y="380233"/>
                  <a:pt x="539220" y="377671"/>
                  <a:pt x="537801" y="385691"/>
                </a:cubicBezTo>
                <a:cubicBezTo>
                  <a:pt x="540696" y="384843"/>
                  <a:pt x="541144" y="391044"/>
                  <a:pt x="543878" y="390596"/>
                </a:cubicBezTo>
                <a:close/>
                <a:moveTo>
                  <a:pt x="545240" y="418124"/>
                </a:moveTo>
                <a:cubicBezTo>
                  <a:pt x="544840" y="424639"/>
                  <a:pt x="542677" y="425706"/>
                  <a:pt x="542106" y="431678"/>
                </a:cubicBezTo>
                <a:cubicBezTo>
                  <a:pt x="544163" y="433211"/>
                  <a:pt x="544973" y="438336"/>
                  <a:pt x="548183" y="436574"/>
                </a:cubicBezTo>
                <a:cubicBezTo>
                  <a:pt x="548669" y="426191"/>
                  <a:pt x="547916" y="419381"/>
                  <a:pt x="545240" y="418124"/>
                </a:cubicBezTo>
                <a:close/>
                <a:moveTo>
                  <a:pt x="553183" y="368232"/>
                </a:moveTo>
                <a:cubicBezTo>
                  <a:pt x="553698" y="362088"/>
                  <a:pt x="555412" y="359631"/>
                  <a:pt x="554822" y="350068"/>
                </a:cubicBezTo>
                <a:cubicBezTo>
                  <a:pt x="552155" y="350268"/>
                  <a:pt x="550069" y="348753"/>
                  <a:pt x="548735" y="345143"/>
                </a:cubicBezTo>
                <a:cubicBezTo>
                  <a:pt x="548364" y="358230"/>
                  <a:pt x="548402" y="370089"/>
                  <a:pt x="553183" y="368232"/>
                </a:cubicBezTo>
                <a:close/>
                <a:moveTo>
                  <a:pt x="581844" y="429249"/>
                </a:moveTo>
                <a:cubicBezTo>
                  <a:pt x="577158" y="417047"/>
                  <a:pt x="572138" y="433583"/>
                  <a:pt x="565052" y="428306"/>
                </a:cubicBezTo>
                <a:cubicBezTo>
                  <a:pt x="564718" y="421810"/>
                  <a:pt x="562585" y="420495"/>
                  <a:pt x="562080" y="414466"/>
                </a:cubicBezTo>
                <a:cubicBezTo>
                  <a:pt x="562127" y="408418"/>
                  <a:pt x="564775" y="410428"/>
                  <a:pt x="565185" y="405474"/>
                </a:cubicBezTo>
                <a:cubicBezTo>
                  <a:pt x="561451" y="401283"/>
                  <a:pt x="561889" y="385053"/>
                  <a:pt x="556127" y="386701"/>
                </a:cubicBezTo>
                <a:cubicBezTo>
                  <a:pt x="553012" y="387891"/>
                  <a:pt x="552012" y="395654"/>
                  <a:pt x="549935" y="400093"/>
                </a:cubicBezTo>
                <a:cubicBezTo>
                  <a:pt x="550335" y="422896"/>
                  <a:pt x="553164" y="438717"/>
                  <a:pt x="560384" y="441822"/>
                </a:cubicBezTo>
                <a:cubicBezTo>
                  <a:pt x="561480" y="432659"/>
                  <a:pt x="558384" y="435621"/>
                  <a:pt x="557384" y="432478"/>
                </a:cubicBezTo>
                <a:cubicBezTo>
                  <a:pt x="555803" y="427620"/>
                  <a:pt x="552888" y="412504"/>
                  <a:pt x="555993" y="409542"/>
                </a:cubicBezTo>
                <a:cubicBezTo>
                  <a:pt x="559737" y="413733"/>
                  <a:pt x="562556" y="420572"/>
                  <a:pt x="561937" y="437326"/>
                </a:cubicBezTo>
                <a:cubicBezTo>
                  <a:pt x="569643" y="437983"/>
                  <a:pt x="576615" y="436326"/>
                  <a:pt x="581844" y="429249"/>
                </a:cubicBezTo>
                <a:close/>
                <a:moveTo>
                  <a:pt x="584378" y="516260"/>
                </a:moveTo>
                <a:cubicBezTo>
                  <a:pt x="579996" y="515088"/>
                  <a:pt x="576605" y="516993"/>
                  <a:pt x="575158" y="524899"/>
                </a:cubicBezTo>
                <a:cubicBezTo>
                  <a:pt x="580711" y="516927"/>
                  <a:pt x="579663" y="525975"/>
                  <a:pt x="584302" y="529985"/>
                </a:cubicBezTo>
                <a:cubicBezTo>
                  <a:pt x="584321" y="525404"/>
                  <a:pt x="584349" y="520841"/>
                  <a:pt x="584378" y="516260"/>
                </a:cubicBezTo>
                <a:close/>
                <a:moveTo>
                  <a:pt x="616115" y="572857"/>
                </a:moveTo>
                <a:cubicBezTo>
                  <a:pt x="614867" y="568895"/>
                  <a:pt x="604257" y="559675"/>
                  <a:pt x="605390" y="576867"/>
                </a:cubicBezTo>
                <a:cubicBezTo>
                  <a:pt x="606495" y="585859"/>
                  <a:pt x="616649" y="584268"/>
                  <a:pt x="616115" y="572857"/>
                </a:cubicBezTo>
                <a:close/>
                <a:moveTo>
                  <a:pt x="631689" y="523403"/>
                </a:moveTo>
                <a:cubicBezTo>
                  <a:pt x="623973" y="525880"/>
                  <a:pt x="618573" y="503992"/>
                  <a:pt x="611876" y="517765"/>
                </a:cubicBezTo>
                <a:cubicBezTo>
                  <a:pt x="610114" y="542254"/>
                  <a:pt x="618573" y="537424"/>
                  <a:pt x="620973" y="527385"/>
                </a:cubicBezTo>
                <a:cubicBezTo>
                  <a:pt x="627002" y="525585"/>
                  <a:pt x="628850" y="537396"/>
                  <a:pt x="631689" y="523403"/>
                </a:cubicBezTo>
                <a:close/>
                <a:moveTo>
                  <a:pt x="653072" y="524585"/>
                </a:moveTo>
                <a:cubicBezTo>
                  <a:pt x="648062" y="509497"/>
                  <a:pt x="641290" y="538701"/>
                  <a:pt x="636270" y="523661"/>
                </a:cubicBezTo>
                <a:cubicBezTo>
                  <a:pt x="638823" y="548321"/>
                  <a:pt x="648338" y="531328"/>
                  <a:pt x="653072" y="524585"/>
                </a:cubicBezTo>
                <a:close/>
                <a:moveTo>
                  <a:pt x="658882" y="575172"/>
                </a:moveTo>
                <a:cubicBezTo>
                  <a:pt x="651929" y="574838"/>
                  <a:pt x="644128" y="553121"/>
                  <a:pt x="639023" y="574086"/>
                </a:cubicBezTo>
                <a:cubicBezTo>
                  <a:pt x="646909" y="567990"/>
                  <a:pt x="653996" y="587488"/>
                  <a:pt x="658882" y="575172"/>
                </a:cubicBezTo>
                <a:close/>
                <a:moveTo>
                  <a:pt x="602056" y="370899"/>
                </a:moveTo>
                <a:cubicBezTo>
                  <a:pt x="602161" y="368108"/>
                  <a:pt x="602323" y="365489"/>
                  <a:pt x="603618" y="366422"/>
                </a:cubicBezTo>
                <a:cubicBezTo>
                  <a:pt x="604152" y="354401"/>
                  <a:pt x="601589" y="351287"/>
                  <a:pt x="597599" y="352354"/>
                </a:cubicBezTo>
                <a:cubicBezTo>
                  <a:pt x="597084" y="364298"/>
                  <a:pt x="598027" y="372051"/>
                  <a:pt x="602056" y="370899"/>
                </a:cubicBezTo>
                <a:close/>
                <a:moveTo>
                  <a:pt x="603085" y="453261"/>
                </a:moveTo>
                <a:cubicBezTo>
                  <a:pt x="604123" y="435288"/>
                  <a:pt x="594732" y="447442"/>
                  <a:pt x="590922" y="443479"/>
                </a:cubicBezTo>
                <a:cubicBezTo>
                  <a:pt x="593522" y="428516"/>
                  <a:pt x="590674" y="425963"/>
                  <a:pt x="584921" y="424858"/>
                </a:cubicBezTo>
                <a:cubicBezTo>
                  <a:pt x="583359" y="454576"/>
                  <a:pt x="598361" y="456224"/>
                  <a:pt x="603085" y="453261"/>
                </a:cubicBezTo>
                <a:close/>
                <a:moveTo>
                  <a:pt x="603285" y="421276"/>
                </a:moveTo>
                <a:cubicBezTo>
                  <a:pt x="598361" y="425001"/>
                  <a:pt x="598541" y="413961"/>
                  <a:pt x="597256" y="407208"/>
                </a:cubicBezTo>
                <a:cubicBezTo>
                  <a:pt x="594408" y="407684"/>
                  <a:pt x="592141" y="409942"/>
                  <a:pt x="591093" y="416038"/>
                </a:cubicBezTo>
                <a:cubicBezTo>
                  <a:pt x="597094" y="418038"/>
                  <a:pt x="597713" y="424325"/>
                  <a:pt x="594036" y="434459"/>
                </a:cubicBezTo>
                <a:cubicBezTo>
                  <a:pt x="597941" y="435383"/>
                  <a:pt x="605371" y="423582"/>
                  <a:pt x="603285" y="421276"/>
                </a:cubicBezTo>
                <a:close/>
                <a:moveTo>
                  <a:pt x="605228" y="352763"/>
                </a:moveTo>
                <a:cubicBezTo>
                  <a:pt x="609514" y="358345"/>
                  <a:pt x="607819" y="381205"/>
                  <a:pt x="615772" y="376204"/>
                </a:cubicBezTo>
                <a:cubicBezTo>
                  <a:pt x="617458" y="366317"/>
                  <a:pt x="613020" y="366793"/>
                  <a:pt x="612829" y="357773"/>
                </a:cubicBezTo>
                <a:cubicBezTo>
                  <a:pt x="612781" y="355745"/>
                  <a:pt x="616468" y="352735"/>
                  <a:pt x="615963" y="344229"/>
                </a:cubicBezTo>
                <a:cubicBezTo>
                  <a:pt x="615725" y="340009"/>
                  <a:pt x="615448" y="332903"/>
                  <a:pt x="609914" y="334732"/>
                </a:cubicBezTo>
                <a:cubicBezTo>
                  <a:pt x="611324" y="360278"/>
                  <a:pt x="607476" y="343772"/>
                  <a:pt x="605228" y="352763"/>
                </a:cubicBezTo>
                <a:close/>
                <a:moveTo>
                  <a:pt x="640175" y="382100"/>
                </a:moveTo>
                <a:cubicBezTo>
                  <a:pt x="641633" y="410008"/>
                  <a:pt x="627526" y="374042"/>
                  <a:pt x="632403" y="404560"/>
                </a:cubicBezTo>
                <a:cubicBezTo>
                  <a:pt x="627136" y="400645"/>
                  <a:pt x="625926" y="409256"/>
                  <a:pt x="623192" y="413190"/>
                </a:cubicBezTo>
                <a:cubicBezTo>
                  <a:pt x="618154" y="403770"/>
                  <a:pt x="613200" y="394092"/>
                  <a:pt x="606523" y="389425"/>
                </a:cubicBezTo>
                <a:cubicBezTo>
                  <a:pt x="606485" y="395530"/>
                  <a:pt x="606447" y="401617"/>
                  <a:pt x="606409" y="407713"/>
                </a:cubicBezTo>
                <a:cubicBezTo>
                  <a:pt x="613229" y="406303"/>
                  <a:pt x="617153" y="409951"/>
                  <a:pt x="613934" y="426429"/>
                </a:cubicBezTo>
                <a:cubicBezTo>
                  <a:pt x="622068" y="425239"/>
                  <a:pt x="627707" y="416371"/>
                  <a:pt x="635394" y="413838"/>
                </a:cubicBezTo>
                <a:cubicBezTo>
                  <a:pt x="633736" y="393435"/>
                  <a:pt x="649872" y="399026"/>
                  <a:pt x="640175" y="382100"/>
                </a:cubicBezTo>
                <a:close/>
                <a:moveTo>
                  <a:pt x="657377" y="319007"/>
                </a:moveTo>
                <a:cubicBezTo>
                  <a:pt x="651234" y="321721"/>
                  <a:pt x="646843" y="329789"/>
                  <a:pt x="641985" y="336475"/>
                </a:cubicBezTo>
                <a:cubicBezTo>
                  <a:pt x="636489" y="328360"/>
                  <a:pt x="628964" y="326141"/>
                  <a:pt x="620649" y="326169"/>
                </a:cubicBezTo>
                <a:cubicBezTo>
                  <a:pt x="620097" y="336761"/>
                  <a:pt x="620792" y="343734"/>
                  <a:pt x="622040" y="349134"/>
                </a:cubicBezTo>
                <a:cubicBezTo>
                  <a:pt x="624802" y="343714"/>
                  <a:pt x="630936" y="348753"/>
                  <a:pt x="632784" y="340562"/>
                </a:cubicBezTo>
                <a:cubicBezTo>
                  <a:pt x="628926" y="332484"/>
                  <a:pt x="627412" y="345496"/>
                  <a:pt x="625183" y="335561"/>
                </a:cubicBezTo>
                <a:cubicBezTo>
                  <a:pt x="629479" y="324455"/>
                  <a:pt x="635165" y="336599"/>
                  <a:pt x="637337" y="345381"/>
                </a:cubicBezTo>
                <a:cubicBezTo>
                  <a:pt x="629279" y="352296"/>
                  <a:pt x="634860" y="363479"/>
                  <a:pt x="629536" y="372366"/>
                </a:cubicBezTo>
                <a:cubicBezTo>
                  <a:pt x="626640" y="373251"/>
                  <a:pt x="626202" y="367041"/>
                  <a:pt x="623459" y="367489"/>
                </a:cubicBezTo>
                <a:cubicBezTo>
                  <a:pt x="623135" y="380386"/>
                  <a:pt x="627974" y="378385"/>
                  <a:pt x="627898" y="390577"/>
                </a:cubicBezTo>
                <a:cubicBezTo>
                  <a:pt x="627297" y="392921"/>
                  <a:pt x="620439" y="396969"/>
                  <a:pt x="624783" y="399578"/>
                </a:cubicBezTo>
                <a:cubicBezTo>
                  <a:pt x="629888" y="395216"/>
                  <a:pt x="629726" y="374537"/>
                  <a:pt x="637146" y="377385"/>
                </a:cubicBezTo>
                <a:cubicBezTo>
                  <a:pt x="633203" y="356707"/>
                  <a:pt x="639489" y="355821"/>
                  <a:pt x="641861" y="354754"/>
                </a:cubicBezTo>
                <a:cubicBezTo>
                  <a:pt x="638966" y="354154"/>
                  <a:pt x="642909" y="336971"/>
                  <a:pt x="645024" y="336637"/>
                </a:cubicBezTo>
                <a:cubicBezTo>
                  <a:pt x="644309" y="359697"/>
                  <a:pt x="655672" y="347839"/>
                  <a:pt x="657082" y="364736"/>
                </a:cubicBezTo>
                <a:cubicBezTo>
                  <a:pt x="657130" y="357107"/>
                  <a:pt x="657177" y="349515"/>
                  <a:pt x="657216" y="341895"/>
                </a:cubicBezTo>
                <a:cubicBezTo>
                  <a:pt x="653158" y="341581"/>
                  <a:pt x="648205" y="343924"/>
                  <a:pt x="648110" y="332246"/>
                </a:cubicBezTo>
                <a:cubicBezTo>
                  <a:pt x="652262" y="331122"/>
                  <a:pt x="659387" y="339276"/>
                  <a:pt x="657377" y="319007"/>
                </a:cubicBezTo>
                <a:close/>
                <a:moveTo>
                  <a:pt x="664502" y="401693"/>
                </a:moveTo>
                <a:cubicBezTo>
                  <a:pt x="668846" y="398131"/>
                  <a:pt x="668426" y="408351"/>
                  <a:pt x="672113" y="406675"/>
                </a:cubicBezTo>
                <a:cubicBezTo>
                  <a:pt x="674922" y="386367"/>
                  <a:pt x="664140" y="389806"/>
                  <a:pt x="664502" y="401693"/>
                </a:cubicBezTo>
                <a:close/>
                <a:moveTo>
                  <a:pt x="673951" y="356478"/>
                </a:moveTo>
                <a:cubicBezTo>
                  <a:pt x="667398" y="353963"/>
                  <a:pt x="671922" y="368699"/>
                  <a:pt x="669284" y="369965"/>
                </a:cubicBezTo>
                <a:cubicBezTo>
                  <a:pt x="665226" y="369794"/>
                  <a:pt x="660311" y="366908"/>
                  <a:pt x="660064" y="378585"/>
                </a:cubicBezTo>
                <a:cubicBezTo>
                  <a:pt x="665874" y="382976"/>
                  <a:pt x="669855" y="371670"/>
                  <a:pt x="672284" y="379252"/>
                </a:cubicBezTo>
                <a:cubicBezTo>
                  <a:pt x="671103" y="366279"/>
                  <a:pt x="674513" y="367536"/>
                  <a:pt x="673951" y="356478"/>
                </a:cubicBezTo>
                <a:close/>
                <a:moveTo>
                  <a:pt x="683247" y="334132"/>
                </a:moveTo>
                <a:cubicBezTo>
                  <a:pt x="680561" y="335247"/>
                  <a:pt x="675704" y="320845"/>
                  <a:pt x="674084" y="333646"/>
                </a:cubicBezTo>
                <a:cubicBezTo>
                  <a:pt x="675275" y="334704"/>
                  <a:pt x="675837" y="337542"/>
                  <a:pt x="675561" y="342848"/>
                </a:cubicBezTo>
                <a:cubicBezTo>
                  <a:pt x="679342" y="343734"/>
                  <a:pt x="682962" y="344114"/>
                  <a:pt x="683247" y="334132"/>
                </a:cubicBezTo>
                <a:close/>
                <a:moveTo>
                  <a:pt x="693887" y="343848"/>
                </a:moveTo>
                <a:cubicBezTo>
                  <a:pt x="698868" y="338457"/>
                  <a:pt x="694963" y="358697"/>
                  <a:pt x="699945" y="353325"/>
                </a:cubicBezTo>
                <a:cubicBezTo>
                  <a:pt x="702355" y="351468"/>
                  <a:pt x="701335" y="339028"/>
                  <a:pt x="706107" y="344496"/>
                </a:cubicBezTo>
                <a:cubicBezTo>
                  <a:pt x="708079" y="329817"/>
                  <a:pt x="701192" y="340733"/>
                  <a:pt x="703164" y="326055"/>
                </a:cubicBezTo>
                <a:cubicBezTo>
                  <a:pt x="707698" y="325122"/>
                  <a:pt x="710594" y="344534"/>
                  <a:pt x="712327" y="326541"/>
                </a:cubicBezTo>
                <a:cubicBezTo>
                  <a:pt x="707850" y="327503"/>
                  <a:pt x="707698" y="315949"/>
                  <a:pt x="703221" y="316892"/>
                </a:cubicBezTo>
                <a:cubicBezTo>
                  <a:pt x="697525" y="324045"/>
                  <a:pt x="693906" y="337666"/>
                  <a:pt x="686286" y="338857"/>
                </a:cubicBezTo>
                <a:cubicBezTo>
                  <a:pt x="686010" y="344229"/>
                  <a:pt x="686476" y="351858"/>
                  <a:pt x="684667" y="352496"/>
                </a:cubicBezTo>
                <a:cubicBezTo>
                  <a:pt x="677132" y="358154"/>
                  <a:pt x="688800" y="357402"/>
                  <a:pt x="689286" y="348191"/>
                </a:cubicBezTo>
                <a:cubicBezTo>
                  <a:pt x="691325" y="347601"/>
                  <a:pt x="693782" y="367013"/>
                  <a:pt x="695363" y="353068"/>
                </a:cubicBezTo>
                <a:cubicBezTo>
                  <a:pt x="693715" y="351877"/>
                  <a:pt x="691744" y="345334"/>
                  <a:pt x="693887" y="343848"/>
                </a:cubicBezTo>
                <a:close/>
                <a:moveTo>
                  <a:pt x="712022" y="376842"/>
                </a:moveTo>
                <a:cubicBezTo>
                  <a:pt x="710251" y="371451"/>
                  <a:pt x="706650" y="371356"/>
                  <a:pt x="702878" y="371766"/>
                </a:cubicBezTo>
                <a:cubicBezTo>
                  <a:pt x="700907" y="386463"/>
                  <a:pt x="707803" y="375537"/>
                  <a:pt x="705831" y="390215"/>
                </a:cubicBezTo>
                <a:cubicBezTo>
                  <a:pt x="701135" y="393273"/>
                  <a:pt x="700288" y="385253"/>
                  <a:pt x="696687" y="385158"/>
                </a:cubicBezTo>
                <a:cubicBezTo>
                  <a:pt x="694096" y="394102"/>
                  <a:pt x="696792" y="390958"/>
                  <a:pt x="696582" y="403446"/>
                </a:cubicBezTo>
                <a:cubicBezTo>
                  <a:pt x="701154" y="399026"/>
                  <a:pt x="708793" y="404074"/>
                  <a:pt x="710413" y="390482"/>
                </a:cubicBezTo>
                <a:cubicBezTo>
                  <a:pt x="703278" y="389539"/>
                  <a:pt x="711546" y="382129"/>
                  <a:pt x="712022" y="376842"/>
                </a:cubicBezTo>
                <a:close/>
                <a:moveTo>
                  <a:pt x="718299" y="349725"/>
                </a:moveTo>
                <a:cubicBezTo>
                  <a:pt x="719604" y="359659"/>
                  <a:pt x="721109" y="392168"/>
                  <a:pt x="725767" y="377585"/>
                </a:cubicBezTo>
                <a:cubicBezTo>
                  <a:pt x="723090" y="376318"/>
                  <a:pt x="722338" y="369537"/>
                  <a:pt x="722824" y="359116"/>
                </a:cubicBezTo>
                <a:cubicBezTo>
                  <a:pt x="725538" y="358230"/>
                  <a:pt x="730444" y="364145"/>
                  <a:pt x="728986" y="350306"/>
                </a:cubicBezTo>
                <a:cubicBezTo>
                  <a:pt x="723719" y="352039"/>
                  <a:pt x="720442" y="348058"/>
                  <a:pt x="716794" y="345076"/>
                </a:cubicBezTo>
                <a:cubicBezTo>
                  <a:pt x="714785" y="344381"/>
                  <a:pt x="705745" y="343829"/>
                  <a:pt x="710651" y="349334"/>
                </a:cubicBezTo>
                <a:cubicBezTo>
                  <a:pt x="713203" y="349458"/>
                  <a:pt x="715747" y="349610"/>
                  <a:pt x="718299" y="349725"/>
                </a:cubicBezTo>
                <a:close/>
                <a:moveTo>
                  <a:pt x="713356" y="408923"/>
                </a:moveTo>
                <a:cubicBezTo>
                  <a:pt x="715309" y="412628"/>
                  <a:pt x="727986" y="421819"/>
                  <a:pt x="724024" y="414057"/>
                </a:cubicBezTo>
                <a:cubicBezTo>
                  <a:pt x="723767" y="405370"/>
                  <a:pt x="715204" y="398131"/>
                  <a:pt x="713356" y="408923"/>
                </a:cubicBezTo>
                <a:close/>
                <a:moveTo>
                  <a:pt x="725462" y="427877"/>
                </a:moveTo>
                <a:cubicBezTo>
                  <a:pt x="720557" y="421934"/>
                  <a:pt x="724205" y="442584"/>
                  <a:pt x="719309" y="436659"/>
                </a:cubicBezTo>
                <a:cubicBezTo>
                  <a:pt x="716899" y="436135"/>
                  <a:pt x="718185" y="424934"/>
                  <a:pt x="714775" y="427306"/>
                </a:cubicBezTo>
                <a:cubicBezTo>
                  <a:pt x="714747" y="433364"/>
                  <a:pt x="714699" y="439488"/>
                  <a:pt x="714670" y="445594"/>
                </a:cubicBezTo>
                <a:cubicBezTo>
                  <a:pt x="720442" y="442374"/>
                  <a:pt x="721928" y="451566"/>
                  <a:pt x="726862" y="450823"/>
                </a:cubicBezTo>
                <a:cubicBezTo>
                  <a:pt x="727691" y="436497"/>
                  <a:pt x="721662" y="438431"/>
                  <a:pt x="725462" y="427877"/>
                </a:cubicBezTo>
                <a:close/>
                <a:moveTo>
                  <a:pt x="737959" y="382805"/>
                </a:moveTo>
                <a:cubicBezTo>
                  <a:pt x="739835" y="368060"/>
                  <a:pt x="724910" y="365336"/>
                  <a:pt x="728853" y="373175"/>
                </a:cubicBezTo>
                <a:cubicBezTo>
                  <a:pt x="734930" y="367603"/>
                  <a:pt x="731873" y="388406"/>
                  <a:pt x="737959" y="382805"/>
                </a:cubicBezTo>
                <a:close/>
                <a:moveTo>
                  <a:pt x="743817" y="424277"/>
                </a:moveTo>
                <a:cubicBezTo>
                  <a:pt x="739540" y="420153"/>
                  <a:pt x="737645" y="409189"/>
                  <a:pt x="731682" y="409913"/>
                </a:cubicBezTo>
                <a:cubicBezTo>
                  <a:pt x="730815" y="426134"/>
                  <a:pt x="740512" y="434983"/>
                  <a:pt x="743817" y="424277"/>
                </a:cubicBezTo>
                <a:close/>
                <a:moveTo>
                  <a:pt x="760695" y="411485"/>
                </a:moveTo>
                <a:cubicBezTo>
                  <a:pt x="756914" y="408551"/>
                  <a:pt x="748636" y="392740"/>
                  <a:pt x="746941" y="410751"/>
                </a:cubicBezTo>
                <a:cubicBezTo>
                  <a:pt x="750703" y="413799"/>
                  <a:pt x="760209" y="426001"/>
                  <a:pt x="760695" y="411485"/>
                </a:cubicBezTo>
                <a:close/>
                <a:moveTo>
                  <a:pt x="767077" y="366098"/>
                </a:moveTo>
                <a:cubicBezTo>
                  <a:pt x="763229" y="367784"/>
                  <a:pt x="760105" y="344867"/>
                  <a:pt x="757981" y="356459"/>
                </a:cubicBezTo>
                <a:cubicBezTo>
                  <a:pt x="759885" y="364126"/>
                  <a:pt x="765219" y="384815"/>
                  <a:pt x="767077" y="366098"/>
                </a:cubicBezTo>
                <a:close/>
                <a:moveTo>
                  <a:pt x="767334" y="324950"/>
                </a:moveTo>
                <a:cubicBezTo>
                  <a:pt x="763695" y="315978"/>
                  <a:pt x="755075" y="321416"/>
                  <a:pt x="749027" y="319378"/>
                </a:cubicBezTo>
                <a:cubicBezTo>
                  <a:pt x="747436" y="337466"/>
                  <a:pt x="757552" y="321721"/>
                  <a:pt x="756552" y="338104"/>
                </a:cubicBezTo>
                <a:cubicBezTo>
                  <a:pt x="754428" y="338390"/>
                  <a:pt x="754875" y="349658"/>
                  <a:pt x="758028" y="347315"/>
                </a:cubicBezTo>
                <a:cubicBezTo>
                  <a:pt x="758904" y="340714"/>
                  <a:pt x="756390" y="323598"/>
                  <a:pt x="759705" y="324531"/>
                </a:cubicBezTo>
                <a:cubicBezTo>
                  <a:pt x="761171" y="335180"/>
                  <a:pt x="765305" y="335590"/>
                  <a:pt x="767334" y="324950"/>
                </a:cubicBezTo>
                <a:close/>
                <a:moveTo>
                  <a:pt x="823808" y="332561"/>
                </a:moveTo>
                <a:cubicBezTo>
                  <a:pt x="827399" y="332646"/>
                  <a:pt x="828265" y="340676"/>
                  <a:pt x="832952" y="337638"/>
                </a:cubicBezTo>
                <a:cubicBezTo>
                  <a:pt x="835200" y="323150"/>
                  <a:pt x="823893" y="325588"/>
                  <a:pt x="823808" y="332561"/>
                </a:cubicBezTo>
                <a:close/>
                <a:moveTo>
                  <a:pt x="771334" y="421200"/>
                </a:moveTo>
                <a:cubicBezTo>
                  <a:pt x="772516" y="420210"/>
                  <a:pt x="774344" y="421219"/>
                  <a:pt x="774411" y="416771"/>
                </a:cubicBezTo>
                <a:cubicBezTo>
                  <a:pt x="768372" y="412028"/>
                  <a:pt x="769582" y="429744"/>
                  <a:pt x="768163" y="439298"/>
                </a:cubicBezTo>
                <a:cubicBezTo>
                  <a:pt x="770201" y="439422"/>
                  <a:pt x="772230" y="439536"/>
                  <a:pt x="774278" y="439631"/>
                </a:cubicBezTo>
                <a:cubicBezTo>
                  <a:pt x="775468" y="427239"/>
                  <a:pt x="771306" y="430287"/>
                  <a:pt x="771334" y="421200"/>
                </a:cubicBezTo>
                <a:close/>
                <a:moveTo>
                  <a:pt x="776440" y="334599"/>
                </a:moveTo>
                <a:cubicBezTo>
                  <a:pt x="776773" y="323159"/>
                  <a:pt x="774173" y="320150"/>
                  <a:pt x="771973" y="316044"/>
                </a:cubicBezTo>
                <a:cubicBezTo>
                  <a:pt x="771449" y="322207"/>
                  <a:pt x="769744" y="324664"/>
                  <a:pt x="770334" y="334256"/>
                </a:cubicBezTo>
                <a:cubicBezTo>
                  <a:pt x="772373" y="334370"/>
                  <a:pt x="774402" y="334494"/>
                  <a:pt x="776440" y="334599"/>
                </a:cubicBezTo>
                <a:close/>
                <a:moveTo>
                  <a:pt x="797300" y="422581"/>
                </a:moveTo>
                <a:cubicBezTo>
                  <a:pt x="789346" y="416543"/>
                  <a:pt x="787537" y="429516"/>
                  <a:pt x="781974" y="430935"/>
                </a:cubicBezTo>
                <a:cubicBezTo>
                  <a:pt x="782060" y="418762"/>
                  <a:pt x="786298" y="419486"/>
                  <a:pt x="788194" y="412961"/>
                </a:cubicBezTo>
                <a:cubicBezTo>
                  <a:pt x="783536" y="400864"/>
                  <a:pt x="779936" y="421848"/>
                  <a:pt x="777392" y="430668"/>
                </a:cubicBezTo>
                <a:cubicBezTo>
                  <a:pt x="785432" y="437298"/>
                  <a:pt x="790537" y="427639"/>
                  <a:pt x="795642" y="445356"/>
                </a:cubicBezTo>
                <a:cubicBezTo>
                  <a:pt x="794452" y="432373"/>
                  <a:pt x="797862" y="433640"/>
                  <a:pt x="797300" y="422581"/>
                </a:cubicBezTo>
                <a:close/>
                <a:moveTo>
                  <a:pt x="793128" y="353782"/>
                </a:moveTo>
                <a:cubicBezTo>
                  <a:pt x="808587" y="349925"/>
                  <a:pt x="787041" y="340504"/>
                  <a:pt x="786994" y="358030"/>
                </a:cubicBezTo>
                <a:cubicBezTo>
                  <a:pt x="789851" y="358154"/>
                  <a:pt x="790432" y="354449"/>
                  <a:pt x="793128" y="353782"/>
                </a:cubicBezTo>
                <a:close/>
                <a:moveTo>
                  <a:pt x="812959" y="359440"/>
                </a:moveTo>
                <a:cubicBezTo>
                  <a:pt x="813006" y="351801"/>
                  <a:pt x="813054" y="344181"/>
                  <a:pt x="813102" y="336580"/>
                </a:cubicBezTo>
                <a:cubicBezTo>
                  <a:pt x="813273" y="330227"/>
                  <a:pt x="824103" y="334342"/>
                  <a:pt x="819264" y="327760"/>
                </a:cubicBezTo>
                <a:cubicBezTo>
                  <a:pt x="813359" y="328341"/>
                  <a:pt x="808006" y="327312"/>
                  <a:pt x="804024" y="322350"/>
                </a:cubicBezTo>
                <a:cubicBezTo>
                  <a:pt x="801472" y="344724"/>
                  <a:pt x="811873" y="329627"/>
                  <a:pt x="809968" y="350115"/>
                </a:cubicBezTo>
                <a:cubicBezTo>
                  <a:pt x="807091" y="348944"/>
                  <a:pt x="806558" y="355087"/>
                  <a:pt x="803834" y="354373"/>
                </a:cubicBezTo>
                <a:cubicBezTo>
                  <a:pt x="804863" y="330417"/>
                  <a:pt x="789642" y="312796"/>
                  <a:pt x="787108" y="339762"/>
                </a:cubicBezTo>
                <a:cubicBezTo>
                  <a:pt x="793261" y="340838"/>
                  <a:pt x="798871" y="343495"/>
                  <a:pt x="800824" y="345067"/>
                </a:cubicBezTo>
                <a:cubicBezTo>
                  <a:pt x="803624" y="367698"/>
                  <a:pt x="795680" y="357030"/>
                  <a:pt x="796090" y="372251"/>
                </a:cubicBezTo>
                <a:cubicBezTo>
                  <a:pt x="803196" y="372547"/>
                  <a:pt x="804615" y="355249"/>
                  <a:pt x="812959" y="359440"/>
                </a:cubicBezTo>
                <a:close/>
                <a:moveTo>
                  <a:pt x="835485" y="424667"/>
                </a:moveTo>
                <a:cubicBezTo>
                  <a:pt x="831294" y="427763"/>
                  <a:pt x="832476" y="415419"/>
                  <a:pt x="829437" y="415190"/>
                </a:cubicBezTo>
                <a:cubicBezTo>
                  <a:pt x="826008" y="421591"/>
                  <a:pt x="831285" y="426458"/>
                  <a:pt x="827818" y="428839"/>
                </a:cubicBezTo>
                <a:cubicBezTo>
                  <a:pt x="827237" y="421000"/>
                  <a:pt x="825837" y="429687"/>
                  <a:pt x="823236" y="428582"/>
                </a:cubicBezTo>
                <a:cubicBezTo>
                  <a:pt x="822417" y="413933"/>
                  <a:pt x="826189" y="414600"/>
                  <a:pt x="823370" y="405741"/>
                </a:cubicBezTo>
                <a:cubicBezTo>
                  <a:pt x="821084" y="406379"/>
                  <a:pt x="817750" y="403789"/>
                  <a:pt x="817235" y="409970"/>
                </a:cubicBezTo>
                <a:cubicBezTo>
                  <a:pt x="818083" y="409999"/>
                  <a:pt x="818940" y="413752"/>
                  <a:pt x="817207" y="414552"/>
                </a:cubicBezTo>
                <a:cubicBezTo>
                  <a:pt x="809377" y="420667"/>
                  <a:pt x="810768" y="400207"/>
                  <a:pt x="806625" y="395702"/>
                </a:cubicBezTo>
                <a:cubicBezTo>
                  <a:pt x="807025" y="413990"/>
                  <a:pt x="803748" y="420905"/>
                  <a:pt x="804815" y="441317"/>
                </a:cubicBezTo>
                <a:cubicBezTo>
                  <a:pt x="811216" y="436393"/>
                  <a:pt x="812359" y="442089"/>
                  <a:pt x="818540" y="446642"/>
                </a:cubicBezTo>
                <a:cubicBezTo>
                  <a:pt x="818750" y="441060"/>
                  <a:pt x="819064" y="435831"/>
                  <a:pt x="821646" y="437669"/>
                </a:cubicBezTo>
                <a:cubicBezTo>
                  <a:pt x="826380" y="437459"/>
                  <a:pt x="825922" y="452280"/>
                  <a:pt x="832285" y="447375"/>
                </a:cubicBezTo>
                <a:cubicBezTo>
                  <a:pt x="832990" y="438650"/>
                  <a:pt x="836705" y="439298"/>
                  <a:pt x="835485" y="424667"/>
                </a:cubicBezTo>
                <a:close/>
                <a:moveTo>
                  <a:pt x="834123" y="397159"/>
                </a:moveTo>
                <a:cubicBezTo>
                  <a:pt x="828370" y="385577"/>
                  <a:pt x="831409" y="380614"/>
                  <a:pt x="826513" y="392168"/>
                </a:cubicBezTo>
                <a:cubicBezTo>
                  <a:pt x="828256" y="375185"/>
                  <a:pt x="822808" y="378938"/>
                  <a:pt x="823617" y="364584"/>
                </a:cubicBezTo>
                <a:cubicBezTo>
                  <a:pt x="820493" y="360383"/>
                  <a:pt x="817750" y="379338"/>
                  <a:pt x="820484" y="378147"/>
                </a:cubicBezTo>
                <a:cubicBezTo>
                  <a:pt x="820522" y="373528"/>
                  <a:pt x="823198" y="372528"/>
                  <a:pt x="823532" y="378319"/>
                </a:cubicBezTo>
                <a:cubicBezTo>
                  <a:pt x="823522" y="381348"/>
                  <a:pt x="823493" y="384396"/>
                  <a:pt x="823484" y="387453"/>
                </a:cubicBezTo>
                <a:cubicBezTo>
                  <a:pt x="820303" y="389987"/>
                  <a:pt x="813483" y="381262"/>
                  <a:pt x="812759" y="391444"/>
                </a:cubicBezTo>
                <a:cubicBezTo>
                  <a:pt x="815597" y="400664"/>
                  <a:pt x="819960" y="394045"/>
                  <a:pt x="823446" y="392016"/>
                </a:cubicBezTo>
                <a:cubicBezTo>
                  <a:pt x="827437" y="409437"/>
                  <a:pt x="832504" y="401207"/>
                  <a:pt x="838638" y="406551"/>
                </a:cubicBezTo>
                <a:cubicBezTo>
                  <a:pt x="839781" y="394387"/>
                  <a:pt x="836028" y="400979"/>
                  <a:pt x="834123" y="397159"/>
                </a:cubicBezTo>
                <a:close/>
                <a:moveTo>
                  <a:pt x="851135" y="361469"/>
                </a:moveTo>
                <a:cubicBezTo>
                  <a:pt x="848430" y="358821"/>
                  <a:pt x="844810" y="358783"/>
                  <a:pt x="843553" y="351944"/>
                </a:cubicBezTo>
                <a:cubicBezTo>
                  <a:pt x="847125" y="352115"/>
                  <a:pt x="850687" y="352306"/>
                  <a:pt x="854250" y="352525"/>
                </a:cubicBezTo>
                <a:cubicBezTo>
                  <a:pt x="855564" y="347296"/>
                  <a:pt x="856336" y="340381"/>
                  <a:pt x="855907" y="329722"/>
                </a:cubicBezTo>
                <a:cubicBezTo>
                  <a:pt x="846830" y="323293"/>
                  <a:pt x="846382" y="343638"/>
                  <a:pt x="839029" y="342543"/>
                </a:cubicBezTo>
                <a:cubicBezTo>
                  <a:pt x="838009" y="351763"/>
                  <a:pt x="841715" y="351401"/>
                  <a:pt x="842001" y="356411"/>
                </a:cubicBezTo>
                <a:cubicBezTo>
                  <a:pt x="841972" y="355773"/>
                  <a:pt x="838924" y="362564"/>
                  <a:pt x="838895" y="365393"/>
                </a:cubicBezTo>
                <a:cubicBezTo>
                  <a:pt x="838914" y="363307"/>
                  <a:pt x="841839" y="369499"/>
                  <a:pt x="841924" y="370118"/>
                </a:cubicBezTo>
                <a:cubicBezTo>
                  <a:pt x="842562" y="374547"/>
                  <a:pt x="838714" y="380348"/>
                  <a:pt x="843391" y="379376"/>
                </a:cubicBezTo>
                <a:cubicBezTo>
                  <a:pt x="840457" y="356249"/>
                  <a:pt x="850383" y="373080"/>
                  <a:pt x="851135" y="361469"/>
                </a:cubicBezTo>
                <a:close/>
                <a:moveTo>
                  <a:pt x="864670" y="398807"/>
                </a:moveTo>
                <a:cubicBezTo>
                  <a:pt x="861832" y="390549"/>
                  <a:pt x="854592" y="394940"/>
                  <a:pt x="849411" y="393416"/>
                </a:cubicBezTo>
                <a:cubicBezTo>
                  <a:pt x="850373" y="420600"/>
                  <a:pt x="860289" y="408818"/>
                  <a:pt x="864670" y="398807"/>
                </a:cubicBezTo>
                <a:close/>
                <a:moveTo>
                  <a:pt x="869775" y="378014"/>
                </a:moveTo>
                <a:cubicBezTo>
                  <a:pt x="870347" y="378538"/>
                  <a:pt x="871118" y="379347"/>
                  <a:pt x="872414" y="380929"/>
                </a:cubicBezTo>
                <a:cubicBezTo>
                  <a:pt x="874195" y="383119"/>
                  <a:pt x="873462" y="390044"/>
                  <a:pt x="876938" y="390330"/>
                </a:cubicBezTo>
                <a:cubicBezTo>
                  <a:pt x="878062" y="390406"/>
                  <a:pt x="882720" y="392740"/>
                  <a:pt x="883101" y="381500"/>
                </a:cubicBezTo>
                <a:cubicBezTo>
                  <a:pt x="880424" y="378709"/>
                  <a:pt x="874090" y="386558"/>
                  <a:pt x="873966" y="376433"/>
                </a:cubicBezTo>
                <a:cubicBezTo>
                  <a:pt x="881186" y="380805"/>
                  <a:pt x="878262" y="365498"/>
                  <a:pt x="880167" y="363069"/>
                </a:cubicBezTo>
                <a:cubicBezTo>
                  <a:pt x="881929" y="368422"/>
                  <a:pt x="885530" y="368536"/>
                  <a:pt x="889292" y="368127"/>
                </a:cubicBezTo>
                <a:cubicBezTo>
                  <a:pt x="888444" y="348134"/>
                  <a:pt x="877281" y="357869"/>
                  <a:pt x="872604" y="348906"/>
                </a:cubicBezTo>
                <a:cubicBezTo>
                  <a:pt x="872623" y="344333"/>
                  <a:pt x="873881" y="343543"/>
                  <a:pt x="874185" y="339885"/>
                </a:cubicBezTo>
                <a:cubicBezTo>
                  <a:pt x="869509" y="336428"/>
                  <a:pt x="871271" y="336504"/>
                  <a:pt x="866546" y="339457"/>
                </a:cubicBezTo>
                <a:cubicBezTo>
                  <a:pt x="864194" y="356745"/>
                  <a:pt x="873376" y="340724"/>
                  <a:pt x="871023" y="357992"/>
                </a:cubicBezTo>
                <a:cubicBezTo>
                  <a:pt x="868470" y="357840"/>
                  <a:pt x="865937" y="357716"/>
                  <a:pt x="863384" y="357602"/>
                </a:cubicBezTo>
                <a:cubicBezTo>
                  <a:pt x="861698" y="376614"/>
                  <a:pt x="870223" y="359774"/>
                  <a:pt x="870937" y="371689"/>
                </a:cubicBezTo>
                <a:cubicBezTo>
                  <a:pt x="871242" y="376652"/>
                  <a:pt x="870480" y="377909"/>
                  <a:pt x="869775" y="378014"/>
                </a:cubicBezTo>
                <a:cubicBezTo>
                  <a:pt x="868156" y="376557"/>
                  <a:pt x="868861" y="378166"/>
                  <a:pt x="869775" y="378014"/>
                </a:cubicBezTo>
                <a:close/>
                <a:moveTo>
                  <a:pt x="893712" y="395778"/>
                </a:moveTo>
                <a:cubicBezTo>
                  <a:pt x="885587" y="390787"/>
                  <a:pt x="890016" y="403427"/>
                  <a:pt x="887539" y="404589"/>
                </a:cubicBezTo>
                <a:cubicBezTo>
                  <a:pt x="881177" y="407637"/>
                  <a:pt x="874290" y="393283"/>
                  <a:pt x="869251" y="399064"/>
                </a:cubicBezTo>
                <a:cubicBezTo>
                  <a:pt x="871499" y="400007"/>
                  <a:pt x="870585" y="410189"/>
                  <a:pt x="870661" y="417428"/>
                </a:cubicBezTo>
                <a:cubicBezTo>
                  <a:pt x="877786" y="404627"/>
                  <a:pt x="883063" y="414990"/>
                  <a:pt x="893607" y="414085"/>
                </a:cubicBezTo>
                <a:cubicBezTo>
                  <a:pt x="893645" y="407970"/>
                  <a:pt x="893674" y="401884"/>
                  <a:pt x="893712" y="395778"/>
                </a:cubicBezTo>
                <a:close/>
                <a:moveTo>
                  <a:pt x="934898" y="407160"/>
                </a:moveTo>
                <a:cubicBezTo>
                  <a:pt x="935003" y="400884"/>
                  <a:pt x="934241" y="397092"/>
                  <a:pt x="933460" y="393368"/>
                </a:cubicBezTo>
                <a:cubicBezTo>
                  <a:pt x="929640" y="392397"/>
                  <a:pt x="928630" y="400150"/>
                  <a:pt x="927259" y="406741"/>
                </a:cubicBezTo>
                <a:cubicBezTo>
                  <a:pt x="929231" y="412723"/>
                  <a:pt x="932860" y="412914"/>
                  <a:pt x="934898" y="407160"/>
                </a:cubicBezTo>
                <a:close/>
                <a:moveTo>
                  <a:pt x="951938" y="366936"/>
                </a:moveTo>
                <a:cubicBezTo>
                  <a:pt x="949243" y="369422"/>
                  <a:pt x="943004" y="360926"/>
                  <a:pt x="942756" y="371003"/>
                </a:cubicBezTo>
                <a:cubicBezTo>
                  <a:pt x="944670" y="377395"/>
                  <a:pt x="951833" y="379452"/>
                  <a:pt x="951938" y="366936"/>
                </a:cubicBezTo>
                <a:close/>
                <a:moveTo>
                  <a:pt x="985733" y="336742"/>
                </a:moveTo>
                <a:cubicBezTo>
                  <a:pt x="982751" y="328960"/>
                  <a:pt x="983799" y="337047"/>
                  <a:pt x="979627" y="336409"/>
                </a:cubicBezTo>
                <a:cubicBezTo>
                  <a:pt x="978303" y="353954"/>
                  <a:pt x="986828" y="354411"/>
                  <a:pt x="985733" y="336742"/>
                </a:cubicBezTo>
                <a:close/>
                <a:moveTo>
                  <a:pt x="986990" y="382548"/>
                </a:moveTo>
                <a:cubicBezTo>
                  <a:pt x="983513" y="378852"/>
                  <a:pt x="975998" y="363736"/>
                  <a:pt x="971750" y="377147"/>
                </a:cubicBezTo>
                <a:cubicBezTo>
                  <a:pt x="975465" y="380109"/>
                  <a:pt x="984504" y="390882"/>
                  <a:pt x="986990" y="382548"/>
                </a:cubicBezTo>
                <a:close/>
                <a:moveTo>
                  <a:pt x="1015651" y="443546"/>
                </a:moveTo>
                <a:cubicBezTo>
                  <a:pt x="1013260" y="441441"/>
                  <a:pt x="1014422" y="429068"/>
                  <a:pt x="1009593" y="434040"/>
                </a:cubicBezTo>
                <a:cubicBezTo>
                  <a:pt x="1009574" y="438621"/>
                  <a:pt x="1009536" y="443213"/>
                  <a:pt x="1009517" y="447785"/>
                </a:cubicBezTo>
                <a:cubicBezTo>
                  <a:pt x="1011803" y="447118"/>
                  <a:pt x="1015136" y="449699"/>
                  <a:pt x="1015651" y="443546"/>
                </a:cubicBezTo>
                <a:close/>
                <a:moveTo>
                  <a:pt x="1027976" y="425925"/>
                </a:moveTo>
                <a:cubicBezTo>
                  <a:pt x="1022861" y="417828"/>
                  <a:pt x="1016451" y="421000"/>
                  <a:pt x="1017175" y="443603"/>
                </a:cubicBezTo>
                <a:cubicBezTo>
                  <a:pt x="1018108" y="445003"/>
                  <a:pt x="1022985" y="455281"/>
                  <a:pt x="1023290" y="443936"/>
                </a:cubicBezTo>
                <a:cubicBezTo>
                  <a:pt x="1022356" y="443632"/>
                  <a:pt x="1021490" y="443155"/>
                  <a:pt x="1021785" y="439269"/>
                </a:cubicBezTo>
                <a:cubicBezTo>
                  <a:pt x="1026652" y="443546"/>
                  <a:pt x="1026605" y="432535"/>
                  <a:pt x="1027976" y="425925"/>
                </a:cubicBezTo>
                <a:close/>
                <a:moveTo>
                  <a:pt x="1049245" y="445356"/>
                </a:moveTo>
                <a:cubicBezTo>
                  <a:pt x="1049988" y="423734"/>
                  <a:pt x="1043111" y="444184"/>
                  <a:pt x="1040082" y="444860"/>
                </a:cubicBezTo>
                <a:cubicBezTo>
                  <a:pt x="1036358" y="445670"/>
                  <a:pt x="1029595" y="431782"/>
                  <a:pt x="1027833" y="448794"/>
                </a:cubicBezTo>
                <a:cubicBezTo>
                  <a:pt x="1034825" y="447175"/>
                  <a:pt x="1044616" y="454290"/>
                  <a:pt x="1049245" y="445356"/>
                </a:cubicBezTo>
                <a:close/>
                <a:moveTo>
                  <a:pt x="1061761" y="395711"/>
                </a:moveTo>
                <a:cubicBezTo>
                  <a:pt x="1059837" y="389330"/>
                  <a:pt x="1052684" y="387272"/>
                  <a:pt x="1052570" y="399788"/>
                </a:cubicBezTo>
                <a:cubicBezTo>
                  <a:pt x="1055284" y="397312"/>
                  <a:pt x="1061514" y="405817"/>
                  <a:pt x="1061761" y="395711"/>
                </a:cubicBezTo>
                <a:close/>
                <a:moveTo>
                  <a:pt x="977132" y="496343"/>
                </a:moveTo>
                <a:cubicBezTo>
                  <a:pt x="972131" y="495800"/>
                  <a:pt x="971369" y="483027"/>
                  <a:pt x="964968" y="486523"/>
                </a:cubicBezTo>
                <a:cubicBezTo>
                  <a:pt x="964702" y="509364"/>
                  <a:pt x="972550" y="504039"/>
                  <a:pt x="977132" y="496343"/>
                </a:cubicBezTo>
                <a:close/>
                <a:moveTo>
                  <a:pt x="993915" y="501810"/>
                </a:moveTo>
                <a:cubicBezTo>
                  <a:pt x="988752" y="507306"/>
                  <a:pt x="985942" y="483456"/>
                  <a:pt x="983247" y="496686"/>
                </a:cubicBezTo>
                <a:cubicBezTo>
                  <a:pt x="989390" y="501886"/>
                  <a:pt x="986790" y="507230"/>
                  <a:pt x="983132" y="514945"/>
                </a:cubicBezTo>
                <a:cubicBezTo>
                  <a:pt x="987695" y="513593"/>
                  <a:pt x="992448" y="512802"/>
                  <a:pt x="993915" y="501810"/>
                </a:cubicBezTo>
                <a:close/>
                <a:moveTo>
                  <a:pt x="1011993" y="543949"/>
                </a:moveTo>
                <a:cubicBezTo>
                  <a:pt x="1010564" y="533081"/>
                  <a:pt x="1011660" y="514926"/>
                  <a:pt x="1006040" y="516164"/>
                </a:cubicBezTo>
                <a:cubicBezTo>
                  <a:pt x="1005278" y="533348"/>
                  <a:pt x="1009145" y="537167"/>
                  <a:pt x="1011993" y="543949"/>
                </a:cubicBezTo>
                <a:close/>
                <a:moveTo>
                  <a:pt x="1016699" y="521318"/>
                </a:moveTo>
                <a:cubicBezTo>
                  <a:pt x="1008450" y="515021"/>
                  <a:pt x="1022518" y="494238"/>
                  <a:pt x="1012288" y="493647"/>
                </a:cubicBezTo>
                <a:cubicBezTo>
                  <a:pt x="1009888" y="508230"/>
                  <a:pt x="1012908" y="529909"/>
                  <a:pt x="1016699" y="521318"/>
                </a:cubicBezTo>
                <a:close/>
                <a:moveTo>
                  <a:pt x="1058056" y="505268"/>
                </a:moveTo>
                <a:cubicBezTo>
                  <a:pt x="1059837" y="506154"/>
                  <a:pt x="1059666" y="512602"/>
                  <a:pt x="1059494" y="519070"/>
                </a:cubicBezTo>
                <a:cubicBezTo>
                  <a:pt x="1062152" y="519546"/>
                  <a:pt x="1064257" y="518308"/>
                  <a:pt x="1065628" y="514821"/>
                </a:cubicBezTo>
                <a:cubicBezTo>
                  <a:pt x="1066781" y="503515"/>
                  <a:pt x="1059228" y="495105"/>
                  <a:pt x="1058056" y="505268"/>
                </a:cubicBezTo>
                <a:close/>
                <a:moveTo>
                  <a:pt x="1069915" y="565380"/>
                </a:moveTo>
                <a:cubicBezTo>
                  <a:pt x="1069696" y="558513"/>
                  <a:pt x="1070572" y="548521"/>
                  <a:pt x="1068495" y="546997"/>
                </a:cubicBezTo>
                <a:cubicBezTo>
                  <a:pt x="1068905" y="556313"/>
                  <a:pt x="1064085" y="545835"/>
                  <a:pt x="1063943" y="542177"/>
                </a:cubicBezTo>
                <a:cubicBezTo>
                  <a:pt x="1064114" y="534967"/>
                  <a:pt x="1067857" y="538796"/>
                  <a:pt x="1067076" y="528614"/>
                </a:cubicBezTo>
                <a:cubicBezTo>
                  <a:pt x="1060285" y="526909"/>
                  <a:pt x="1051065" y="536634"/>
                  <a:pt x="1044140" y="531967"/>
                </a:cubicBezTo>
                <a:cubicBezTo>
                  <a:pt x="1040359" y="529404"/>
                  <a:pt x="1038768" y="514688"/>
                  <a:pt x="1035082" y="513174"/>
                </a:cubicBezTo>
                <a:cubicBezTo>
                  <a:pt x="1039959" y="512554"/>
                  <a:pt x="1048617" y="499591"/>
                  <a:pt x="1045912" y="490876"/>
                </a:cubicBezTo>
                <a:cubicBezTo>
                  <a:pt x="1042711" y="505725"/>
                  <a:pt x="1032329" y="504268"/>
                  <a:pt x="1030462" y="517488"/>
                </a:cubicBezTo>
                <a:cubicBezTo>
                  <a:pt x="1030672" y="516041"/>
                  <a:pt x="1035339" y="520670"/>
                  <a:pt x="1033463" y="526813"/>
                </a:cubicBezTo>
                <a:cubicBezTo>
                  <a:pt x="1030757" y="523918"/>
                  <a:pt x="1027043" y="539863"/>
                  <a:pt x="1025833" y="526375"/>
                </a:cubicBezTo>
                <a:cubicBezTo>
                  <a:pt x="1027624" y="525775"/>
                  <a:pt x="1030157" y="527423"/>
                  <a:pt x="1030434" y="522099"/>
                </a:cubicBezTo>
                <a:cubicBezTo>
                  <a:pt x="1028186" y="516574"/>
                  <a:pt x="1024223" y="516060"/>
                  <a:pt x="1022880" y="507925"/>
                </a:cubicBezTo>
                <a:cubicBezTo>
                  <a:pt x="1024623" y="501439"/>
                  <a:pt x="1024595" y="496876"/>
                  <a:pt x="1021432" y="494152"/>
                </a:cubicBezTo>
                <a:cubicBezTo>
                  <a:pt x="1022499" y="508287"/>
                  <a:pt x="1016137" y="499458"/>
                  <a:pt x="1018242" y="516860"/>
                </a:cubicBezTo>
                <a:cubicBezTo>
                  <a:pt x="1022080" y="516479"/>
                  <a:pt x="1023080" y="508383"/>
                  <a:pt x="1024328" y="521765"/>
                </a:cubicBezTo>
                <a:cubicBezTo>
                  <a:pt x="1022785" y="535586"/>
                  <a:pt x="1021080" y="548940"/>
                  <a:pt x="1019499" y="562656"/>
                </a:cubicBezTo>
                <a:cubicBezTo>
                  <a:pt x="1021528" y="562761"/>
                  <a:pt x="1023566" y="562866"/>
                  <a:pt x="1025614" y="562980"/>
                </a:cubicBezTo>
                <a:cubicBezTo>
                  <a:pt x="1027700" y="551645"/>
                  <a:pt x="1019661" y="548350"/>
                  <a:pt x="1024195" y="544625"/>
                </a:cubicBezTo>
                <a:cubicBezTo>
                  <a:pt x="1025662" y="544549"/>
                  <a:pt x="1030929" y="544549"/>
                  <a:pt x="1030272" y="549493"/>
                </a:cubicBezTo>
                <a:cubicBezTo>
                  <a:pt x="1030405" y="548588"/>
                  <a:pt x="1026014" y="552255"/>
                  <a:pt x="1027195" y="553903"/>
                </a:cubicBezTo>
                <a:cubicBezTo>
                  <a:pt x="1031519" y="559827"/>
                  <a:pt x="1036063" y="554798"/>
                  <a:pt x="1040949" y="554645"/>
                </a:cubicBezTo>
                <a:cubicBezTo>
                  <a:pt x="1044111" y="554569"/>
                  <a:pt x="1049512" y="567276"/>
                  <a:pt x="1050141" y="550569"/>
                </a:cubicBezTo>
                <a:cubicBezTo>
                  <a:pt x="1042864" y="550636"/>
                  <a:pt x="1041016" y="535024"/>
                  <a:pt x="1034977" y="531471"/>
                </a:cubicBezTo>
                <a:cubicBezTo>
                  <a:pt x="1039492" y="517298"/>
                  <a:pt x="1043769" y="541758"/>
                  <a:pt x="1047112" y="545863"/>
                </a:cubicBezTo>
                <a:cubicBezTo>
                  <a:pt x="1050188" y="544139"/>
                  <a:pt x="1058513" y="535129"/>
                  <a:pt x="1060857" y="546578"/>
                </a:cubicBezTo>
                <a:cubicBezTo>
                  <a:pt x="1061047" y="559589"/>
                  <a:pt x="1050903" y="540510"/>
                  <a:pt x="1053141" y="559875"/>
                </a:cubicBezTo>
                <a:cubicBezTo>
                  <a:pt x="1060390" y="552360"/>
                  <a:pt x="1062447" y="563199"/>
                  <a:pt x="1069915" y="565380"/>
                </a:cubicBezTo>
                <a:close/>
                <a:moveTo>
                  <a:pt x="1099566" y="461777"/>
                </a:moveTo>
                <a:cubicBezTo>
                  <a:pt x="1098890" y="448528"/>
                  <a:pt x="1094280" y="423467"/>
                  <a:pt x="1089012" y="438336"/>
                </a:cubicBezTo>
                <a:cubicBezTo>
                  <a:pt x="1090717" y="439412"/>
                  <a:pt x="1091356" y="443565"/>
                  <a:pt x="1092003" y="447670"/>
                </a:cubicBezTo>
                <a:cubicBezTo>
                  <a:pt x="1090003" y="453842"/>
                  <a:pt x="1085345" y="451823"/>
                  <a:pt x="1081288" y="451652"/>
                </a:cubicBezTo>
                <a:cubicBezTo>
                  <a:pt x="1083135" y="437383"/>
                  <a:pt x="1078963" y="440384"/>
                  <a:pt x="1078344" y="433183"/>
                </a:cubicBezTo>
                <a:cubicBezTo>
                  <a:pt x="1073077" y="429239"/>
                  <a:pt x="1072439" y="439698"/>
                  <a:pt x="1067629" y="437174"/>
                </a:cubicBezTo>
                <a:cubicBezTo>
                  <a:pt x="1068610" y="451328"/>
                  <a:pt x="1068648" y="446051"/>
                  <a:pt x="1067495" y="460034"/>
                </a:cubicBezTo>
                <a:cubicBezTo>
                  <a:pt x="1078183" y="460615"/>
                  <a:pt x="1088879" y="461196"/>
                  <a:pt x="1099566" y="461777"/>
                </a:cubicBezTo>
                <a:close/>
                <a:moveTo>
                  <a:pt x="1142438" y="445813"/>
                </a:moveTo>
                <a:cubicBezTo>
                  <a:pt x="1136885" y="444079"/>
                  <a:pt x="1132494" y="446003"/>
                  <a:pt x="1128665" y="449642"/>
                </a:cubicBezTo>
                <a:cubicBezTo>
                  <a:pt x="1128265" y="439079"/>
                  <a:pt x="1133113" y="444803"/>
                  <a:pt x="1133332" y="436155"/>
                </a:cubicBezTo>
                <a:cubicBezTo>
                  <a:pt x="1132151" y="435069"/>
                  <a:pt x="1130313" y="435888"/>
                  <a:pt x="1130303" y="431430"/>
                </a:cubicBezTo>
                <a:cubicBezTo>
                  <a:pt x="1129294" y="431383"/>
                  <a:pt x="1128274" y="431316"/>
                  <a:pt x="1127246" y="431268"/>
                </a:cubicBezTo>
                <a:cubicBezTo>
                  <a:pt x="1126941" y="438069"/>
                  <a:pt x="1127684" y="448185"/>
                  <a:pt x="1125607" y="449471"/>
                </a:cubicBezTo>
                <a:cubicBezTo>
                  <a:pt x="1123607" y="429430"/>
                  <a:pt x="1117721" y="448594"/>
                  <a:pt x="1113396" y="448813"/>
                </a:cubicBezTo>
                <a:cubicBezTo>
                  <a:pt x="1113415" y="444251"/>
                  <a:pt x="1113444" y="439669"/>
                  <a:pt x="1113473" y="435088"/>
                </a:cubicBezTo>
                <a:cubicBezTo>
                  <a:pt x="1107148" y="449290"/>
                  <a:pt x="1097471" y="418276"/>
                  <a:pt x="1096642" y="438755"/>
                </a:cubicBezTo>
                <a:cubicBezTo>
                  <a:pt x="1103090" y="435202"/>
                  <a:pt x="1107853" y="449985"/>
                  <a:pt x="1104148" y="462034"/>
                </a:cubicBezTo>
                <a:cubicBezTo>
                  <a:pt x="1110101" y="461872"/>
                  <a:pt x="1115330" y="459481"/>
                  <a:pt x="1117968" y="449061"/>
                </a:cubicBezTo>
                <a:cubicBezTo>
                  <a:pt x="1125988" y="445575"/>
                  <a:pt x="1139495" y="476922"/>
                  <a:pt x="1142438" y="445813"/>
                </a:cubicBezTo>
                <a:close/>
                <a:moveTo>
                  <a:pt x="1173718" y="580115"/>
                </a:moveTo>
                <a:cubicBezTo>
                  <a:pt x="1169203" y="586659"/>
                  <a:pt x="1168070" y="574629"/>
                  <a:pt x="1166032" y="588831"/>
                </a:cubicBezTo>
                <a:cubicBezTo>
                  <a:pt x="1169594" y="594946"/>
                  <a:pt x="1168879" y="588374"/>
                  <a:pt x="1173632" y="593812"/>
                </a:cubicBezTo>
                <a:cubicBezTo>
                  <a:pt x="1173661" y="589259"/>
                  <a:pt x="1173680" y="584668"/>
                  <a:pt x="1173718" y="580115"/>
                </a:cubicBezTo>
                <a:close/>
                <a:moveTo>
                  <a:pt x="1183396" y="493771"/>
                </a:moveTo>
                <a:cubicBezTo>
                  <a:pt x="1181633" y="488399"/>
                  <a:pt x="1178033" y="488275"/>
                  <a:pt x="1174271" y="488704"/>
                </a:cubicBezTo>
                <a:cubicBezTo>
                  <a:pt x="1172023" y="503172"/>
                  <a:pt x="1183338" y="500744"/>
                  <a:pt x="1183396" y="493771"/>
                </a:cubicBezTo>
                <a:close/>
                <a:moveTo>
                  <a:pt x="1185177" y="452690"/>
                </a:moveTo>
                <a:cubicBezTo>
                  <a:pt x="1175004" y="453995"/>
                  <a:pt x="1186644" y="437269"/>
                  <a:pt x="1182262" y="429678"/>
                </a:cubicBezTo>
                <a:cubicBezTo>
                  <a:pt x="1175423" y="427049"/>
                  <a:pt x="1170804" y="431363"/>
                  <a:pt x="1165431" y="433335"/>
                </a:cubicBezTo>
                <a:cubicBezTo>
                  <a:pt x="1161650" y="439222"/>
                  <a:pt x="1168108" y="447270"/>
                  <a:pt x="1163793" y="451537"/>
                </a:cubicBezTo>
                <a:cubicBezTo>
                  <a:pt x="1160259" y="442308"/>
                  <a:pt x="1157240" y="431563"/>
                  <a:pt x="1151715" y="428030"/>
                </a:cubicBezTo>
                <a:cubicBezTo>
                  <a:pt x="1149058" y="433754"/>
                  <a:pt x="1147477" y="442812"/>
                  <a:pt x="1146962" y="455214"/>
                </a:cubicBezTo>
                <a:cubicBezTo>
                  <a:pt x="1152477" y="455795"/>
                  <a:pt x="1159183" y="457291"/>
                  <a:pt x="1153135" y="446375"/>
                </a:cubicBezTo>
                <a:cubicBezTo>
                  <a:pt x="1158411" y="449118"/>
                  <a:pt x="1161183" y="459024"/>
                  <a:pt x="1166803" y="460843"/>
                </a:cubicBezTo>
                <a:cubicBezTo>
                  <a:pt x="1170442" y="440117"/>
                  <a:pt x="1180471" y="465815"/>
                  <a:pt x="1185177" y="452690"/>
                </a:cubicBezTo>
                <a:close/>
                <a:moveTo>
                  <a:pt x="1186844" y="429906"/>
                </a:moveTo>
                <a:cubicBezTo>
                  <a:pt x="1188682" y="430982"/>
                  <a:pt x="1187758" y="435059"/>
                  <a:pt x="1186796" y="439031"/>
                </a:cubicBezTo>
                <a:cubicBezTo>
                  <a:pt x="1190873" y="439260"/>
                  <a:pt x="1190025" y="453681"/>
                  <a:pt x="1194340" y="453185"/>
                </a:cubicBezTo>
                <a:cubicBezTo>
                  <a:pt x="1197378" y="446861"/>
                  <a:pt x="1190273" y="416685"/>
                  <a:pt x="1186844" y="429906"/>
                </a:cubicBezTo>
                <a:close/>
                <a:moveTo>
                  <a:pt x="1868567" y="626807"/>
                </a:moveTo>
                <a:cubicBezTo>
                  <a:pt x="1870386" y="626169"/>
                  <a:pt x="1872910" y="627817"/>
                  <a:pt x="1873187" y="622463"/>
                </a:cubicBezTo>
                <a:cubicBezTo>
                  <a:pt x="1867633" y="619292"/>
                  <a:pt x="1877444" y="599594"/>
                  <a:pt x="1870243" y="604004"/>
                </a:cubicBezTo>
                <a:cubicBezTo>
                  <a:pt x="1868510" y="608109"/>
                  <a:pt x="1869710" y="612481"/>
                  <a:pt x="1868567" y="626807"/>
                </a:cubicBezTo>
                <a:close/>
                <a:moveTo>
                  <a:pt x="1792891" y="508402"/>
                </a:moveTo>
                <a:cubicBezTo>
                  <a:pt x="1799625" y="509754"/>
                  <a:pt x="1803378" y="516098"/>
                  <a:pt x="1808198" y="504630"/>
                </a:cubicBezTo>
                <a:cubicBezTo>
                  <a:pt x="1806540" y="501810"/>
                  <a:pt x="1796101" y="501553"/>
                  <a:pt x="1792891" y="508402"/>
                </a:cubicBezTo>
                <a:close/>
                <a:moveTo>
                  <a:pt x="1720406" y="623349"/>
                </a:moveTo>
                <a:cubicBezTo>
                  <a:pt x="1725092" y="620321"/>
                  <a:pt x="1725940" y="628331"/>
                  <a:pt x="1729540" y="628436"/>
                </a:cubicBezTo>
                <a:cubicBezTo>
                  <a:pt x="1729797" y="615091"/>
                  <a:pt x="1720720" y="609119"/>
                  <a:pt x="1720406" y="623349"/>
                </a:cubicBezTo>
                <a:close/>
                <a:moveTo>
                  <a:pt x="1697460" y="626712"/>
                </a:moveTo>
                <a:cubicBezTo>
                  <a:pt x="1701651" y="616120"/>
                  <a:pt x="1706147" y="635332"/>
                  <a:pt x="1709709" y="622778"/>
                </a:cubicBezTo>
                <a:cubicBezTo>
                  <a:pt x="1708214" y="618692"/>
                  <a:pt x="1696555" y="609338"/>
                  <a:pt x="1697460" y="626712"/>
                </a:cubicBezTo>
                <a:close/>
                <a:moveTo>
                  <a:pt x="1550841" y="618768"/>
                </a:moveTo>
                <a:cubicBezTo>
                  <a:pt x="1552442" y="612843"/>
                  <a:pt x="1552442" y="601985"/>
                  <a:pt x="1554032" y="596089"/>
                </a:cubicBezTo>
                <a:cubicBezTo>
                  <a:pt x="1551994" y="595984"/>
                  <a:pt x="1549956" y="595879"/>
                  <a:pt x="1547927" y="595755"/>
                </a:cubicBezTo>
                <a:cubicBezTo>
                  <a:pt x="1547641" y="607090"/>
                  <a:pt x="1547508" y="617901"/>
                  <a:pt x="1550841" y="618768"/>
                </a:cubicBezTo>
                <a:close/>
                <a:moveTo>
                  <a:pt x="1481166" y="518984"/>
                </a:moveTo>
                <a:cubicBezTo>
                  <a:pt x="1487005" y="517098"/>
                  <a:pt x="1484147" y="540320"/>
                  <a:pt x="1491786" y="533252"/>
                </a:cubicBezTo>
                <a:cubicBezTo>
                  <a:pt x="1492615" y="518955"/>
                  <a:pt x="1486586" y="520908"/>
                  <a:pt x="1490386" y="510335"/>
                </a:cubicBezTo>
                <a:cubicBezTo>
                  <a:pt x="1486005" y="509154"/>
                  <a:pt x="1482624" y="511078"/>
                  <a:pt x="1481166" y="518984"/>
                </a:cubicBezTo>
                <a:close/>
                <a:moveTo>
                  <a:pt x="1456039" y="631941"/>
                </a:moveTo>
                <a:cubicBezTo>
                  <a:pt x="1460878" y="626978"/>
                  <a:pt x="1459716" y="639313"/>
                  <a:pt x="1462097" y="641418"/>
                </a:cubicBezTo>
                <a:cubicBezTo>
                  <a:pt x="1462554" y="628102"/>
                  <a:pt x="1459316" y="625473"/>
                  <a:pt x="1457649" y="618311"/>
                </a:cubicBezTo>
                <a:cubicBezTo>
                  <a:pt x="1457725" y="609214"/>
                  <a:pt x="1461840" y="612720"/>
                  <a:pt x="1460811" y="600194"/>
                </a:cubicBezTo>
                <a:cubicBezTo>
                  <a:pt x="1451686" y="597660"/>
                  <a:pt x="1457211" y="611672"/>
                  <a:pt x="1456039" y="631941"/>
                </a:cubicBezTo>
                <a:close/>
                <a:moveTo>
                  <a:pt x="1369066" y="613529"/>
                </a:moveTo>
                <a:cubicBezTo>
                  <a:pt x="1373448" y="614701"/>
                  <a:pt x="1376829" y="612796"/>
                  <a:pt x="1378277" y="604871"/>
                </a:cubicBezTo>
                <a:cubicBezTo>
                  <a:pt x="1372572" y="607662"/>
                  <a:pt x="1369409" y="591707"/>
                  <a:pt x="1369066" y="613529"/>
                </a:cubicBezTo>
                <a:close/>
                <a:moveTo>
                  <a:pt x="1329909" y="519955"/>
                </a:moveTo>
                <a:cubicBezTo>
                  <a:pt x="1332462" y="520098"/>
                  <a:pt x="1334995" y="520251"/>
                  <a:pt x="1337548" y="520355"/>
                </a:cubicBezTo>
                <a:cubicBezTo>
                  <a:pt x="1339148" y="502058"/>
                  <a:pt x="1328528" y="501477"/>
                  <a:pt x="1329909" y="519955"/>
                </a:cubicBezTo>
                <a:close/>
                <a:moveTo>
                  <a:pt x="1317279" y="587869"/>
                </a:moveTo>
                <a:cubicBezTo>
                  <a:pt x="1321337" y="588021"/>
                  <a:pt x="1326252" y="590879"/>
                  <a:pt x="1326490" y="579229"/>
                </a:cubicBezTo>
                <a:cubicBezTo>
                  <a:pt x="1323337" y="581801"/>
                  <a:pt x="1315936" y="571257"/>
                  <a:pt x="1317279" y="587869"/>
                </a:cubicBezTo>
                <a:close/>
                <a:moveTo>
                  <a:pt x="1292924" y="572838"/>
                </a:moveTo>
                <a:cubicBezTo>
                  <a:pt x="1298105" y="576182"/>
                  <a:pt x="1305706" y="563209"/>
                  <a:pt x="1302191" y="555045"/>
                </a:cubicBezTo>
                <a:cubicBezTo>
                  <a:pt x="1301563" y="560561"/>
                  <a:pt x="1290419" y="545482"/>
                  <a:pt x="1292924" y="572838"/>
                </a:cubicBezTo>
                <a:close/>
                <a:moveTo>
                  <a:pt x="1258214" y="502344"/>
                </a:moveTo>
                <a:cubicBezTo>
                  <a:pt x="1259243" y="515879"/>
                  <a:pt x="1262853" y="521889"/>
                  <a:pt x="1268797" y="521213"/>
                </a:cubicBezTo>
                <a:cubicBezTo>
                  <a:pt x="1271540" y="496800"/>
                  <a:pt x="1263634" y="503172"/>
                  <a:pt x="1258214" y="502344"/>
                </a:cubicBezTo>
                <a:close/>
                <a:moveTo>
                  <a:pt x="1228649" y="592222"/>
                </a:moveTo>
                <a:cubicBezTo>
                  <a:pt x="1233288" y="605271"/>
                  <a:pt x="1238679" y="592117"/>
                  <a:pt x="1243832" y="606747"/>
                </a:cubicBezTo>
                <a:cubicBezTo>
                  <a:pt x="1244870" y="594689"/>
                  <a:pt x="1241327" y="601108"/>
                  <a:pt x="1239298" y="597336"/>
                </a:cubicBezTo>
                <a:cubicBezTo>
                  <a:pt x="1235802" y="590917"/>
                  <a:pt x="1230335" y="573934"/>
                  <a:pt x="1228649" y="592222"/>
                </a:cubicBezTo>
                <a:close/>
                <a:moveTo>
                  <a:pt x="1205008" y="458348"/>
                </a:moveTo>
                <a:cubicBezTo>
                  <a:pt x="1211685" y="455795"/>
                  <a:pt x="1215638" y="444784"/>
                  <a:pt x="1218914" y="431659"/>
                </a:cubicBezTo>
                <a:cubicBezTo>
                  <a:pt x="1214685" y="433002"/>
                  <a:pt x="1208275" y="417952"/>
                  <a:pt x="1205170" y="430916"/>
                </a:cubicBezTo>
                <a:cubicBezTo>
                  <a:pt x="1208561" y="433021"/>
                  <a:pt x="1206217" y="455224"/>
                  <a:pt x="1205008" y="458348"/>
                </a:cubicBezTo>
                <a:close/>
                <a:moveTo>
                  <a:pt x="1243308" y="442079"/>
                </a:moveTo>
                <a:cubicBezTo>
                  <a:pt x="1244346" y="424125"/>
                  <a:pt x="1234945" y="436288"/>
                  <a:pt x="1231135" y="432297"/>
                </a:cubicBezTo>
                <a:cubicBezTo>
                  <a:pt x="1229058" y="433630"/>
                  <a:pt x="1228173" y="438669"/>
                  <a:pt x="1225001" y="436564"/>
                </a:cubicBezTo>
                <a:cubicBezTo>
                  <a:pt x="1225991" y="424705"/>
                  <a:pt x="1224486" y="420057"/>
                  <a:pt x="1220505" y="422572"/>
                </a:cubicBezTo>
                <a:cubicBezTo>
                  <a:pt x="1219276" y="436593"/>
                  <a:pt x="1224648" y="431602"/>
                  <a:pt x="1223420" y="445613"/>
                </a:cubicBezTo>
                <a:cubicBezTo>
                  <a:pt x="1217533" y="441317"/>
                  <a:pt x="1216771" y="452900"/>
                  <a:pt x="1214171" y="458834"/>
                </a:cubicBezTo>
                <a:cubicBezTo>
                  <a:pt x="1223477" y="454290"/>
                  <a:pt x="1235088" y="434897"/>
                  <a:pt x="1243308" y="442079"/>
                </a:cubicBezTo>
                <a:close/>
                <a:moveTo>
                  <a:pt x="1324213" y="451061"/>
                </a:moveTo>
                <a:cubicBezTo>
                  <a:pt x="1323023" y="449985"/>
                  <a:pt x="1322461" y="447118"/>
                  <a:pt x="1322737" y="441850"/>
                </a:cubicBezTo>
                <a:cubicBezTo>
                  <a:pt x="1318022" y="444784"/>
                  <a:pt x="1319794" y="444860"/>
                  <a:pt x="1315098" y="441412"/>
                </a:cubicBezTo>
                <a:cubicBezTo>
                  <a:pt x="1313612" y="455128"/>
                  <a:pt x="1325118" y="453881"/>
                  <a:pt x="1324213" y="451061"/>
                </a:cubicBezTo>
                <a:close/>
                <a:moveTo>
                  <a:pt x="1353283" y="443498"/>
                </a:moveTo>
                <a:cubicBezTo>
                  <a:pt x="1349807" y="442012"/>
                  <a:pt x="1347540" y="444279"/>
                  <a:pt x="1347121" y="452309"/>
                </a:cubicBezTo>
                <a:cubicBezTo>
                  <a:pt x="1349188" y="453852"/>
                  <a:pt x="1350007" y="458967"/>
                  <a:pt x="1353198" y="457205"/>
                </a:cubicBezTo>
                <a:cubicBezTo>
                  <a:pt x="1353236" y="452614"/>
                  <a:pt x="1353264" y="448042"/>
                  <a:pt x="1353283" y="443498"/>
                </a:cubicBezTo>
                <a:close/>
                <a:moveTo>
                  <a:pt x="1363952" y="448623"/>
                </a:moveTo>
                <a:cubicBezTo>
                  <a:pt x="1362208" y="435716"/>
                  <a:pt x="1361637" y="419362"/>
                  <a:pt x="1354941" y="420715"/>
                </a:cubicBezTo>
                <a:cubicBezTo>
                  <a:pt x="1353245" y="437259"/>
                  <a:pt x="1356741" y="429811"/>
                  <a:pt x="1357894" y="439174"/>
                </a:cubicBezTo>
                <a:cubicBezTo>
                  <a:pt x="1357760" y="438155"/>
                  <a:pt x="1355598" y="445651"/>
                  <a:pt x="1357846" y="448299"/>
                </a:cubicBezTo>
                <a:cubicBezTo>
                  <a:pt x="1359884" y="448423"/>
                  <a:pt x="1361923" y="448509"/>
                  <a:pt x="1363952" y="448623"/>
                </a:cubicBezTo>
                <a:close/>
                <a:moveTo>
                  <a:pt x="1466450" y="426734"/>
                </a:moveTo>
                <a:cubicBezTo>
                  <a:pt x="1462059" y="425534"/>
                  <a:pt x="1458678" y="427468"/>
                  <a:pt x="1457230" y="435374"/>
                </a:cubicBezTo>
                <a:cubicBezTo>
                  <a:pt x="1461716" y="434421"/>
                  <a:pt x="1461859" y="445946"/>
                  <a:pt x="1466345" y="445032"/>
                </a:cubicBezTo>
                <a:cubicBezTo>
                  <a:pt x="1466383" y="438926"/>
                  <a:pt x="1466412" y="432849"/>
                  <a:pt x="1466450" y="426734"/>
                </a:cubicBezTo>
                <a:close/>
                <a:moveTo>
                  <a:pt x="2043456" y="508192"/>
                </a:moveTo>
                <a:cubicBezTo>
                  <a:pt x="2043989" y="517288"/>
                  <a:pt x="2040017" y="520556"/>
                  <a:pt x="2035712" y="526070"/>
                </a:cubicBezTo>
                <a:cubicBezTo>
                  <a:pt x="2038740" y="526290"/>
                  <a:pt x="2037579" y="538653"/>
                  <a:pt x="2041760" y="535567"/>
                </a:cubicBezTo>
                <a:cubicBezTo>
                  <a:pt x="2042665" y="529623"/>
                  <a:pt x="2049723" y="506925"/>
                  <a:pt x="2043456" y="508192"/>
                </a:cubicBezTo>
                <a:close/>
                <a:moveTo>
                  <a:pt x="2077117" y="500886"/>
                </a:moveTo>
                <a:cubicBezTo>
                  <a:pt x="2075936" y="499810"/>
                  <a:pt x="2075364" y="496953"/>
                  <a:pt x="2075641" y="491619"/>
                </a:cubicBezTo>
                <a:cubicBezTo>
                  <a:pt x="2070525" y="488190"/>
                  <a:pt x="2070583" y="500763"/>
                  <a:pt x="2067925" y="504963"/>
                </a:cubicBezTo>
                <a:cubicBezTo>
                  <a:pt x="2070621" y="502468"/>
                  <a:pt x="2076860" y="510964"/>
                  <a:pt x="2077117" y="500886"/>
                </a:cubicBezTo>
                <a:close/>
                <a:moveTo>
                  <a:pt x="2833697" y="445718"/>
                </a:moveTo>
                <a:cubicBezTo>
                  <a:pt x="2829868" y="448775"/>
                  <a:pt x="2827544" y="425248"/>
                  <a:pt x="2824563" y="440641"/>
                </a:cubicBezTo>
                <a:cubicBezTo>
                  <a:pt x="2826172" y="444003"/>
                  <a:pt x="2831487" y="458872"/>
                  <a:pt x="2833697" y="445718"/>
                </a:cubicBezTo>
                <a:close/>
                <a:moveTo>
                  <a:pt x="2856414" y="478950"/>
                </a:moveTo>
                <a:cubicBezTo>
                  <a:pt x="2853671" y="479398"/>
                  <a:pt x="2852861" y="474226"/>
                  <a:pt x="2853443" y="465082"/>
                </a:cubicBezTo>
                <a:cubicBezTo>
                  <a:pt x="2848632" y="462567"/>
                  <a:pt x="2847994" y="473007"/>
                  <a:pt x="2842727" y="469063"/>
                </a:cubicBezTo>
                <a:cubicBezTo>
                  <a:pt x="2842270" y="477103"/>
                  <a:pt x="2850061" y="489590"/>
                  <a:pt x="2851775" y="487856"/>
                </a:cubicBezTo>
                <a:cubicBezTo>
                  <a:pt x="2852461" y="487142"/>
                  <a:pt x="2851614" y="476560"/>
                  <a:pt x="2853357" y="478808"/>
                </a:cubicBezTo>
                <a:cubicBezTo>
                  <a:pt x="2853338" y="485799"/>
                  <a:pt x="2857443" y="494038"/>
                  <a:pt x="2856414" y="478950"/>
                </a:cubicBezTo>
                <a:close/>
                <a:moveTo>
                  <a:pt x="2882541" y="452919"/>
                </a:moveTo>
                <a:cubicBezTo>
                  <a:pt x="2883294" y="441346"/>
                  <a:pt x="2874674" y="434278"/>
                  <a:pt x="2873435" y="443270"/>
                </a:cubicBezTo>
                <a:cubicBezTo>
                  <a:pt x="2876274" y="447099"/>
                  <a:pt x="2878989" y="451252"/>
                  <a:pt x="2882541" y="452919"/>
                </a:cubicBezTo>
                <a:close/>
                <a:moveTo>
                  <a:pt x="3333350" y="436126"/>
                </a:moveTo>
                <a:cubicBezTo>
                  <a:pt x="3339208" y="440041"/>
                  <a:pt x="3339360" y="414561"/>
                  <a:pt x="3333455" y="417838"/>
                </a:cubicBezTo>
                <a:cubicBezTo>
                  <a:pt x="3333417" y="423915"/>
                  <a:pt x="3333379" y="430011"/>
                  <a:pt x="3333350" y="436126"/>
                </a:cubicBezTo>
                <a:close/>
                <a:moveTo>
                  <a:pt x="3292050" y="443041"/>
                </a:moveTo>
                <a:cubicBezTo>
                  <a:pt x="3291821" y="457157"/>
                  <a:pt x="3296583" y="456909"/>
                  <a:pt x="3301127" y="457233"/>
                </a:cubicBezTo>
                <a:cubicBezTo>
                  <a:pt x="3302117" y="440927"/>
                  <a:pt x="3296698" y="443089"/>
                  <a:pt x="3292050" y="443041"/>
                </a:cubicBezTo>
                <a:close/>
                <a:moveTo>
                  <a:pt x="3275819" y="94607"/>
                </a:moveTo>
                <a:cubicBezTo>
                  <a:pt x="3277810" y="102351"/>
                  <a:pt x="3275086" y="123677"/>
                  <a:pt x="3280229" y="122287"/>
                </a:cubicBezTo>
                <a:cubicBezTo>
                  <a:pt x="3281544" y="117067"/>
                  <a:pt x="3282325" y="110142"/>
                  <a:pt x="3281906" y="99512"/>
                </a:cubicBezTo>
                <a:cubicBezTo>
                  <a:pt x="3279010" y="100408"/>
                  <a:pt x="3278562" y="94188"/>
                  <a:pt x="3275819" y="94607"/>
                </a:cubicBezTo>
                <a:close/>
                <a:moveTo>
                  <a:pt x="3236167" y="83339"/>
                </a:moveTo>
                <a:cubicBezTo>
                  <a:pt x="3235652" y="92311"/>
                  <a:pt x="3238176" y="92512"/>
                  <a:pt x="3239138" y="97226"/>
                </a:cubicBezTo>
                <a:cubicBezTo>
                  <a:pt x="3238091" y="108314"/>
                  <a:pt x="3235909" y="120553"/>
                  <a:pt x="3242053" y="120248"/>
                </a:cubicBezTo>
                <a:cubicBezTo>
                  <a:pt x="3242158" y="113971"/>
                  <a:pt x="3241396" y="110142"/>
                  <a:pt x="3240615" y="106447"/>
                </a:cubicBezTo>
                <a:cubicBezTo>
                  <a:pt x="3243939" y="107447"/>
                  <a:pt x="3245482" y="102999"/>
                  <a:pt x="3245272" y="92969"/>
                </a:cubicBezTo>
                <a:cubicBezTo>
                  <a:pt x="3239967" y="96303"/>
                  <a:pt x="3238852" y="87540"/>
                  <a:pt x="3236167" y="83339"/>
                </a:cubicBezTo>
                <a:close/>
                <a:moveTo>
                  <a:pt x="3229023" y="508230"/>
                </a:moveTo>
                <a:cubicBezTo>
                  <a:pt x="3233271" y="504344"/>
                  <a:pt x="3243310" y="518355"/>
                  <a:pt x="3242815" y="499829"/>
                </a:cubicBezTo>
                <a:cubicBezTo>
                  <a:pt x="3241577" y="486218"/>
                  <a:pt x="3240462" y="510297"/>
                  <a:pt x="3236681" y="504058"/>
                </a:cubicBezTo>
                <a:cubicBezTo>
                  <a:pt x="3236548" y="498467"/>
                  <a:pt x="3236290" y="493209"/>
                  <a:pt x="3233680" y="494743"/>
                </a:cubicBezTo>
                <a:cubicBezTo>
                  <a:pt x="3235957" y="511126"/>
                  <a:pt x="3228480" y="497248"/>
                  <a:pt x="3229023" y="508230"/>
                </a:cubicBezTo>
                <a:close/>
                <a:moveTo>
                  <a:pt x="3222203" y="119182"/>
                </a:moveTo>
                <a:cubicBezTo>
                  <a:pt x="3225975" y="118115"/>
                  <a:pt x="3231899" y="109923"/>
                  <a:pt x="3229975" y="96722"/>
                </a:cubicBezTo>
                <a:cubicBezTo>
                  <a:pt x="3224203" y="98074"/>
                  <a:pt x="3221012" y="124897"/>
                  <a:pt x="3214611" y="109618"/>
                </a:cubicBezTo>
                <a:cubicBezTo>
                  <a:pt x="3213154" y="122696"/>
                  <a:pt x="3219488" y="119905"/>
                  <a:pt x="3222203" y="119182"/>
                </a:cubicBezTo>
                <a:close/>
                <a:moveTo>
                  <a:pt x="3203734" y="141032"/>
                </a:moveTo>
                <a:cubicBezTo>
                  <a:pt x="3206086" y="131269"/>
                  <a:pt x="3211449" y="130793"/>
                  <a:pt x="3211535" y="114009"/>
                </a:cubicBezTo>
                <a:cubicBezTo>
                  <a:pt x="3204553" y="108523"/>
                  <a:pt x="3197133" y="133040"/>
                  <a:pt x="3203734" y="141032"/>
                </a:cubicBezTo>
                <a:close/>
                <a:moveTo>
                  <a:pt x="3109893" y="501791"/>
                </a:moveTo>
                <a:cubicBezTo>
                  <a:pt x="3106303" y="500191"/>
                  <a:pt x="3107141" y="485742"/>
                  <a:pt x="3102340" y="487656"/>
                </a:cubicBezTo>
                <a:cubicBezTo>
                  <a:pt x="3101378" y="499877"/>
                  <a:pt x="3108484" y="511269"/>
                  <a:pt x="3109893" y="501791"/>
                </a:cubicBezTo>
                <a:close/>
                <a:moveTo>
                  <a:pt x="2996089" y="372166"/>
                </a:moveTo>
                <a:cubicBezTo>
                  <a:pt x="2996127" y="366051"/>
                  <a:pt x="2996165" y="359974"/>
                  <a:pt x="2996194" y="353878"/>
                </a:cubicBezTo>
                <a:cubicBezTo>
                  <a:pt x="2994670" y="353811"/>
                  <a:pt x="2993136" y="353716"/>
                  <a:pt x="2991612" y="353649"/>
                </a:cubicBezTo>
                <a:cubicBezTo>
                  <a:pt x="2991117" y="365574"/>
                  <a:pt x="2992060" y="373337"/>
                  <a:pt x="2996089" y="372166"/>
                </a:cubicBezTo>
                <a:close/>
                <a:moveTo>
                  <a:pt x="2803512" y="384643"/>
                </a:moveTo>
                <a:cubicBezTo>
                  <a:pt x="2808046" y="385977"/>
                  <a:pt x="2818295" y="381205"/>
                  <a:pt x="2815790" y="376137"/>
                </a:cubicBezTo>
                <a:cubicBezTo>
                  <a:pt x="2812837" y="379738"/>
                  <a:pt x="2800588" y="378262"/>
                  <a:pt x="2803512" y="384643"/>
                </a:cubicBezTo>
                <a:close/>
                <a:moveTo>
                  <a:pt x="2783853" y="351563"/>
                </a:moveTo>
                <a:cubicBezTo>
                  <a:pt x="2787567" y="354306"/>
                  <a:pt x="2786996" y="369451"/>
                  <a:pt x="2792940" y="365765"/>
                </a:cubicBezTo>
                <a:cubicBezTo>
                  <a:pt x="2792844" y="355183"/>
                  <a:pt x="2786368" y="340295"/>
                  <a:pt x="2783853" y="351563"/>
                </a:cubicBezTo>
                <a:close/>
                <a:moveTo>
                  <a:pt x="2769718" y="414819"/>
                </a:moveTo>
                <a:cubicBezTo>
                  <a:pt x="2770308" y="395959"/>
                  <a:pt x="2760860" y="411218"/>
                  <a:pt x="2759021" y="414237"/>
                </a:cubicBezTo>
                <a:cubicBezTo>
                  <a:pt x="2762498" y="416638"/>
                  <a:pt x="2766775" y="423734"/>
                  <a:pt x="2769718" y="414819"/>
                </a:cubicBezTo>
                <a:close/>
                <a:moveTo>
                  <a:pt x="2713482" y="366051"/>
                </a:moveTo>
                <a:cubicBezTo>
                  <a:pt x="2717606" y="363107"/>
                  <a:pt x="2716378" y="375671"/>
                  <a:pt x="2717987" y="380014"/>
                </a:cubicBezTo>
                <a:cubicBezTo>
                  <a:pt x="2724064" y="381795"/>
                  <a:pt x="2729265" y="380852"/>
                  <a:pt x="2731789" y="371594"/>
                </a:cubicBezTo>
                <a:cubicBezTo>
                  <a:pt x="2732151" y="378081"/>
                  <a:pt x="2735104" y="377004"/>
                  <a:pt x="2736304" y="381014"/>
                </a:cubicBezTo>
                <a:cubicBezTo>
                  <a:pt x="2744591" y="366041"/>
                  <a:pt x="2756525" y="373737"/>
                  <a:pt x="2765355" y="377995"/>
                </a:cubicBezTo>
                <a:cubicBezTo>
                  <a:pt x="2763965" y="369460"/>
                  <a:pt x="2774109" y="375671"/>
                  <a:pt x="2768461" y="369041"/>
                </a:cubicBezTo>
                <a:cubicBezTo>
                  <a:pt x="2765584" y="367870"/>
                  <a:pt x="2765069" y="374004"/>
                  <a:pt x="2762326" y="373261"/>
                </a:cubicBezTo>
                <a:cubicBezTo>
                  <a:pt x="2761841" y="362164"/>
                  <a:pt x="2756459" y="356830"/>
                  <a:pt x="2753278" y="354468"/>
                </a:cubicBezTo>
                <a:cubicBezTo>
                  <a:pt x="2750525" y="352439"/>
                  <a:pt x="2749391" y="358935"/>
                  <a:pt x="2745610" y="358659"/>
                </a:cubicBezTo>
                <a:cubicBezTo>
                  <a:pt x="2741933" y="358373"/>
                  <a:pt x="2736961" y="349182"/>
                  <a:pt x="2733447" y="348848"/>
                </a:cubicBezTo>
                <a:cubicBezTo>
                  <a:pt x="2731465" y="348667"/>
                  <a:pt x="2731342" y="354535"/>
                  <a:pt x="2728836" y="353144"/>
                </a:cubicBezTo>
                <a:cubicBezTo>
                  <a:pt x="2724798" y="350963"/>
                  <a:pt x="2713654" y="346667"/>
                  <a:pt x="2713482" y="366051"/>
                </a:cubicBezTo>
                <a:close/>
                <a:moveTo>
                  <a:pt x="2528573" y="374356"/>
                </a:moveTo>
                <a:cubicBezTo>
                  <a:pt x="2532174" y="376385"/>
                  <a:pt x="2535650" y="387396"/>
                  <a:pt x="2539184" y="388663"/>
                </a:cubicBezTo>
                <a:cubicBezTo>
                  <a:pt x="2543242" y="390073"/>
                  <a:pt x="2543947" y="381024"/>
                  <a:pt x="2546880" y="379919"/>
                </a:cubicBezTo>
                <a:cubicBezTo>
                  <a:pt x="2548395" y="379319"/>
                  <a:pt x="2548014" y="384320"/>
                  <a:pt x="2548376" y="384567"/>
                </a:cubicBezTo>
                <a:cubicBezTo>
                  <a:pt x="2549738" y="385462"/>
                  <a:pt x="2549805" y="380100"/>
                  <a:pt x="2549938" y="380081"/>
                </a:cubicBezTo>
                <a:cubicBezTo>
                  <a:pt x="2557720" y="378862"/>
                  <a:pt x="2562016" y="376071"/>
                  <a:pt x="2563787" y="362517"/>
                </a:cubicBezTo>
                <a:cubicBezTo>
                  <a:pt x="2558168" y="357830"/>
                  <a:pt x="2549328" y="369137"/>
                  <a:pt x="2540832" y="370442"/>
                </a:cubicBezTo>
                <a:cubicBezTo>
                  <a:pt x="2536431" y="371118"/>
                  <a:pt x="2530297" y="354821"/>
                  <a:pt x="2528573" y="374356"/>
                </a:cubicBezTo>
                <a:close/>
                <a:moveTo>
                  <a:pt x="2315147" y="550321"/>
                </a:moveTo>
                <a:cubicBezTo>
                  <a:pt x="2318709" y="551940"/>
                  <a:pt x="2321405" y="559589"/>
                  <a:pt x="2324310" y="550807"/>
                </a:cubicBezTo>
                <a:cubicBezTo>
                  <a:pt x="2325824" y="534281"/>
                  <a:pt x="2314299" y="539796"/>
                  <a:pt x="2315147" y="550321"/>
                </a:cubicBezTo>
                <a:close/>
                <a:moveTo>
                  <a:pt x="2342836" y="519794"/>
                </a:moveTo>
                <a:cubicBezTo>
                  <a:pt x="2337092" y="510240"/>
                  <a:pt x="2336664" y="540263"/>
                  <a:pt x="2339645" y="542492"/>
                </a:cubicBezTo>
                <a:cubicBezTo>
                  <a:pt x="2338588" y="528338"/>
                  <a:pt x="2344941" y="537196"/>
                  <a:pt x="2342836" y="519794"/>
                </a:cubicBezTo>
                <a:close/>
                <a:moveTo>
                  <a:pt x="2335340" y="496533"/>
                </a:moveTo>
                <a:cubicBezTo>
                  <a:pt x="2338931" y="498134"/>
                  <a:pt x="2338083" y="512574"/>
                  <a:pt x="2342883" y="510650"/>
                </a:cubicBezTo>
                <a:cubicBezTo>
                  <a:pt x="2350961" y="499096"/>
                  <a:pt x="2338207" y="474169"/>
                  <a:pt x="2335340" y="496533"/>
                </a:cubicBezTo>
                <a:close/>
                <a:moveTo>
                  <a:pt x="2525411" y="392492"/>
                </a:moveTo>
                <a:cubicBezTo>
                  <a:pt x="2525897" y="379081"/>
                  <a:pt x="2522039" y="378252"/>
                  <a:pt x="2522525" y="364879"/>
                </a:cubicBezTo>
                <a:cubicBezTo>
                  <a:pt x="2523716" y="363917"/>
                  <a:pt x="2525535" y="364936"/>
                  <a:pt x="2525611" y="360469"/>
                </a:cubicBezTo>
                <a:cubicBezTo>
                  <a:pt x="2517343" y="361593"/>
                  <a:pt x="2515991" y="391197"/>
                  <a:pt x="2525411" y="392492"/>
                </a:cubicBezTo>
                <a:close/>
                <a:moveTo>
                  <a:pt x="2439648" y="172922"/>
                </a:moveTo>
                <a:cubicBezTo>
                  <a:pt x="2442601" y="181542"/>
                  <a:pt x="2449078" y="174855"/>
                  <a:pt x="2451897" y="169016"/>
                </a:cubicBezTo>
                <a:cubicBezTo>
                  <a:pt x="2445830" y="170388"/>
                  <a:pt x="2442629" y="157796"/>
                  <a:pt x="2439648" y="172922"/>
                </a:cubicBezTo>
                <a:close/>
                <a:moveTo>
                  <a:pt x="2398357" y="179827"/>
                </a:moveTo>
                <a:cubicBezTo>
                  <a:pt x="2404148" y="170302"/>
                  <a:pt x="2403929" y="185942"/>
                  <a:pt x="2408987" y="189552"/>
                </a:cubicBezTo>
                <a:cubicBezTo>
                  <a:pt x="2409225" y="178237"/>
                  <a:pt x="2411930" y="175560"/>
                  <a:pt x="2409120" y="166673"/>
                </a:cubicBezTo>
                <a:cubicBezTo>
                  <a:pt x="2406529" y="174169"/>
                  <a:pt x="2397995" y="163206"/>
                  <a:pt x="2398357" y="179827"/>
                </a:cubicBezTo>
                <a:close/>
                <a:moveTo>
                  <a:pt x="2311213" y="188847"/>
                </a:moveTo>
                <a:cubicBezTo>
                  <a:pt x="2313118" y="195182"/>
                  <a:pt x="2318652" y="196325"/>
                  <a:pt x="2318880" y="184695"/>
                </a:cubicBezTo>
                <a:cubicBezTo>
                  <a:pt x="2316976" y="178351"/>
                  <a:pt x="2311441" y="177227"/>
                  <a:pt x="2311213" y="188847"/>
                </a:cubicBezTo>
                <a:close/>
                <a:moveTo>
                  <a:pt x="2317394" y="431554"/>
                </a:moveTo>
                <a:cubicBezTo>
                  <a:pt x="2322728" y="440650"/>
                  <a:pt x="2324234" y="429763"/>
                  <a:pt x="2329634" y="427639"/>
                </a:cubicBezTo>
                <a:cubicBezTo>
                  <a:pt x="2328072" y="445737"/>
                  <a:pt x="2335378" y="432392"/>
                  <a:pt x="2335721" y="432535"/>
                </a:cubicBezTo>
                <a:cubicBezTo>
                  <a:pt x="2338931" y="433764"/>
                  <a:pt x="2339578" y="445851"/>
                  <a:pt x="2343264" y="446651"/>
                </a:cubicBezTo>
                <a:cubicBezTo>
                  <a:pt x="2342255" y="426449"/>
                  <a:pt x="2351646" y="438507"/>
                  <a:pt x="2352570" y="424296"/>
                </a:cubicBezTo>
                <a:cubicBezTo>
                  <a:pt x="2355276" y="425496"/>
                  <a:pt x="2360248" y="420095"/>
                  <a:pt x="2358628" y="433754"/>
                </a:cubicBezTo>
                <a:cubicBezTo>
                  <a:pt x="2353818" y="435802"/>
                  <a:pt x="2352447" y="422667"/>
                  <a:pt x="2350961" y="437936"/>
                </a:cubicBezTo>
                <a:cubicBezTo>
                  <a:pt x="2353437" y="442508"/>
                  <a:pt x="2355809" y="444899"/>
                  <a:pt x="2358571" y="442898"/>
                </a:cubicBezTo>
                <a:cubicBezTo>
                  <a:pt x="2361362" y="440860"/>
                  <a:pt x="2371458" y="411094"/>
                  <a:pt x="2372363" y="434488"/>
                </a:cubicBezTo>
                <a:cubicBezTo>
                  <a:pt x="2371516" y="434440"/>
                  <a:pt x="2370611" y="438098"/>
                  <a:pt x="2372335" y="439069"/>
                </a:cubicBezTo>
                <a:cubicBezTo>
                  <a:pt x="2374326" y="425944"/>
                  <a:pt x="2381155" y="459577"/>
                  <a:pt x="2383050" y="435059"/>
                </a:cubicBezTo>
                <a:cubicBezTo>
                  <a:pt x="2382155" y="428687"/>
                  <a:pt x="2377183" y="434049"/>
                  <a:pt x="2377002" y="425610"/>
                </a:cubicBezTo>
                <a:cubicBezTo>
                  <a:pt x="2384346" y="424486"/>
                  <a:pt x="2389728" y="438069"/>
                  <a:pt x="2393823" y="421924"/>
                </a:cubicBezTo>
                <a:cubicBezTo>
                  <a:pt x="2395014" y="422096"/>
                  <a:pt x="2396243" y="435050"/>
                  <a:pt x="2396795" y="435821"/>
                </a:cubicBezTo>
                <a:cubicBezTo>
                  <a:pt x="2398090" y="437659"/>
                  <a:pt x="2406587" y="434392"/>
                  <a:pt x="2407482" y="436402"/>
                </a:cubicBezTo>
                <a:cubicBezTo>
                  <a:pt x="2407711" y="436916"/>
                  <a:pt x="2407206" y="445422"/>
                  <a:pt x="2407425" y="445565"/>
                </a:cubicBezTo>
                <a:cubicBezTo>
                  <a:pt x="2410397" y="446756"/>
                  <a:pt x="2413664" y="436897"/>
                  <a:pt x="2416617" y="441460"/>
                </a:cubicBezTo>
                <a:cubicBezTo>
                  <a:pt x="2416817" y="446851"/>
                  <a:pt x="2416283" y="454424"/>
                  <a:pt x="2418064" y="455252"/>
                </a:cubicBezTo>
                <a:cubicBezTo>
                  <a:pt x="2421436" y="445918"/>
                  <a:pt x="2417969" y="440488"/>
                  <a:pt x="2416674" y="432335"/>
                </a:cubicBezTo>
                <a:cubicBezTo>
                  <a:pt x="2423036" y="428134"/>
                  <a:pt x="2418436" y="414095"/>
                  <a:pt x="2425980" y="409932"/>
                </a:cubicBezTo>
                <a:cubicBezTo>
                  <a:pt x="2429018" y="410189"/>
                  <a:pt x="2427846" y="422534"/>
                  <a:pt x="2432037" y="419438"/>
                </a:cubicBezTo>
                <a:cubicBezTo>
                  <a:pt x="2433133" y="411770"/>
                  <a:pt x="2436200" y="411637"/>
                  <a:pt x="2438200" y="410608"/>
                </a:cubicBezTo>
                <a:cubicBezTo>
                  <a:pt x="2447354" y="405951"/>
                  <a:pt x="2458345" y="405713"/>
                  <a:pt x="2468747" y="412256"/>
                </a:cubicBezTo>
                <a:cubicBezTo>
                  <a:pt x="2470118" y="405636"/>
                  <a:pt x="2471128" y="397902"/>
                  <a:pt x="2474938" y="398883"/>
                </a:cubicBezTo>
                <a:cubicBezTo>
                  <a:pt x="2491321" y="395187"/>
                  <a:pt x="2499017" y="393073"/>
                  <a:pt x="2516229" y="391978"/>
                </a:cubicBezTo>
                <a:cubicBezTo>
                  <a:pt x="2517572" y="359402"/>
                  <a:pt x="2504932" y="382367"/>
                  <a:pt x="2499484" y="381910"/>
                </a:cubicBezTo>
                <a:cubicBezTo>
                  <a:pt x="2490130" y="381186"/>
                  <a:pt x="2481586" y="373337"/>
                  <a:pt x="2473576" y="371385"/>
                </a:cubicBezTo>
                <a:cubicBezTo>
                  <a:pt x="2473605" y="379233"/>
                  <a:pt x="2472328" y="383024"/>
                  <a:pt x="2470433" y="384920"/>
                </a:cubicBezTo>
                <a:cubicBezTo>
                  <a:pt x="2457298" y="375928"/>
                  <a:pt x="2450335" y="387596"/>
                  <a:pt x="2438305" y="392330"/>
                </a:cubicBezTo>
                <a:cubicBezTo>
                  <a:pt x="2437391" y="382272"/>
                  <a:pt x="2442725" y="378033"/>
                  <a:pt x="2436857" y="378557"/>
                </a:cubicBezTo>
                <a:cubicBezTo>
                  <a:pt x="2435028" y="386834"/>
                  <a:pt x="2430942" y="388129"/>
                  <a:pt x="2429113" y="396416"/>
                </a:cubicBezTo>
                <a:cubicBezTo>
                  <a:pt x="2417921" y="392254"/>
                  <a:pt x="2407092" y="402912"/>
                  <a:pt x="2401643" y="390349"/>
                </a:cubicBezTo>
                <a:cubicBezTo>
                  <a:pt x="2395661" y="398855"/>
                  <a:pt x="2389137" y="397788"/>
                  <a:pt x="2384841" y="389454"/>
                </a:cubicBezTo>
                <a:cubicBezTo>
                  <a:pt x="2386575" y="411904"/>
                  <a:pt x="2377031" y="399369"/>
                  <a:pt x="2374040" y="407151"/>
                </a:cubicBezTo>
                <a:cubicBezTo>
                  <a:pt x="2374544" y="397845"/>
                  <a:pt x="2378221" y="398445"/>
                  <a:pt x="2378726" y="389101"/>
                </a:cubicBezTo>
                <a:cubicBezTo>
                  <a:pt x="2373468" y="397131"/>
                  <a:pt x="2371392" y="388101"/>
                  <a:pt x="2364981" y="388368"/>
                </a:cubicBezTo>
                <a:cubicBezTo>
                  <a:pt x="2362429" y="406246"/>
                  <a:pt x="2371563" y="390320"/>
                  <a:pt x="2371011" y="402427"/>
                </a:cubicBezTo>
                <a:cubicBezTo>
                  <a:pt x="2369935" y="418886"/>
                  <a:pt x="2363696" y="400779"/>
                  <a:pt x="2357238" y="406227"/>
                </a:cubicBezTo>
                <a:cubicBezTo>
                  <a:pt x="2357028" y="411809"/>
                  <a:pt x="2356714" y="417038"/>
                  <a:pt x="2354123" y="415219"/>
                </a:cubicBezTo>
                <a:cubicBezTo>
                  <a:pt x="2357180" y="400645"/>
                  <a:pt x="2353590" y="411894"/>
                  <a:pt x="2349570" y="410418"/>
                </a:cubicBezTo>
                <a:cubicBezTo>
                  <a:pt x="2343131" y="408008"/>
                  <a:pt x="2338226" y="406579"/>
                  <a:pt x="2335778" y="418800"/>
                </a:cubicBezTo>
                <a:cubicBezTo>
                  <a:pt x="2335711" y="410847"/>
                  <a:pt x="2336206" y="404598"/>
                  <a:pt x="2337416" y="400607"/>
                </a:cubicBezTo>
                <a:cubicBezTo>
                  <a:pt x="2331758" y="395454"/>
                  <a:pt x="2332425" y="409970"/>
                  <a:pt x="2329691" y="413904"/>
                </a:cubicBezTo>
                <a:cubicBezTo>
                  <a:pt x="2319871" y="410008"/>
                  <a:pt x="2310746" y="410513"/>
                  <a:pt x="2308394" y="399045"/>
                </a:cubicBezTo>
                <a:cubicBezTo>
                  <a:pt x="2308650" y="393635"/>
                  <a:pt x="2311175" y="388834"/>
                  <a:pt x="2308479" y="385320"/>
                </a:cubicBezTo>
                <a:cubicBezTo>
                  <a:pt x="2306183" y="390606"/>
                  <a:pt x="2306003" y="402474"/>
                  <a:pt x="2303755" y="407913"/>
                </a:cubicBezTo>
                <a:cubicBezTo>
                  <a:pt x="2299602" y="407713"/>
                  <a:pt x="2296716" y="388329"/>
                  <a:pt x="2294592" y="407437"/>
                </a:cubicBezTo>
                <a:cubicBezTo>
                  <a:pt x="2301145" y="414037"/>
                  <a:pt x="2306365" y="404046"/>
                  <a:pt x="2308289" y="417333"/>
                </a:cubicBezTo>
                <a:cubicBezTo>
                  <a:pt x="2305745" y="421610"/>
                  <a:pt x="2301307" y="423048"/>
                  <a:pt x="2297544" y="425868"/>
                </a:cubicBezTo>
                <a:cubicBezTo>
                  <a:pt x="2291020" y="430801"/>
                  <a:pt x="2295306" y="423658"/>
                  <a:pt x="2289924" y="420905"/>
                </a:cubicBezTo>
                <a:cubicBezTo>
                  <a:pt x="2282247" y="450680"/>
                  <a:pt x="2317937" y="443784"/>
                  <a:pt x="2317394" y="431554"/>
                </a:cubicBezTo>
                <a:close/>
                <a:moveTo>
                  <a:pt x="2245471" y="450509"/>
                </a:moveTo>
                <a:cubicBezTo>
                  <a:pt x="2246643" y="434764"/>
                  <a:pt x="2240213" y="433821"/>
                  <a:pt x="2237889" y="440955"/>
                </a:cubicBezTo>
                <a:cubicBezTo>
                  <a:pt x="2236727" y="456719"/>
                  <a:pt x="2243147" y="457652"/>
                  <a:pt x="2245471" y="450509"/>
                </a:cubicBezTo>
                <a:close/>
                <a:moveTo>
                  <a:pt x="2199075" y="544044"/>
                </a:moveTo>
                <a:cubicBezTo>
                  <a:pt x="2203466" y="544806"/>
                  <a:pt x="2209086" y="542092"/>
                  <a:pt x="2211267" y="549283"/>
                </a:cubicBezTo>
                <a:cubicBezTo>
                  <a:pt x="2210257" y="541349"/>
                  <a:pt x="2205819" y="520556"/>
                  <a:pt x="2203742" y="530585"/>
                </a:cubicBezTo>
                <a:cubicBezTo>
                  <a:pt x="2204666" y="530909"/>
                  <a:pt x="2205543" y="531348"/>
                  <a:pt x="2205238" y="535214"/>
                </a:cubicBezTo>
                <a:cubicBezTo>
                  <a:pt x="2202390" y="535710"/>
                  <a:pt x="2200123" y="537977"/>
                  <a:pt x="2199075" y="544044"/>
                </a:cubicBezTo>
                <a:close/>
                <a:moveTo>
                  <a:pt x="2188664" y="497753"/>
                </a:moveTo>
                <a:cubicBezTo>
                  <a:pt x="2191084" y="505678"/>
                  <a:pt x="2196513" y="502334"/>
                  <a:pt x="2197856" y="493647"/>
                </a:cubicBezTo>
                <a:cubicBezTo>
                  <a:pt x="2195436" y="485732"/>
                  <a:pt x="2190007" y="489047"/>
                  <a:pt x="2188664" y="497753"/>
                </a:cubicBezTo>
                <a:close/>
                <a:moveTo>
                  <a:pt x="2184216" y="474626"/>
                </a:moveTo>
                <a:cubicBezTo>
                  <a:pt x="2183883" y="493019"/>
                  <a:pt x="2188064" y="486970"/>
                  <a:pt x="2191798" y="484208"/>
                </a:cubicBezTo>
                <a:cubicBezTo>
                  <a:pt x="2193455" y="468920"/>
                  <a:pt x="2187092" y="476826"/>
                  <a:pt x="2184216" y="474626"/>
                </a:cubicBezTo>
                <a:close/>
                <a:moveTo>
                  <a:pt x="2181206" y="213822"/>
                </a:moveTo>
                <a:cubicBezTo>
                  <a:pt x="2185568" y="226024"/>
                  <a:pt x="2188597" y="205792"/>
                  <a:pt x="2191979" y="200716"/>
                </a:cubicBezTo>
                <a:cubicBezTo>
                  <a:pt x="2186559" y="199382"/>
                  <a:pt x="2182806" y="203297"/>
                  <a:pt x="2181206" y="213822"/>
                </a:cubicBezTo>
                <a:close/>
                <a:moveTo>
                  <a:pt x="2178320" y="186266"/>
                </a:moveTo>
                <a:cubicBezTo>
                  <a:pt x="2179111" y="172017"/>
                  <a:pt x="2175139" y="171474"/>
                  <a:pt x="2170767" y="172122"/>
                </a:cubicBezTo>
                <a:cubicBezTo>
                  <a:pt x="2169976" y="186371"/>
                  <a:pt x="2173938" y="186904"/>
                  <a:pt x="2178320" y="186266"/>
                </a:cubicBezTo>
                <a:close/>
                <a:moveTo>
                  <a:pt x="2156765" y="212507"/>
                </a:moveTo>
                <a:cubicBezTo>
                  <a:pt x="2160556" y="213393"/>
                  <a:pt x="2164175" y="213793"/>
                  <a:pt x="2164461" y="203792"/>
                </a:cubicBezTo>
                <a:cubicBezTo>
                  <a:pt x="2162223" y="196420"/>
                  <a:pt x="2155793" y="196639"/>
                  <a:pt x="2156765" y="212507"/>
                </a:cubicBezTo>
                <a:close/>
                <a:moveTo>
                  <a:pt x="2138620" y="435593"/>
                </a:moveTo>
                <a:cubicBezTo>
                  <a:pt x="2144354" y="442517"/>
                  <a:pt x="2141630" y="423191"/>
                  <a:pt x="2146316" y="426877"/>
                </a:cubicBezTo>
                <a:cubicBezTo>
                  <a:pt x="2149316" y="430982"/>
                  <a:pt x="2161508" y="448718"/>
                  <a:pt x="2163118" y="427792"/>
                </a:cubicBezTo>
                <a:cubicBezTo>
                  <a:pt x="2157632" y="423782"/>
                  <a:pt x="2151450" y="434450"/>
                  <a:pt x="2149402" y="422467"/>
                </a:cubicBezTo>
                <a:cubicBezTo>
                  <a:pt x="2149783" y="424658"/>
                  <a:pt x="2154250" y="419057"/>
                  <a:pt x="2150955" y="417971"/>
                </a:cubicBezTo>
                <a:cubicBezTo>
                  <a:pt x="2148316" y="428458"/>
                  <a:pt x="2137286" y="412818"/>
                  <a:pt x="2138620" y="435593"/>
                </a:cubicBezTo>
                <a:close/>
                <a:moveTo>
                  <a:pt x="2136915" y="211441"/>
                </a:moveTo>
                <a:cubicBezTo>
                  <a:pt x="2141249" y="207907"/>
                  <a:pt x="2140830" y="218089"/>
                  <a:pt x="2144516" y="216441"/>
                </a:cubicBezTo>
                <a:cubicBezTo>
                  <a:pt x="2144678" y="208469"/>
                  <a:pt x="2144258" y="202220"/>
                  <a:pt x="2143106" y="198068"/>
                </a:cubicBezTo>
                <a:cubicBezTo>
                  <a:pt x="2139286" y="197086"/>
                  <a:pt x="2138277" y="204802"/>
                  <a:pt x="2136915" y="211441"/>
                </a:cubicBezTo>
                <a:close/>
                <a:moveTo>
                  <a:pt x="2091185" y="446765"/>
                </a:moveTo>
                <a:cubicBezTo>
                  <a:pt x="2098929" y="436212"/>
                  <a:pt x="2103415" y="459243"/>
                  <a:pt x="2106492" y="442993"/>
                </a:cubicBezTo>
                <a:cubicBezTo>
                  <a:pt x="2101844" y="438431"/>
                  <a:pt x="2101834" y="420495"/>
                  <a:pt x="2095938" y="419571"/>
                </a:cubicBezTo>
                <a:cubicBezTo>
                  <a:pt x="2094128" y="426258"/>
                  <a:pt x="2094100" y="431002"/>
                  <a:pt x="2095833" y="437840"/>
                </a:cubicBezTo>
                <a:cubicBezTo>
                  <a:pt x="2093195" y="437479"/>
                  <a:pt x="2091890" y="441155"/>
                  <a:pt x="2091185" y="446765"/>
                </a:cubicBezTo>
                <a:close/>
                <a:moveTo>
                  <a:pt x="2076107" y="413914"/>
                </a:moveTo>
                <a:cubicBezTo>
                  <a:pt x="2080127" y="415504"/>
                  <a:pt x="2081155" y="407875"/>
                  <a:pt x="2080803" y="395883"/>
                </a:cubicBezTo>
                <a:cubicBezTo>
                  <a:pt x="2076688" y="395997"/>
                  <a:pt x="2073392" y="405951"/>
                  <a:pt x="2076107" y="413914"/>
                </a:cubicBezTo>
                <a:close/>
                <a:moveTo>
                  <a:pt x="1992144" y="404827"/>
                </a:moveTo>
                <a:cubicBezTo>
                  <a:pt x="1993325" y="405903"/>
                  <a:pt x="1993887" y="408761"/>
                  <a:pt x="1993611" y="414047"/>
                </a:cubicBezTo>
                <a:cubicBezTo>
                  <a:pt x="1997897" y="419057"/>
                  <a:pt x="2004136" y="407075"/>
                  <a:pt x="2004298" y="414628"/>
                </a:cubicBezTo>
                <a:cubicBezTo>
                  <a:pt x="2003832" y="424048"/>
                  <a:pt x="1997526" y="415352"/>
                  <a:pt x="1998107" y="428011"/>
                </a:cubicBezTo>
                <a:cubicBezTo>
                  <a:pt x="2003527" y="437155"/>
                  <a:pt x="2003717" y="426582"/>
                  <a:pt x="2008823" y="424029"/>
                </a:cubicBezTo>
                <a:cubicBezTo>
                  <a:pt x="2006622" y="409989"/>
                  <a:pt x="2009432" y="406265"/>
                  <a:pt x="2007460" y="396521"/>
                </a:cubicBezTo>
                <a:cubicBezTo>
                  <a:pt x="2001736" y="403312"/>
                  <a:pt x="1996107" y="403265"/>
                  <a:pt x="1992144" y="404827"/>
                </a:cubicBezTo>
                <a:close/>
                <a:moveTo>
                  <a:pt x="1900285" y="436450"/>
                </a:moveTo>
                <a:cubicBezTo>
                  <a:pt x="1903171" y="435593"/>
                  <a:pt x="1903619" y="441784"/>
                  <a:pt x="1906362" y="441327"/>
                </a:cubicBezTo>
                <a:cubicBezTo>
                  <a:pt x="1905181" y="428392"/>
                  <a:pt x="1908591" y="429620"/>
                  <a:pt x="1908029" y="418600"/>
                </a:cubicBezTo>
                <a:cubicBezTo>
                  <a:pt x="1903552" y="418619"/>
                  <a:pt x="1902285" y="428716"/>
                  <a:pt x="1900285" y="436450"/>
                </a:cubicBezTo>
                <a:close/>
                <a:moveTo>
                  <a:pt x="1878902" y="435307"/>
                </a:moveTo>
                <a:cubicBezTo>
                  <a:pt x="1882312" y="439003"/>
                  <a:pt x="1884740" y="451290"/>
                  <a:pt x="1888007" y="444937"/>
                </a:cubicBezTo>
                <a:cubicBezTo>
                  <a:pt x="1888103" y="438660"/>
                  <a:pt x="1887350" y="434878"/>
                  <a:pt x="1886569" y="431163"/>
                </a:cubicBezTo>
                <a:cubicBezTo>
                  <a:pt x="1891894" y="417286"/>
                  <a:pt x="1895847" y="441974"/>
                  <a:pt x="1898790" y="431802"/>
                </a:cubicBezTo>
                <a:cubicBezTo>
                  <a:pt x="1897266" y="418248"/>
                  <a:pt x="1889027" y="424048"/>
                  <a:pt x="1885121" y="417352"/>
                </a:cubicBezTo>
                <a:cubicBezTo>
                  <a:pt x="1884817" y="424163"/>
                  <a:pt x="1885560" y="434230"/>
                  <a:pt x="1883483" y="435545"/>
                </a:cubicBezTo>
                <a:cubicBezTo>
                  <a:pt x="1883302" y="427068"/>
                  <a:pt x="1878321" y="432449"/>
                  <a:pt x="1877425" y="426068"/>
                </a:cubicBezTo>
                <a:cubicBezTo>
                  <a:pt x="1867529" y="438517"/>
                  <a:pt x="1873825" y="429773"/>
                  <a:pt x="1878902" y="435307"/>
                </a:cubicBezTo>
                <a:close/>
                <a:moveTo>
                  <a:pt x="1679029" y="136431"/>
                </a:moveTo>
                <a:cubicBezTo>
                  <a:pt x="1685382" y="135936"/>
                  <a:pt x="1687373" y="144756"/>
                  <a:pt x="1691278" y="132517"/>
                </a:cubicBezTo>
                <a:cubicBezTo>
                  <a:pt x="1689440" y="131440"/>
                  <a:pt x="1690373" y="127364"/>
                  <a:pt x="1691335" y="123353"/>
                </a:cubicBezTo>
                <a:cubicBezTo>
                  <a:pt x="1686078" y="130535"/>
                  <a:pt x="1681248" y="107875"/>
                  <a:pt x="1679029" y="136431"/>
                </a:cubicBezTo>
                <a:close/>
                <a:moveTo>
                  <a:pt x="1675914" y="145375"/>
                </a:moveTo>
                <a:cubicBezTo>
                  <a:pt x="1675905" y="149985"/>
                  <a:pt x="1678553" y="151271"/>
                  <a:pt x="1678972" y="145537"/>
                </a:cubicBezTo>
                <a:cubicBezTo>
                  <a:pt x="1675848" y="141070"/>
                  <a:pt x="1675924" y="127402"/>
                  <a:pt x="1671447" y="126849"/>
                </a:cubicBezTo>
                <a:cubicBezTo>
                  <a:pt x="1670018" y="141461"/>
                  <a:pt x="1675352" y="136555"/>
                  <a:pt x="1675914" y="145375"/>
                </a:cubicBezTo>
                <a:close/>
                <a:moveTo>
                  <a:pt x="1654588" y="135088"/>
                </a:moveTo>
                <a:cubicBezTo>
                  <a:pt x="1656645" y="141537"/>
                  <a:pt x="1663779" y="139956"/>
                  <a:pt x="1663818" y="126449"/>
                </a:cubicBezTo>
                <a:cubicBezTo>
                  <a:pt x="1659617" y="133926"/>
                  <a:pt x="1656702" y="118810"/>
                  <a:pt x="1654588" y="135088"/>
                </a:cubicBezTo>
                <a:close/>
                <a:moveTo>
                  <a:pt x="1624613" y="293527"/>
                </a:moveTo>
                <a:cubicBezTo>
                  <a:pt x="1628537" y="290212"/>
                  <a:pt x="1633299" y="289422"/>
                  <a:pt x="1635385" y="280383"/>
                </a:cubicBezTo>
                <a:cubicBezTo>
                  <a:pt x="1628899" y="274268"/>
                  <a:pt x="1627603" y="279611"/>
                  <a:pt x="1624613" y="293527"/>
                </a:cubicBezTo>
                <a:close/>
                <a:moveTo>
                  <a:pt x="1617907" y="137679"/>
                </a:moveTo>
                <a:cubicBezTo>
                  <a:pt x="1623651" y="140346"/>
                  <a:pt x="1624832" y="143832"/>
                  <a:pt x="1627127" y="129021"/>
                </a:cubicBezTo>
                <a:cubicBezTo>
                  <a:pt x="1623927" y="119039"/>
                  <a:pt x="1618821" y="126897"/>
                  <a:pt x="1617907" y="137679"/>
                </a:cubicBezTo>
                <a:close/>
                <a:moveTo>
                  <a:pt x="1513256" y="264647"/>
                </a:moveTo>
                <a:cubicBezTo>
                  <a:pt x="1517028" y="265457"/>
                  <a:pt x="1520619" y="265724"/>
                  <a:pt x="1522448" y="260580"/>
                </a:cubicBezTo>
                <a:cubicBezTo>
                  <a:pt x="1522295" y="252046"/>
                  <a:pt x="1521543" y="245216"/>
                  <a:pt x="1519504" y="242111"/>
                </a:cubicBezTo>
                <a:cubicBezTo>
                  <a:pt x="1521390" y="261904"/>
                  <a:pt x="1515075" y="256342"/>
                  <a:pt x="1513256" y="264647"/>
                </a:cubicBezTo>
                <a:close/>
                <a:moveTo>
                  <a:pt x="1504150" y="254999"/>
                </a:moveTo>
                <a:cubicBezTo>
                  <a:pt x="1505083" y="257589"/>
                  <a:pt x="1508646" y="273810"/>
                  <a:pt x="1510227" y="259923"/>
                </a:cubicBezTo>
                <a:cubicBezTo>
                  <a:pt x="1506436" y="239082"/>
                  <a:pt x="1514113" y="257418"/>
                  <a:pt x="1516390" y="251093"/>
                </a:cubicBezTo>
                <a:cubicBezTo>
                  <a:pt x="1516018" y="223880"/>
                  <a:pt x="1505836" y="244912"/>
                  <a:pt x="1504150" y="254999"/>
                </a:cubicBezTo>
                <a:close/>
                <a:moveTo>
                  <a:pt x="1440447" y="178399"/>
                </a:moveTo>
                <a:cubicBezTo>
                  <a:pt x="1442466" y="184742"/>
                  <a:pt x="1451058" y="187685"/>
                  <a:pt x="1451162" y="174407"/>
                </a:cubicBezTo>
                <a:cubicBezTo>
                  <a:pt x="1447038" y="184456"/>
                  <a:pt x="1443438" y="167150"/>
                  <a:pt x="1440447" y="178399"/>
                </a:cubicBezTo>
                <a:close/>
                <a:moveTo>
                  <a:pt x="1382373" y="179827"/>
                </a:moveTo>
                <a:cubicBezTo>
                  <a:pt x="1383040" y="174112"/>
                  <a:pt x="1384402" y="170598"/>
                  <a:pt x="1387011" y="170940"/>
                </a:cubicBezTo>
                <a:cubicBezTo>
                  <a:pt x="1387821" y="156615"/>
                  <a:pt x="1385221" y="152157"/>
                  <a:pt x="1382563" y="147823"/>
                </a:cubicBezTo>
                <a:cubicBezTo>
                  <a:pt x="1382716" y="156043"/>
                  <a:pt x="1380982" y="158425"/>
                  <a:pt x="1377934" y="156720"/>
                </a:cubicBezTo>
                <a:cubicBezTo>
                  <a:pt x="1377115" y="171064"/>
                  <a:pt x="1379725" y="175522"/>
                  <a:pt x="1382373" y="179827"/>
                </a:cubicBezTo>
                <a:close/>
                <a:moveTo>
                  <a:pt x="1368771" y="156215"/>
                </a:moveTo>
                <a:cubicBezTo>
                  <a:pt x="1369466" y="167673"/>
                  <a:pt x="1371543" y="175170"/>
                  <a:pt x="1373191" y="183913"/>
                </a:cubicBezTo>
                <a:cubicBezTo>
                  <a:pt x="1372819" y="171493"/>
                  <a:pt x="1375543" y="150157"/>
                  <a:pt x="1368771" y="156215"/>
                </a:cubicBezTo>
                <a:close/>
                <a:moveTo>
                  <a:pt x="1368219" y="247674"/>
                </a:moveTo>
                <a:cubicBezTo>
                  <a:pt x="1374048" y="240892"/>
                  <a:pt x="1384954" y="249912"/>
                  <a:pt x="1386659" y="230395"/>
                </a:cubicBezTo>
                <a:cubicBezTo>
                  <a:pt x="1384078" y="223614"/>
                  <a:pt x="1384849" y="233091"/>
                  <a:pt x="1382049" y="234720"/>
                </a:cubicBezTo>
                <a:cubicBezTo>
                  <a:pt x="1377363" y="237377"/>
                  <a:pt x="1367819" y="227814"/>
                  <a:pt x="1368219" y="247674"/>
                </a:cubicBezTo>
                <a:close/>
                <a:moveTo>
                  <a:pt x="1316507" y="208288"/>
                </a:moveTo>
                <a:cubicBezTo>
                  <a:pt x="1313602" y="213231"/>
                  <a:pt x="1309449" y="214308"/>
                  <a:pt x="1308764" y="226166"/>
                </a:cubicBezTo>
                <a:cubicBezTo>
                  <a:pt x="1313098" y="222633"/>
                  <a:pt x="1312678" y="232805"/>
                  <a:pt x="1316374" y="231148"/>
                </a:cubicBezTo>
                <a:cubicBezTo>
                  <a:pt x="1316422" y="223509"/>
                  <a:pt x="1316469" y="215898"/>
                  <a:pt x="1316507" y="208288"/>
                </a:cubicBezTo>
                <a:close/>
                <a:moveTo>
                  <a:pt x="1324308" y="181256"/>
                </a:moveTo>
                <a:cubicBezTo>
                  <a:pt x="1327833" y="182932"/>
                  <a:pt x="1330176" y="180837"/>
                  <a:pt x="1331976" y="177122"/>
                </a:cubicBezTo>
                <a:cubicBezTo>
                  <a:pt x="1333262" y="166816"/>
                  <a:pt x="1330471" y="146423"/>
                  <a:pt x="1329033" y="158663"/>
                </a:cubicBezTo>
                <a:cubicBezTo>
                  <a:pt x="1332538" y="163949"/>
                  <a:pt x="1325956" y="176570"/>
                  <a:pt x="1324308" y="181256"/>
                </a:cubicBezTo>
                <a:close/>
                <a:moveTo>
                  <a:pt x="1299963" y="166245"/>
                </a:moveTo>
                <a:cubicBezTo>
                  <a:pt x="1303820" y="162692"/>
                  <a:pt x="1313069" y="175846"/>
                  <a:pt x="1312240" y="157767"/>
                </a:cubicBezTo>
                <a:cubicBezTo>
                  <a:pt x="1308373" y="161301"/>
                  <a:pt x="1299134" y="148166"/>
                  <a:pt x="1299963" y="166245"/>
                </a:cubicBezTo>
                <a:close/>
                <a:moveTo>
                  <a:pt x="1299934" y="170807"/>
                </a:moveTo>
                <a:cubicBezTo>
                  <a:pt x="1300429" y="190352"/>
                  <a:pt x="1312716" y="175855"/>
                  <a:pt x="1318203" y="180932"/>
                </a:cubicBezTo>
                <a:cubicBezTo>
                  <a:pt x="1318422" y="172331"/>
                  <a:pt x="1323280" y="178056"/>
                  <a:pt x="1322870" y="167464"/>
                </a:cubicBezTo>
                <a:cubicBezTo>
                  <a:pt x="1312526" y="168369"/>
                  <a:pt x="1310431" y="179037"/>
                  <a:pt x="1299934" y="170807"/>
                </a:cubicBezTo>
                <a:close/>
                <a:moveTo>
                  <a:pt x="2407530" y="431840"/>
                </a:moveTo>
                <a:cubicBezTo>
                  <a:pt x="2408539" y="419448"/>
                  <a:pt x="2411835" y="414152"/>
                  <a:pt x="2416807" y="414057"/>
                </a:cubicBezTo>
                <a:cubicBezTo>
                  <a:pt x="2416112" y="419667"/>
                  <a:pt x="2414797" y="423343"/>
                  <a:pt x="2412168" y="422943"/>
                </a:cubicBezTo>
                <a:cubicBezTo>
                  <a:pt x="2411863" y="426830"/>
                  <a:pt x="2412740" y="427306"/>
                  <a:pt x="2413664" y="427601"/>
                </a:cubicBezTo>
                <a:cubicBezTo>
                  <a:pt x="2413159" y="433783"/>
                  <a:pt x="2409825" y="431173"/>
                  <a:pt x="2407530" y="431840"/>
                </a:cubicBezTo>
                <a:close/>
                <a:moveTo>
                  <a:pt x="558660" y="473721"/>
                </a:moveTo>
                <a:cubicBezTo>
                  <a:pt x="559632" y="458700"/>
                  <a:pt x="564461" y="467482"/>
                  <a:pt x="567842" y="469654"/>
                </a:cubicBezTo>
                <a:cubicBezTo>
                  <a:pt x="566242" y="482313"/>
                  <a:pt x="561651" y="475169"/>
                  <a:pt x="558660" y="473721"/>
                </a:cubicBezTo>
                <a:close/>
                <a:moveTo>
                  <a:pt x="1852822" y="452185"/>
                </a:moveTo>
                <a:cubicBezTo>
                  <a:pt x="1849003" y="460681"/>
                  <a:pt x="1836401" y="466196"/>
                  <a:pt x="1831410" y="455576"/>
                </a:cubicBezTo>
                <a:cubicBezTo>
                  <a:pt x="1831267" y="436288"/>
                  <a:pt x="1833753" y="455795"/>
                  <a:pt x="1835991" y="455833"/>
                </a:cubicBezTo>
                <a:cubicBezTo>
                  <a:pt x="1840192" y="445432"/>
                  <a:pt x="1848336" y="451252"/>
                  <a:pt x="1852822" y="452185"/>
                </a:cubicBezTo>
                <a:close/>
                <a:moveTo>
                  <a:pt x="1637471" y="440536"/>
                </a:moveTo>
                <a:cubicBezTo>
                  <a:pt x="1632804" y="445432"/>
                  <a:pt x="1626584" y="442993"/>
                  <a:pt x="1617593" y="444022"/>
                </a:cubicBezTo>
                <a:cubicBezTo>
                  <a:pt x="1623174" y="438107"/>
                  <a:pt x="1632357" y="434402"/>
                  <a:pt x="1637471" y="440536"/>
                </a:cubicBezTo>
                <a:close/>
                <a:moveTo>
                  <a:pt x="694611" y="224995"/>
                </a:moveTo>
                <a:cubicBezTo>
                  <a:pt x="696982" y="200306"/>
                  <a:pt x="708336" y="214393"/>
                  <a:pt x="714518" y="216927"/>
                </a:cubicBezTo>
                <a:cubicBezTo>
                  <a:pt x="718709" y="218661"/>
                  <a:pt x="725881" y="208907"/>
                  <a:pt x="726681" y="226709"/>
                </a:cubicBezTo>
                <a:cubicBezTo>
                  <a:pt x="715918" y="216746"/>
                  <a:pt x="702688" y="222347"/>
                  <a:pt x="694611" y="224995"/>
                </a:cubicBezTo>
                <a:close/>
                <a:moveTo>
                  <a:pt x="511950" y="366022"/>
                </a:moveTo>
                <a:cubicBezTo>
                  <a:pt x="514693" y="366746"/>
                  <a:pt x="515207" y="360612"/>
                  <a:pt x="518084" y="361783"/>
                </a:cubicBezTo>
                <a:cubicBezTo>
                  <a:pt x="519532" y="372594"/>
                  <a:pt x="520627" y="384386"/>
                  <a:pt x="520922" y="398521"/>
                </a:cubicBezTo>
                <a:cubicBezTo>
                  <a:pt x="516217" y="392644"/>
                  <a:pt x="512397" y="384177"/>
                  <a:pt x="511950" y="366022"/>
                </a:cubicBezTo>
                <a:close/>
                <a:moveTo>
                  <a:pt x="664150" y="209612"/>
                </a:moveTo>
                <a:cubicBezTo>
                  <a:pt x="667817" y="199296"/>
                  <a:pt x="677847" y="208726"/>
                  <a:pt x="684028" y="206135"/>
                </a:cubicBezTo>
                <a:cubicBezTo>
                  <a:pt x="679485" y="217880"/>
                  <a:pt x="669893" y="209259"/>
                  <a:pt x="664150" y="209612"/>
                </a:cubicBezTo>
                <a:close/>
                <a:moveTo>
                  <a:pt x="799957" y="235234"/>
                </a:moveTo>
                <a:cubicBezTo>
                  <a:pt x="791242" y="234929"/>
                  <a:pt x="780955" y="234120"/>
                  <a:pt x="773992" y="233853"/>
                </a:cubicBezTo>
                <a:cubicBezTo>
                  <a:pt x="788460" y="213489"/>
                  <a:pt x="801167" y="238244"/>
                  <a:pt x="821369" y="231843"/>
                </a:cubicBezTo>
                <a:cubicBezTo>
                  <a:pt x="824398" y="239597"/>
                  <a:pt x="806348" y="235501"/>
                  <a:pt x="799957" y="235234"/>
                </a:cubicBezTo>
                <a:close/>
                <a:moveTo>
                  <a:pt x="502930" y="342705"/>
                </a:moveTo>
                <a:cubicBezTo>
                  <a:pt x="508016" y="342943"/>
                  <a:pt x="513102" y="343238"/>
                  <a:pt x="518189" y="343495"/>
                </a:cubicBezTo>
                <a:cubicBezTo>
                  <a:pt x="515264" y="346381"/>
                  <a:pt x="503587" y="362784"/>
                  <a:pt x="502930" y="342705"/>
                </a:cubicBezTo>
                <a:close/>
                <a:moveTo>
                  <a:pt x="460077" y="354068"/>
                </a:moveTo>
                <a:cubicBezTo>
                  <a:pt x="462277" y="342867"/>
                  <a:pt x="465382" y="346286"/>
                  <a:pt x="469259" y="350001"/>
                </a:cubicBezTo>
                <a:cubicBezTo>
                  <a:pt x="467058" y="361202"/>
                  <a:pt x="463944" y="357792"/>
                  <a:pt x="460077" y="354068"/>
                </a:cubicBezTo>
                <a:close/>
                <a:moveTo>
                  <a:pt x="484565" y="346239"/>
                </a:moveTo>
                <a:cubicBezTo>
                  <a:pt x="490518" y="337075"/>
                  <a:pt x="494033" y="345429"/>
                  <a:pt x="499815" y="351658"/>
                </a:cubicBezTo>
                <a:cubicBezTo>
                  <a:pt x="497319" y="359431"/>
                  <a:pt x="492881" y="361183"/>
                  <a:pt x="487547" y="360164"/>
                </a:cubicBezTo>
                <a:cubicBezTo>
                  <a:pt x="487651" y="352325"/>
                  <a:pt x="486470" y="348248"/>
                  <a:pt x="484565" y="346239"/>
                </a:cubicBezTo>
                <a:close/>
                <a:moveTo>
                  <a:pt x="629050" y="454671"/>
                </a:moveTo>
                <a:cubicBezTo>
                  <a:pt x="635356" y="460253"/>
                  <a:pt x="635070" y="445356"/>
                  <a:pt x="639794" y="446108"/>
                </a:cubicBezTo>
                <a:cubicBezTo>
                  <a:pt x="643328" y="473988"/>
                  <a:pt x="649700" y="443917"/>
                  <a:pt x="653520" y="451433"/>
                </a:cubicBezTo>
                <a:cubicBezTo>
                  <a:pt x="652691" y="455052"/>
                  <a:pt x="651882" y="458757"/>
                  <a:pt x="651901" y="465063"/>
                </a:cubicBezTo>
                <a:cubicBezTo>
                  <a:pt x="648757" y="462148"/>
                  <a:pt x="641842" y="470149"/>
                  <a:pt x="641242" y="459910"/>
                </a:cubicBezTo>
                <a:cubicBezTo>
                  <a:pt x="637842" y="463834"/>
                  <a:pt x="628688" y="478903"/>
                  <a:pt x="629050" y="454671"/>
                </a:cubicBezTo>
                <a:close/>
                <a:moveTo>
                  <a:pt x="2671115" y="551264"/>
                </a:moveTo>
                <a:cubicBezTo>
                  <a:pt x="2661085" y="556417"/>
                  <a:pt x="2651046" y="553341"/>
                  <a:pt x="2639044" y="549531"/>
                </a:cubicBezTo>
                <a:cubicBezTo>
                  <a:pt x="2647302" y="542511"/>
                  <a:pt x="2657370" y="541206"/>
                  <a:pt x="2668124" y="541939"/>
                </a:cubicBezTo>
                <a:cubicBezTo>
                  <a:pt x="2670724" y="540396"/>
                  <a:pt x="2670982" y="545663"/>
                  <a:pt x="2671115" y="551264"/>
                </a:cubicBezTo>
                <a:close/>
                <a:moveTo>
                  <a:pt x="2033607" y="114419"/>
                </a:moveTo>
                <a:cubicBezTo>
                  <a:pt x="2037169" y="114610"/>
                  <a:pt x="2040731" y="114800"/>
                  <a:pt x="2044303" y="115010"/>
                </a:cubicBezTo>
                <a:cubicBezTo>
                  <a:pt x="2043941" y="122563"/>
                  <a:pt x="2032854" y="132755"/>
                  <a:pt x="2033607" y="114419"/>
                </a:cubicBezTo>
                <a:close/>
                <a:moveTo>
                  <a:pt x="2947292" y="104303"/>
                </a:moveTo>
                <a:cubicBezTo>
                  <a:pt x="2947578" y="96779"/>
                  <a:pt x="2953703" y="90807"/>
                  <a:pt x="2956541" y="91092"/>
                </a:cubicBezTo>
                <a:cubicBezTo>
                  <a:pt x="2958875" y="91359"/>
                  <a:pt x="2965028" y="95055"/>
                  <a:pt x="2964094" y="105218"/>
                </a:cubicBezTo>
                <a:cubicBezTo>
                  <a:pt x="2957484" y="98589"/>
                  <a:pt x="2955560" y="106161"/>
                  <a:pt x="2947292" y="104303"/>
                </a:cubicBezTo>
                <a:close/>
                <a:moveTo>
                  <a:pt x="2108483" y="113886"/>
                </a:moveTo>
                <a:cubicBezTo>
                  <a:pt x="2111721" y="121963"/>
                  <a:pt x="2119075" y="118143"/>
                  <a:pt x="2125247" y="119353"/>
                </a:cubicBezTo>
                <a:cubicBezTo>
                  <a:pt x="2131409" y="120563"/>
                  <a:pt x="2139763" y="112476"/>
                  <a:pt x="2140468" y="129307"/>
                </a:cubicBezTo>
                <a:cubicBezTo>
                  <a:pt x="2130495" y="122172"/>
                  <a:pt x="2111026" y="142442"/>
                  <a:pt x="2108483" y="113886"/>
                </a:cubicBezTo>
                <a:close/>
                <a:moveTo>
                  <a:pt x="2490273" y="139079"/>
                </a:moveTo>
                <a:cubicBezTo>
                  <a:pt x="2485178" y="122963"/>
                  <a:pt x="2501779" y="134688"/>
                  <a:pt x="2504104" y="126106"/>
                </a:cubicBezTo>
                <a:cubicBezTo>
                  <a:pt x="2504313" y="131478"/>
                  <a:pt x="2506866" y="130097"/>
                  <a:pt x="2508657" y="130926"/>
                </a:cubicBezTo>
                <a:cubicBezTo>
                  <a:pt x="2506361" y="150071"/>
                  <a:pt x="2492483" y="131431"/>
                  <a:pt x="2490273" y="139079"/>
                </a:cubicBezTo>
                <a:close/>
                <a:moveTo>
                  <a:pt x="2202894" y="164721"/>
                </a:moveTo>
                <a:cubicBezTo>
                  <a:pt x="2206790" y="165435"/>
                  <a:pt x="2210753" y="166006"/>
                  <a:pt x="2210448" y="178827"/>
                </a:cubicBezTo>
                <a:cubicBezTo>
                  <a:pt x="2206066" y="179484"/>
                  <a:pt x="2202104" y="178960"/>
                  <a:pt x="2202894" y="164721"/>
                </a:cubicBezTo>
                <a:close/>
                <a:moveTo>
                  <a:pt x="2097538" y="154443"/>
                </a:moveTo>
                <a:cubicBezTo>
                  <a:pt x="2096929" y="141670"/>
                  <a:pt x="2105844" y="158482"/>
                  <a:pt x="2105235" y="145690"/>
                </a:cubicBezTo>
                <a:cubicBezTo>
                  <a:pt x="2106435" y="157196"/>
                  <a:pt x="2117208" y="141099"/>
                  <a:pt x="2115845" y="160006"/>
                </a:cubicBezTo>
                <a:cubicBezTo>
                  <a:pt x="2109340" y="159339"/>
                  <a:pt x="2105206" y="151776"/>
                  <a:pt x="2097538" y="154443"/>
                </a:cubicBezTo>
                <a:close/>
                <a:moveTo>
                  <a:pt x="2048666" y="151805"/>
                </a:moveTo>
                <a:cubicBezTo>
                  <a:pt x="2055666" y="149566"/>
                  <a:pt x="2057076" y="163473"/>
                  <a:pt x="2062334" y="166254"/>
                </a:cubicBezTo>
                <a:cubicBezTo>
                  <a:pt x="2062048" y="166787"/>
                  <a:pt x="2046799" y="172398"/>
                  <a:pt x="2048666" y="151805"/>
                </a:cubicBezTo>
                <a:close/>
                <a:moveTo>
                  <a:pt x="2102015" y="172998"/>
                </a:moveTo>
                <a:cubicBezTo>
                  <a:pt x="2107044" y="173436"/>
                  <a:pt x="2112826" y="171693"/>
                  <a:pt x="2112617" y="187257"/>
                </a:cubicBezTo>
                <a:cubicBezTo>
                  <a:pt x="2110111" y="179513"/>
                  <a:pt x="2101444" y="189571"/>
                  <a:pt x="2102015" y="172998"/>
                </a:cubicBezTo>
                <a:close/>
                <a:moveTo>
                  <a:pt x="2121780" y="187762"/>
                </a:moveTo>
                <a:cubicBezTo>
                  <a:pt x="2123018" y="172217"/>
                  <a:pt x="2115607" y="181618"/>
                  <a:pt x="2117341" y="164654"/>
                </a:cubicBezTo>
                <a:cubicBezTo>
                  <a:pt x="2122437" y="164911"/>
                  <a:pt x="2122465" y="179827"/>
                  <a:pt x="2127942" y="178970"/>
                </a:cubicBezTo>
                <a:cubicBezTo>
                  <a:pt x="2127533" y="186971"/>
                  <a:pt x="2125256" y="189238"/>
                  <a:pt x="2121780" y="187762"/>
                </a:cubicBezTo>
                <a:close/>
                <a:moveTo>
                  <a:pt x="2746039" y="541606"/>
                </a:moveTo>
                <a:cubicBezTo>
                  <a:pt x="2743191" y="557265"/>
                  <a:pt x="2734370" y="549645"/>
                  <a:pt x="2729179" y="549816"/>
                </a:cubicBezTo>
                <a:cubicBezTo>
                  <a:pt x="2714920" y="550226"/>
                  <a:pt x="2703586" y="549064"/>
                  <a:pt x="2690994" y="547759"/>
                </a:cubicBezTo>
                <a:cubicBezTo>
                  <a:pt x="2684688" y="547083"/>
                  <a:pt x="2676335" y="564142"/>
                  <a:pt x="2674220" y="542273"/>
                </a:cubicBezTo>
                <a:cubicBezTo>
                  <a:pt x="2686345" y="552969"/>
                  <a:pt x="2699452" y="539053"/>
                  <a:pt x="2712425" y="539777"/>
                </a:cubicBezTo>
                <a:cubicBezTo>
                  <a:pt x="2722340" y="540301"/>
                  <a:pt x="2733675" y="544559"/>
                  <a:pt x="2746039" y="541606"/>
                </a:cubicBezTo>
                <a:close/>
                <a:moveTo>
                  <a:pt x="2613089" y="548130"/>
                </a:moveTo>
                <a:cubicBezTo>
                  <a:pt x="2610202" y="549283"/>
                  <a:pt x="2601744" y="553245"/>
                  <a:pt x="2597810" y="547302"/>
                </a:cubicBezTo>
                <a:cubicBezTo>
                  <a:pt x="2601649" y="534157"/>
                  <a:pt x="2608174" y="541701"/>
                  <a:pt x="2613089" y="548130"/>
                </a:cubicBezTo>
                <a:close/>
                <a:moveTo>
                  <a:pt x="2524525" y="538767"/>
                </a:moveTo>
                <a:cubicBezTo>
                  <a:pt x="2522182" y="545416"/>
                  <a:pt x="2517772" y="545749"/>
                  <a:pt x="2513781" y="547330"/>
                </a:cubicBezTo>
                <a:cubicBezTo>
                  <a:pt x="2512667" y="529880"/>
                  <a:pt x="2521039" y="541901"/>
                  <a:pt x="2524525" y="538767"/>
                </a:cubicBezTo>
                <a:close/>
                <a:moveTo>
                  <a:pt x="2594782" y="542549"/>
                </a:moveTo>
                <a:cubicBezTo>
                  <a:pt x="2595067" y="560399"/>
                  <a:pt x="2578103" y="550321"/>
                  <a:pt x="2574903" y="546054"/>
                </a:cubicBezTo>
                <a:cubicBezTo>
                  <a:pt x="2578580" y="535748"/>
                  <a:pt x="2588619" y="545140"/>
                  <a:pt x="2594782" y="542549"/>
                </a:cubicBezTo>
                <a:close/>
                <a:moveTo>
                  <a:pt x="2860672" y="534043"/>
                </a:moveTo>
                <a:cubicBezTo>
                  <a:pt x="2855843" y="545530"/>
                  <a:pt x="2852100" y="539167"/>
                  <a:pt x="2845375" y="537805"/>
                </a:cubicBezTo>
                <a:cubicBezTo>
                  <a:pt x="2847546" y="527499"/>
                  <a:pt x="2856014" y="536662"/>
                  <a:pt x="2860672" y="534043"/>
                </a:cubicBezTo>
                <a:close/>
                <a:moveTo>
                  <a:pt x="2982992" y="517793"/>
                </a:moveTo>
                <a:cubicBezTo>
                  <a:pt x="2981297" y="532748"/>
                  <a:pt x="2977506" y="521127"/>
                  <a:pt x="2973800" y="521861"/>
                </a:cubicBezTo>
                <a:cubicBezTo>
                  <a:pt x="2960656" y="524470"/>
                  <a:pt x="2942254" y="528338"/>
                  <a:pt x="2929452" y="528614"/>
                </a:cubicBezTo>
                <a:cubicBezTo>
                  <a:pt x="2931786" y="503220"/>
                  <a:pt x="2939320" y="520575"/>
                  <a:pt x="2943254" y="520213"/>
                </a:cubicBezTo>
                <a:cubicBezTo>
                  <a:pt x="2954265" y="519232"/>
                  <a:pt x="2965514" y="516707"/>
                  <a:pt x="2982992" y="517793"/>
                </a:cubicBezTo>
                <a:close/>
                <a:moveTo>
                  <a:pt x="2765898" y="542635"/>
                </a:moveTo>
                <a:cubicBezTo>
                  <a:pt x="2763936" y="558027"/>
                  <a:pt x="2747429" y="553321"/>
                  <a:pt x="2749096" y="541749"/>
                </a:cubicBezTo>
                <a:cubicBezTo>
                  <a:pt x="2753535" y="547731"/>
                  <a:pt x="2758240" y="539244"/>
                  <a:pt x="2765898" y="542635"/>
                </a:cubicBezTo>
                <a:close/>
                <a:moveTo>
                  <a:pt x="2842346" y="533043"/>
                </a:moveTo>
                <a:cubicBezTo>
                  <a:pt x="2842241" y="545578"/>
                  <a:pt x="2835069" y="543530"/>
                  <a:pt x="2833154" y="537177"/>
                </a:cubicBezTo>
                <a:cubicBezTo>
                  <a:pt x="2833402" y="527052"/>
                  <a:pt x="2839641" y="535567"/>
                  <a:pt x="2842346" y="533043"/>
                </a:cubicBezTo>
                <a:close/>
                <a:moveTo>
                  <a:pt x="1894542" y="120610"/>
                </a:moveTo>
                <a:cubicBezTo>
                  <a:pt x="1897713" y="110285"/>
                  <a:pt x="1907238" y="119658"/>
                  <a:pt x="1912896" y="117010"/>
                </a:cubicBezTo>
                <a:cubicBezTo>
                  <a:pt x="1909724" y="127335"/>
                  <a:pt x="1900209" y="118000"/>
                  <a:pt x="1894542" y="120610"/>
                </a:cubicBezTo>
                <a:close/>
                <a:moveTo>
                  <a:pt x="1061590" y="171636"/>
                </a:moveTo>
                <a:cubicBezTo>
                  <a:pt x="1063685" y="164140"/>
                  <a:pt x="1068429" y="164911"/>
                  <a:pt x="1070839" y="158406"/>
                </a:cubicBezTo>
                <a:cubicBezTo>
                  <a:pt x="1070181" y="154338"/>
                  <a:pt x="1069543" y="150176"/>
                  <a:pt x="1067838" y="149119"/>
                </a:cubicBezTo>
                <a:cubicBezTo>
                  <a:pt x="1070334" y="132526"/>
                  <a:pt x="1070058" y="159834"/>
                  <a:pt x="1073915" y="154034"/>
                </a:cubicBezTo>
                <a:cubicBezTo>
                  <a:pt x="1071086" y="163187"/>
                  <a:pt x="1064838" y="178351"/>
                  <a:pt x="1061590" y="171636"/>
                </a:cubicBezTo>
                <a:close/>
                <a:moveTo>
                  <a:pt x="1024995" y="160520"/>
                </a:moveTo>
                <a:cubicBezTo>
                  <a:pt x="1026405" y="137260"/>
                  <a:pt x="1032405" y="153138"/>
                  <a:pt x="1037244" y="156624"/>
                </a:cubicBezTo>
                <a:cubicBezTo>
                  <a:pt x="1036044" y="166864"/>
                  <a:pt x="1028662" y="157929"/>
                  <a:pt x="1024995" y="160520"/>
                </a:cubicBezTo>
                <a:close/>
                <a:moveTo>
                  <a:pt x="1075725" y="108390"/>
                </a:moveTo>
                <a:cubicBezTo>
                  <a:pt x="1080278" y="108733"/>
                  <a:pt x="1085040" y="108475"/>
                  <a:pt x="1084802" y="122601"/>
                </a:cubicBezTo>
                <a:cubicBezTo>
                  <a:pt x="1083764" y="112143"/>
                  <a:pt x="1074211" y="126240"/>
                  <a:pt x="1075725" y="108390"/>
                </a:cubicBezTo>
                <a:close/>
                <a:moveTo>
                  <a:pt x="1040511" y="120220"/>
                </a:moveTo>
                <a:cubicBezTo>
                  <a:pt x="1042949" y="107752"/>
                  <a:pt x="1049674" y="120277"/>
                  <a:pt x="1051179" y="125373"/>
                </a:cubicBezTo>
                <a:cubicBezTo>
                  <a:pt x="1054980" y="125068"/>
                  <a:pt x="1055961" y="117048"/>
                  <a:pt x="1058818" y="125801"/>
                </a:cubicBezTo>
                <a:cubicBezTo>
                  <a:pt x="1053694" y="138774"/>
                  <a:pt x="1044893" y="124239"/>
                  <a:pt x="1040511" y="120220"/>
                </a:cubicBezTo>
                <a:close/>
                <a:moveTo>
                  <a:pt x="1073972" y="144899"/>
                </a:moveTo>
                <a:cubicBezTo>
                  <a:pt x="1075344" y="134755"/>
                  <a:pt x="1078935" y="143994"/>
                  <a:pt x="1081640" y="140718"/>
                </a:cubicBezTo>
                <a:cubicBezTo>
                  <a:pt x="1082602" y="139584"/>
                  <a:pt x="1082888" y="131936"/>
                  <a:pt x="1083221" y="131678"/>
                </a:cubicBezTo>
                <a:cubicBezTo>
                  <a:pt x="1085660" y="129602"/>
                  <a:pt x="1085888" y="137431"/>
                  <a:pt x="1087774" y="136498"/>
                </a:cubicBezTo>
                <a:cubicBezTo>
                  <a:pt x="1089193" y="135765"/>
                  <a:pt x="1092118" y="117686"/>
                  <a:pt x="1097023" y="123277"/>
                </a:cubicBezTo>
                <a:cubicBezTo>
                  <a:pt x="1098480" y="137127"/>
                  <a:pt x="1093565" y="131183"/>
                  <a:pt x="1090860" y="132069"/>
                </a:cubicBezTo>
                <a:cubicBezTo>
                  <a:pt x="1091536" y="146471"/>
                  <a:pt x="1087145" y="150595"/>
                  <a:pt x="1092251" y="155005"/>
                </a:cubicBezTo>
                <a:cubicBezTo>
                  <a:pt x="1090289" y="170978"/>
                  <a:pt x="1089098" y="150547"/>
                  <a:pt x="1087688" y="150185"/>
                </a:cubicBezTo>
                <a:cubicBezTo>
                  <a:pt x="1085583" y="149681"/>
                  <a:pt x="1087212" y="157777"/>
                  <a:pt x="1086107" y="159263"/>
                </a:cubicBezTo>
                <a:cubicBezTo>
                  <a:pt x="1083764" y="162406"/>
                  <a:pt x="1079916" y="148185"/>
                  <a:pt x="1075439" y="154119"/>
                </a:cubicBezTo>
                <a:cubicBezTo>
                  <a:pt x="1075725" y="148795"/>
                  <a:pt x="1075163" y="145956"/>
                  <a:pt x="1073972" y="144899"/>
                </a:cubicBezTo>
                <a:close/>
                <a:moveTo>
                  <a:pt x="1159535" y="144918"/>
                </a:moveTo>
                <a:cubicBezTo>
                  <a:pt x="1167146" y="146833"/>
                  <a:pt x="1168756" y="130059"/>
                  <a:pt x="1177919" y="136765"/>
                </a:cubicBezTo>
                <a:cubicBezTo>
                  <a:pt x="1177147" y="146499"/>
                  <a:pt x="1180043" y="145594"/>
                  <a:pt x="1182443" y="146185"/>
                </a:cubicBezTo>
                <a:cubicBezTo>
                  <a:pt x="1178585" y="165844"/>
                  <a:pt x="1169546" y="165235"/>
                  <a:pt x="1164088" y="149766"/>
                </a:cubicBezTo>
                <a:cubicBezTo>
                  <a:pt x="1164184" y="161139"/>
                  <a:pt x="1166860" y="164073"/>
                  <a:pt x="1163946" y="172598"/>
                </a:cubicBezTo>
                <a:cubicBezTo>
                  <a:pt x="1170632" y="169521"/>
                  <a:pt x="1188234" y="170493"/>
                  <a:pt x="1189777" y="196848"/>
                </a:cubicBezTo>
                <a:cubicBezTo>
                  <a:pt x="1183396" y="195858"/>
                  <a:pt x="1180805" y="183866"/>
                  <a:pt x="1174595" y="182342"/>
                </a:cubicBezTo>
                <a:cubicBezTo>
                  <a:pt x="1172747" y="180846"/>
                  <a:pt x="1169241" y="195248"/>
                  <a:pt x="1172975" y="195944"/>
                </a:cubicBezTo>
                <a:cubicBezTo>
                  <a:pt x="1163155" y="210260"/>
                  <a:pt x="1146210" y="189190"/>
                  <a:pt x="1137818" y="198620"/>
                </a:cubicBezTo>
                <a:cubicBezTo>
                  <a:pt x="1140571" y="181751"/>
                  <a:pt x="1148544" y="185504"/>
                  <a:pt x="1151677" y="181094"/>
                </a:cubicBezTo>
                <a:cubicBezTo>
                  <a:pt x="1152868" y="171017"/>
                  <a:pt x="1146162" y="161939"/>
                  <a:pt x="1145629" y="171617"/>
                </a:cubicBezTo>
                <a:cubicBezTo>
                  <a:pt x="1140019" y="159806"/>
                  <a:pt x="1151487" y="162292"/>
                  <a:pt x="1154849" y="162978"/>
                </a:cubicBezTo>
                <a:cubicBezTo>
                  <a:pt x="1157630" y="171207"/>
                  <a:pt x="1154106" y="176284"/>
                  <a:pt x="1153173" y="185752"/>
                </a:cubicBezTo>
                <a:cubicBezTo>
                  <a:pt x="1159335" y="182932"/>
                  <a:pt x="1161869" y="190600"/>
                  <a:pt x="1166898" y="191076"/>
                </a:cubicBezTo>
                <a:cubicBezTo>
                  <a:pt x="1168260" y="173398"/>
                  <a:pt x="1162040" y="180532"/>
                  <a:pt x="1160869" y="177017"/>
                </a:cubicBezTo>
                <a:cubicBezTo>
                  <a:pt x="1160450" y="175751"/>
                  <a:pt x="1163222" y="169931"/>
                  <a:pt x="1162460" y="167969"/>
                </a:cubicBezTo>
                <a:cubicBezTo>
                  <a:pt x="1161374" y="165168"/>
                  <a:pt x="1156735" y="168731"/>
                  <a:pt x="1157964" y="153976"/>
                </a:cubicBezTo>
                <a:cubicBezTo>
                  <a:pt x="1159431" y="153948"/>
                  <a:pt x="1159164" y="148471"/>
                  <a:pt x="1159535" y="144918"/>
                </a:cubicBezTo>
                <a:close/>
                <a:moveTo>
                  <a:pt x="1074391" y="76310"/>
                </a:moveTo>
                <a:cubicBezTo>
                  <a:pt x="1080573" y="74109"/>
                  <a:pt x="1085869" y="59803"/>
                  <a:pt x="1091327" y="54345"/>
                </a:cubicBezTo>
                <a:cubicBezTo>
                  <a:pt x="1095346" y="50335"/>
                  <a:pt x="1093384" y="62222"/>
                  <a:pt x="1097442" y="54678"/>
                </a:cubicBezTo>
                <a:cubicBezTo>
                  <a:pt x="1105386" y="39905"/>
                  <a:pt x="1118959" y="37305"/>
                  <a:pt x="1135761" y="33914"/>
                </a:cubicBezTo>
                <a:cubicBezTo>
                  <a:pt x="1137218" y="40134"/>
                  <a:pt x="1140866" y="40095"/>
                  <a:pt x="1141781" y="47925"/>
                </a:cubicBezTo>
                <a:cubicBezTo>
                  <a:pt x="1142181" y="68709"/>
                  <a:pt x="1132970" y="59669"/>
                  <a:pt x="1137018" y="79672"/>
                </a:cubicBezTo>
                <a:cubicBezTo>
                  <a:pt x="1131580" y="86435"/>
                  <a:pt x="1130208" y="76833"/>
                  <a:pt x="1124769" y="83615"/>
                </a:cubicBezTo>
                <a:cubicBezTo>
                  <a:pt x="1124722" y="103199"/>
                  <a:pt x="1133856" y="96283"/>
                  <a:pt x="1139952" y="98150"/>
                </a:cubicBezTo>
                <a:cubicBezTo>
                  <a:pt x="1140095" y="106332"/>
                  <a:pt x="1138028" y="107694"/>
                  <a:pt x="1138314" y="116334"/>
                </a:cubicBezTo>
                <a:cubicBezTo>
                  <a:pt x="1130684" y="98712"/>
                  <a:pt x="1120435" y="112800"/>
                  <a:pt x="1109329" y="110180"/>
                </a:cubicBezTo>
                <a:cubicBezTo>
                  <a:pt x="1108672" y="100417"/>
                  <a:pt x="1111568" y="101589"/>
                  <a:pt x="1113958" y="101322"/>
                </a:cubicBezTo>
                <a:cubicBezTo>
                  <a:pt x="1117454" y="98179"/>
                  <a:pt x="1118616" y="87787"/>
                  <a:pt x="1120207" y="78767"/>
                </a:cubicBezTo>
                <a:cubicBezTo>
                  <a:pt x="1114758" y="65022"/>
                  <a:pt x="1115359" y="82044"/>
                  <a:pt x="1112510" y="87520"/>
                </a:cubicBezTo>
                <a:cubicBezTo>
                  <a:pt x="1100404" y="85758"/>
                  <a:pt x="1089860" y="71195"/>
                  <a:pt x="1080430" y="85796"/>
                </a:cubicBezTo>
                <a:cubicBezTo>
                  <a:pt x="1079478" y="79605"/>
                  <a:pt x="1077230" y="77081"/>
                  <a:pt x="1074391" y="76310"/>
                </a:cubicBezTo>
                <a:close/>
                <a:moveTo>
                  <a:pt x="1103462" y="68747"/>
                </a:moveTo>
                <a:cubicBezTo>
                  <a:pt x="1103824" y="75176"/>
                  <a:pt x="1106786" y="74138"/>
                  <a:pt x="1107986" y="78129"/>
                </a:cubicBezTo>
                <a:cubicBezTo>
                  <a:pt x="1109101" y="59965"/>
                  <a:pt x="1102262" y="64708"/>
                  <a:pt x="1097385" y="63822"/>
                </a:cubicBezTo>
                <a:cubicBezTo>
                  <a:pt x="1086993" y="64575"/>
                  <a:pt x="1099090" y="71214"/>
                  <a:pt x="1103462" y="68747"/>
                </a:cubicBezTo>
                <a:close/>
                <a:moveTo>
                  <a:pt x="1145848" y="135041"/>
                </a:moveTo>
                <a:cubicBezTo>
                  <a:pt x="1145438" y="139975"/>
                  <a:pt x="1142790" y="137984"/>
                  <a:pt x="1142733" y="144013"/>
                </a:cubicBezTo>
                <a:cubicBezTo>
                  <a:pt x="1142857" y="154110"/>
                  <a:pt x="1149201" y="146299"/>
                  <a:pt x="1151868" y="149100"/>
                </a:cubicBezTo>
                <a:cubicBezTo>
                  <a:pt x="1151849" y="144651"/>
                  <a:pt x="1150020" y="145423"/>
                  <a:pt x="1148839" y="144347"/>
                </a:cubicBezTo>
                <a:cubicBezTo>
                  <a:pt x="1148143" y="129992"/>
                  <a:pt x="1153144" y="124192"/>
                  <a:pt x="1145896" y="125897"/>
                </a:cubicBezTo>
                <a:cubicBezTo>
                  <a:pt x="1149334" y="113990"/>
                  <a:pt x="1150439" y="118658"/>
                  <a:pt x="1155097" y="121830"/>
                </a:cubicBezTo>
                <a:cubicBezTo>
                  <a:pt x="1156268" y="122620"/>
                  <a:pt x="1151811" y="127706"/>
                  <a:pt x="1152001" y="126230"/>
                </a:cubicBezTo>
                <a:cubicBezTo>
                  <a:pt x="1151411" y="130526"/>
                  <a:pt x="1160726" y="125039"/>
                  <a:pt x="1162707" y="126802"/>
                </a:cubicBezTo>
                <a:cubicBezTo>
                  <a:pt x="1163355" y="136593"/>
                  <a:pt x="1160479" y="135384"/>
                  <a:pt x="1158069" y="135698"/>
                </a:cubicBezTo>
                <a:cubicBezTo>
                  <a:pt x="1153716" y="153253"/>
                  <a:pt x="1146962" y="163358"/>
                  <a:pt x="1136523" y="161968"/>
                </a:cubicBezTo>
                <a:cubicBezTo>
                  <a:pt x="1137352" y="158339"/>
                  <a:pt x="1138161" y="154643"/>
                  <a:pt x="1138133" y="148366"/>
                </a:cubicBezTo>
                <a:cubicBezTo>
                  <a:pt x="1134980" y="154100"/>
                  <a:pt x="1135218" y="170379"/>
                  <a:pt x="1128855" y="166149"/>
                </a:cubicBezTo>
                <a:cubicBezTo>
                  <a:pt x="1129360" y="154205"/>
                  <a:pt x="1128408" y="146452"/>
                  <a:pt x="1124388" y="147614"/>
                </a:cubicBezTo>
                <a:cubicBezTo>
                  <a:pt x="1126055" y="120791"/>
                  <a:pt x="1133980" y="131669"/>
                  <a:pt x="1139790" y="125592"/>
                </a:cubicBezTo>
                <a:cubicBezTo>
                  <a:pt x="1139857" y="138051"/>
                  <a:pt x="1137199" y="134631"/>
                  <a:pt x="1139685" y="143870"/>
                </a:cubicBezTo>
                <a:cubicBezTo>
                  <a:pt x="1142086" y="142013"/>
                  <a:pt x="1141066" y="129573"/>
                  <a:pt x="1145848" y="135041"/>
                </a:cubicBezTo>
                <a:close/>
                <a:moveTo>
                  <a:pt x="1020223" y="192286"/>
                </a:moveTo>
                <a:cubicBezTo>
                  <a:pt x="1020604" y="185714"/>
                  <a:pt x="1024785" y="190924"/>
                  <a:pt x="1024852" y="183361"/>
                </a:cubicBezTo>
                <a:cubicBezTo>
                  <a:pt x="1028843" y="184047"/>
                  <a:pt x="1033710" y="183275"/>
                  <a:pt x="1037072" y="184037"/>
                </a:cubicBezTo>
                <a:cubicBezTo>
                  <a:pt x="1042426" y="185304"/>
                  <a:pt x="1048874" y="184123"/>
                  <a:pt x="1049207" y="198420"/>
                </a:cubicBezTo>
                <a:cubicBezTo>
                  <a:pt x="1045512" y="200068"/>
                  <a:pt x="1045931" y="189905"/>
                  <a:pt x="1041597" y="193438"/>
                </a:cubicBezTo>
                <a:cubicBezTo>
                  <a:pt x="1041568" y="198010"/>
                  <a:pt x="1041549" y="202554"/>
                  <a:pt x="1041511" y="207135"/>
                </a:cubicBezTo>
                <a:cubicBezTo>
                  <a:pt x="1045816" y="222566"/>
                  <a:pt x="1050360" y="209355"/>
                  <a:pt x="1058294" y="212631"/>
                </a:cubicBezTo>
                <a:cubicBezTo>
                  <a:pt x="1059913" y="230072"/>
                  <a:pt x="1053513" y="219527"/>
                  <a:pt x="1050608" y="221347"/>
                </a:cubicBezTo>
                <a:cubicBezTo>
                  <a:pt x="1048274" y="222842"/>
                  <a:pt x="1045264" y="229176"/>
                  <a:pt x="1042911" y="230081"/>
                </a:cubicBezTo>
                <a:cubicBezTo>
                  <a:pt x="1035215" y="233139"/>
                  <a:pt x="1026938" y="228300"/>
                  <a:pt x="1021499" y="233529"/>
                </a:cubicBezTo>
                <a:cubicBezTo>
                  <a:pt x="1017822" y="222518"/>
                  <a:pt x="1023833" y="225147"/>
                  <a:pt x="1023156" y="210745"/>
                </a:cubicBezTo>
                <a:cubicBezTo>
                  <a:pt x="1024442" y="229462"/>
                  <a:pt x="1035996" y="227128"/>
                  <a:pt x="1041425" y="220851"/>
                </a:cubicBezTo>
                <a:cubicBezTo>
                  <a:pt x="1040225" y="207907"/>
                  <a:pt x="1037301" y="199839"/>
                  <a:pt x="1032396" y="197534"/>
                </a:cubicBezTo>
                <a:cubicBezTo>
                  <a:pt x="1031405" y="209345"/>
                  <a:pt x="1032910" y="213993"/>
                  <a:pt x="1036892" y="211488"/>
                </a:cubicBezTo>
                <a:cubicBezTo>
                  <a:pt x="1031043" y="223747"/>
                  <a:pt x="1026100" y="194915"/>
                  <a:pt x="1020223" y="192286"/>
                </a:cubicBezTo>
                <a:close/>
                <a:moveTo>
                  <a:pt x="1182500" y="137022"/>
                </a:moveTo>
                <a:cubicBezTo>
                  <a:pt x="1188663" y="117257"/>
                  <a:pt x="1190196" y="146547"/>
                  <a:pt x="1199274" y="142489"/>
                </a:cubicBezTo>
                <a:cubicBezTo>
                  <a:pt x="1192616" y="136250"/>
                  <a:pt x="1196302" y="126468"/>
                  <a:pt x="1202436" y="124392"/>
                </a:cubicBezTo>
                <a:cubicBezTo>
                  <a:pt x="1201455" y="146023"/>
                  <a:pt x="1208332" y="131278"/>
                  <a:pt x="1211466" y="147737"/>
                </a:cubicBezTo>
                <a:cubicBezTo>
                  <a:pt x="1210399" y="151166"/>
                  <a:pt x="1204941" y="161873"/>
                  <a:pt x="1211380" y="161444"/>
                </a:cubicBezTo>
                <a:cubicBezTo>
                  <a:pt x="1209828" y="179218"/>
                  <a:pt x="1203646" y="164902"/>
                  <a:pt x="1199140" y="165349"/>
                </a:cubicBezTo>
                <a:cubicBezTo>
                  <a:pt x="1200236" y="154777"/>
                  <a:pt x="1207170" y="162349"/>
                  <a:pt x="1205379" y="142823"/>
                </a:cubicBezTo>
                <a:cubicBezTo>
                  <a:pt x="1203893" y="142889"/>
                  <a:pt x="1204160" y="148376"/>
                  <a:pt x="1203789" y="151890"/>
                </a:cubicBezTo>
                <a:cubicBezTo>
                  <a:pt x="1200236" y="151719"/>
                  <a:pt x="1196664" y="151500"/>
                  <a:pt x="1193102" y="151319"/>
                </a:cubicBezTo>
                <a:cubicBezTo>
                  <a:pt x="1190635" y="152005"/>
                  <a:pt x="1195454" y="173188"/>
                  <a:pt x="1188406" y="169359"/>
                </a:cubicBezTo>
                <a:cubicBezTo>
                  <a:pt x="1185453" y="155224"/>
                  <a:pt x="1194654" y="136127"/>
                  <a:pt x="1182500" y="137022"/>
                </a:cubicBezTo>
                <a:close/>
                <a:moveTo>
                  <a:pt x="974646" y="148652"/>
                </a:moveTo>
                <a:cubicBezTo>
                  <a:pt x="969245" y="146842"/>
                  <a:pt x="970969" y="135898"/>
                  <a:pt x="965511" y="143594"/>
                </a:cubicBezTo>
                <a:cubicBezTo>
                  <a:pt x="964730" y="125925"/>
                  <a:pt x="975617" y="137498"/>
                  <a:pt x="974646" y="148652"/>
                </a:cubicBezTo>
                <a:close/>
                <a:moveTo>
                  <a:pt x="59560" y="391911"/>
                </a:moveTo>
                <a:cubicBezTo>
                  <a:pt x="55883" y="402217"/>
                  <a:pt x="45844" y="392797"/>
                  <a:pt x="39681" y="395387"/>
                </a:cubicBezTo>
                <a:cubicBezTo>
                  <a:pt x="43358" y="385072"/>
                  <a:pt x="53407" y="394492"/>
                  <a:pt x="59560" y="391911"/>
                </a:cubicBezTo>
                <a:close/>
                <a:moveTo>
                  <a:pt x="973064" y="157748"/>
                </a:moveTo>
                <a:cubicBezTo>
                  <a:pt x="976122" y="151681"/>
                  <a:pt x="980227" y="148909"/>
                  <a:pt x="980837" y="135288"/>
                </a:cubicBezTo>
                <a:cubicBezTo>
                  <a:pt x="986133" y="136479"/>
                  <a:pt x="992581" y="134298"/>
                  <a:pt x="992972" y="149652"/>
                </a:cubicBezTo>
                <a:cubicBezTo>
                  <a:pt x="989838" y="140460"/>
                  <a:pt x="982856" y="145604"/>
                  <a:pt x="979227" y="148900"/>
                </a:cubicBezTo>
                <a:cubicBezTo>
                  <a:pt x="979246" y="153357"/>
                  <a:pt x="981085" y="152576"/>
                  <a:pt x="982256" y="153643"/>
                </a:cubicBezTo>
                <a:cubicBezTo>
                  <a:pt x="980913" y="162358"/>
                  <a:pt x="975484" y="165673"/>
                  <a:pt x="973064" y="157748"/>
                </a:cubicBezTo>
                <a:close/>
                <a:moveTo>
                  <a:pt x="36509" y="162016"/>
                </a:moveTo>
                <a:cubicBezTo>
                  <a:pt x="36928" y="153967"/>
                  <a:pt x="39195" y="151748"/>
                  <a:pt x="42672" y="153176"/>
                </a:cubicBezTo>
                <a:cubicBezTo>
                  <a:pt x="42882" y="140727"/>
                  <a:pt x="40186" y="143832"/>
                  <a:pt x="42786" y="134898"/>
                </a:cubicBezTo>
                <a:cubicBezTo>
                  <a:pt x="48492" y="127145"/>
                  <a:pt x="54778" y="129354"/>
                  <a:pt x="61170" y="126763"/>
                </a:cubicBezTo>
                <a:cubicBezTo>
                  <a:pt x="71018" y="122725"/>
                  <a:pt x="81163" y="115705"/>
                  <a:pt x="91802" y="114676"/>
                </a:cubicBezTo>
                <a:cubicBezTo>
                  <a:pt x="94145" y="114438"/>
                  <a:pt x="95964" y="119477"/>
                  <a:pt x="96355" y="119524"/>
                </a:cubicBezTo>
                <a:cubicBezTo>
                  <a:pt x="111719" y="120467"/>
                  <a:pt x="127063" y="106513"/>
                  <a:pt x="142284" y="103713"/>
                </a:cubicBezTo>
                <a:cubicBezTo>
                  <a:pt x="144980" y="103208"/>
                  <a:pt x="148590" y="109504"/>
                  <a:pt x="151419" y="108761"/>
                </a:cubicBezTo>
                <a:cubicBezTo>
                  <a:pt x="153133" y="108333"/>
                  <a:pt x="155734" y="99998"/>
                  <a:pt x="157582" y="99951"/>
                </a:cubicBezTo>
                <a:cubicBezTo>
                  <a:pt x="160001" y="99922"/>
                  <a:pt x="162801" y="105189"/>
                  <a:pt x="165192" y="104942"/>
                </a:cubicBezTo>
                <a:cubicBezTo>
                  <a:pt x="175727" y="103865"/>
                  <a:pt x="188976" y="97969"/>
                  <a:pt x="200339" y="102265"/>
                </a:cubicBezTo>
                <a:cubicBezTo>
                  <a:pt x="199006" y="115114"/>
                  <a:pt x="202425" y="114229"/>
                  <a:pt x="201740" y="125211"/>
                </a:cubicBezTo>
                <a:cubicBezTo>
                  <a:pt x="207893" y="119667"/>
                  <a:pt x="201368" y="115753"/>
                  <a:pt x="201873" y="102341"/>
                </a:cubicBezTo>
                <a:cubicBezTo>
                  <a:pt x="213141" y="98522"/>
                  <a:pt x="218504" y="103846"/>
                  <a:pt x="223342" y="89787"/>
                </a:cubicBezTo>
                <a:cubicBezTo>
                  <a:pt x="226838" y="79281"/>
                  <a:pt x="227600" y="94398"/>
                  <a:pt x="229429" y="94712"/>
                </a:cubicBezTo>
                <a:cubicBezTo>
                  <a:pt x="232753" y="95264"/>
                  <a:pt x="235868" y="80386"/>
                  <a:pt x="240116" y="95293"/>
                </a:cubicBezTo>
                <a:cubicBezTo>
                  <a:pt x="238468" y="65804"/>
                  <a:pt x="244583" y="87378"/>
                  <a:pt x="247860" y="77405"/>
                </a:cubicBezTo>
                <a:cubicBezTo>
                  <a:pt x="244754" y="72919"/>
                  <a:pt x="243716" y="62413"/>
                  <a:pt x="241887" y="54221"/>
                </a:cubicBezTo>
                <a:cubicBezTo>
                  <a:pt x="239335" y="61403"/>
                  <a:pt x="242468" y="71337"/>
                  <a:pt x="238658" y="81501"/>
                </a:cubicBezTo>
                <a:cubicBezTo>
                  <a:pt x="233829" y="83463"/>
                  <a:pt x="233324" y="72957"/>
                  <a:pt x="228009" y="76329"/>
                </a:cubicBezTo>
                <a:cubicBezTo>
                  <a:pt x="228038" y="70233"/>
                  <a:pt x="228076" y="64127"/>
                  <a:pt x="228114" y="58041"/>
                </a:cubicBezTo>
                <a:cubicBezTo>
                  <a:pt x="223009" y="56059"/>
                  <a:pt x="227095" y="82215"/>
                  <a:pt x="220304" y="85063"/>
                </a:cubicBezTo>
                <a:cubicBezTo>
                  <a:pt x="220161" y="76853"/>
                  <a:pt x="222237" y="75538"/>
                  <a:pt x="221952" y="66851"/>
                </a:cubicBezTo>
                <a:cubicBezTo>
                  <a:pt x="216017" y="62994"/>
                  <a:pt x="213931" y="83320"/>
                  <a:pt x="209702" y="70766"/>
                </a:cubicBezTo>
                <a:cubicBezTo>
                  <a:pt x="205378" y="80624"/>
                  <a:pt x="201292" y="91235"/>
                  <a:pt x="192796" y="88140"/>
                </a:cubicBezTo>
                <a:cubicBezTo>
                  <a:pt x="194977" y="80958"/>
                  <a:pt x="198120" y="76757"/>
                  <a:pt x="202035" y="74909"/>
                </a:cubicBezTo>
                <a:cubicBezTo>
                  <a:pt x="200577" y="68661"/>
                  <a:pt x="198025" y="65584"/>
                  <a:pt x="196015" y="60879"/>
                </a:cubicBezTo>
                <a:cubicBezTo>
                  <a:pt x="192662" y="61079"/>
                  <a:pt x="197425" y="70642"/>
                  <a:pt x="197482" y="70099"/>
                </a:cubicBezTo>
                <a:cubicBezTo>
                  <a:pt x="196634" y="77167"/>
                  <a:pt x="194777" y="70861"/>
                  <a:pt x="192881" y="74462"/>
                </a:cubicBezTo>
                <a:cubicBezTo>
                  <a:pt x="190510" y="78881"/>
                  <a:pt x="190348" y="97712"/>
                  <a:pt x="185195" y="83158"/>
                </a:cubicBezTo>
                <a:cubicBezTo>
                  <a:pt x="183699" y="70785"/>
                  <a:pt x="188547" y="78015"/>
                  <a:pt x="189824" y="74271"/>
                </a:cubicBezTo>
                <a:cubicBezTo>
                  <a:pt x="191129" y="70480"/>
                  <a:pt x="189509" y="57374"/>
                  <a:pt x="192996" y="56174"/>
                </a:cubicBezTo>
                <a:cubicBezTo>
                  <a:pt x="187281" y="37724"/>
                  <a:pt x="183890" y="50059"/>
                  <a:pt x="177775" y="46172"/>
                </a:cubicBezTo>
                <a:cubicBezTo>
                  <a:pt x="177632" y="67737"/>
                  <a:pt x="183890" y="49849"/>
                  <a:pt x="185328" y="60298"/>
                </a:cubicBezTo>
                <a:cubicBezTo>
                  <a:pt x="187109" y="79805"/>
                  <a:pt x="180165" y="72261"/>
                  <a:pt x="179080" y="82825"/>
                </a:cubicBezTo>
                <a:cubicBezTo>
                  <a:pt x="173974" y="78386"/>
                  <a:pt x="178375" y="74290"/>
                  <a:pt x="177689" y="59879"/>
                </a:cubicBezTo>
                <a:cubicBezTo>
                  <a:pt x="174936" y="51354"/>
                  <a:pt x="173650" y="38629"/>
                  <a:pt x="167116" y="41038"/>
                </a:cubicBezTo>
                <a:cubicBezTo>
                  <a:pt x="167211" y="24827"/>
                  <a:pt x="172869" y="11863"/>
                  <a:pt x="174831" y="27723"/>
                </a:cubicBezTo>
                <a:cubicBezTo>
                  <a:pt x="179013" y="23789"/>
                  <a:pt x="170821" y="19017"/>
                  <a:pt x="173450" y="4786"/>
                </a:cubicBezTo>
                <a:cubicBezTo>
                  <a:pt x="176689" y="-6263"/>
                  <a:pt x="180546" y="5263"/>
                  <a:pt x="184147" y="5377"/>
                </a:cubicBezTo>
                <a:cubicBezTo>
                  <a:pt x="185604" y="5424"/>
                  <a:pt x="187500" y="586"/>
                  <a:pt x="190281" y="1138"/>
                </a:cubicBezTo>
                <a:cubicBezTo>
                  <a:pt x="197310" y="2567"/>
                  <a:pt x="205426" y="11178"/>
                  <a:pt x="213131" y="11520"/>
                </a:cubicBezTo>
                <a:cubicBezTo>
                  <a:pt x="216256" y="11644"/>
                  <a:pt x="217284" y="6977"/>
                  <a:pt x="219265" y="7272"/>
                </a:cubicBezTo>
                <a:cubicBezTo>
                  <a:pt x="230219" y="8949"/>
                  <a:pt x="243726" y="15788"/>
                  <a:pt x="254365" y="13740"/>
                </a:cubicBezTo>
                <a:cubicBezTo>
                  <a:pt x="258966" y="12864"/>
                  <a:pt x="262252" y="17426"/>
                  <a:pt x="266548" y="18998"/>
                </a:cubicBezTo>
                <a:cubicBezTo>
                  <a:pt x="292256" y="28189"/>
                  <a:pt x="319278" y="31247"/>
                  <a:pt x="344300" y="46049"/>
                </a:cubicBezTo>
                <a:cubicBezTo>
                  <a:pt x="346796" y="47516"/>
                  <a:pt x="348215" y="53421"/>
                  <a:pt x="350358" y="55516"/>
                </a:cubicBezTo>
                <a:cubicBezTo>
                  <a:pt x="355606" y="60650"/>
                  <a:pt x="360826" y="56145"/>
                  <a:pt x="367160" y="56412"/>
                </a:cubicBezTo>
                <a:cubicBezTo>
                  <a:pt x="372018" y="56659"/>
                  <a:pt x="374018" y="64784"/>
                  <a:pt x="379381" y="57098"/>
                </a:cubicBezTo>
                <a:cubicBezTo>
                  <a:pt x="384191" y="55183"/>
                  <a:pt x="383343" y="69623"/>
                  <a:pt x="386925" y="71204"/>
                </a:cubicBezTo>
                <a:cubicBezTo>
                  <a:pt x="394525" y="62660"/>
                  <a:pt x="402993" y="77824"/>
                  <a:pt x="411394" y="67956"/>
                </a:cubicBezTo>
                <a:cubicBezTo>
                  <a:pt x="414128" y="66737"/>
                  <a:pt x="411385" y="85682"/>
                  <a:pt x="408251" y="81510"/>
                </a:cubicBezTo>
                <a:cubicBezTo>
                  <a:pt x="413757" y="97846"/>
                  <a:pt x="421967" y="75786"/>
                  <a:pt x="420557" y="68461"/>
                </a:cubicBezTo>
                <a:cubicBezTo>
                  <a:pt x="426129" y="73309"/>
                  <a:pt x="433311" y="73519"/>
                  <a:pt x="434159" y="92045"/>
                </a:cubicBezTo>
                <a:cubicBezTo>
                  <a:pt x="441465" y="71404"/>
                  <a:pt x="453733" y="108018"/>
                  <a:pt x="460172" y="84330"/>
                </a:cubicBezTo>
                <a:cubicBezTo>
                  <a:pt x="463039" y="80272"/>
                  <a:pt x="463782" y="93197"/>
                  <a:pt x="464706" y="93683"/>
                </a:cubicBezTo>
                <a:cubicBezTo>
                  <a:pt x="465773" y="94283"/>
                  <a:pt x="467268" y="88216"/>
                  <a:pt x="469316" y="89368"/>
                </a:cubicBezTo>
                <a:cubicBezTo>
                  <a:pt x="475964" y="93169"/>
                  <a:pt x="487537" y="104323"/>
                  <a:pt x="496719" y="104599"/>
                </a:cubicBezTo>
                <a:cubicBezTo>
                  <a:pt x="498929" y="104646"/>
                  <a:pt x="504282" y="103408"/>
                  <a:pt x="504415" y="95864"/>
                </a:cubicBezTo>
                <a:cubicBezTo>
                  <a:pt x="506206" y="96674"/>
                  <a:pt x="505644" y="104246"/>
                  <a:pt x="505863" y="109637"/>
                </a:cubicBezTo>
                <a:cubicBezTo>
                  <a:pt x="514255" y="105418"/>
                  <a:pt x="520932" y="105237"/>
                  <a:pt x="527237" y="110809"/>
                </a:cubicBezTo>
                <a:cubicBezTo>
                  <a:pt x="528723" y="110752"/>
                  <a:pt x="528457" y="105237"/>
                  <a:pt x="528818" y="101732"/>
                </a:cubicBezTo>
                <a:cubicBezTo>
                  <a:pt x="534476" y="110276"/>
                  <a:pt x="537524" y="98503"/>
                  <a:pt x="540972" y="111543"/>
                </a:cubicBezTo>
                <a:cubicBezTo>
                  <a:pt x="544344" y="114238"/>
                  <a:pt x="543201" y="102942"/>
                  <a:pt x="545611" y="102627"/>
                </a:cubicBezTo>
                <a:cubicBezTo>
                  <a:pt x="549040" y="108199"/>
                  <a:pt x="555860" y="111876"/>
                  <a:pt x="562366" y="112686"/>
                </a:cubicBezTo>
                <a:cubicBezTo>
                  <a:pt x="566309" y="113181"/>
                  <a:pt x="573796" y="109866"/>
                  <a:pt x="576139" y="108866"/>
                </a:cubicBezTo>
                <a:cubicBezTo>
                  <a:pt x="579330" y="107485"/>
                  <a:pt x="582425" y="101027"/>
                  <a:pt x="585359" y="100236"/>
                </a:cubicBezTo>
                <a:cubicBezTo>
                  <a:pt x="596532" y="97084"/>
                  <a:pt x="607914" y="100160"/>
                  <a:pt x="617430" y="101951"/>
                </a:cubicBezTo>
                <a:cubicBezTo>
                  <a:pt x="626412" y="103646"/>
                  <a:pt x="635851" y="86158"/>
                  <a:pt x="641871" y="103294"/>
                </a:cubicBezTo>
                <a:cubicBezTo>
                  <a:pt x="644452" y="102008"/>
                  <a:pt x="645338" y="94912"/>
                  <a:pt x="648033" y="94455"/>
                </a:cubicBezTo>
                <a:cubicBezTo>
                  <a:pt x="650472" y="94055"/>
                  <a:pt x="650719" y="99846"/>
                  <a:pt x="652596" y="99284"/>
                </a:cubicBezTo>
                <a:cubicBezTo>
                  <a:pt x="656072" y="98207"/>
                  <a:pt x="661045" y="90930"/>
                  <a:pt x="664864" y="90797"/>
                </a:cubicBezTo>
                <a:cubicBezTo>
                  <a:pt x="673513" y="90492"/>
                  <a:pt x="681685" y="99284"/>
                  <a:pt x="690801" y="96750"/>
                </a:cubicBezTo>
                <a:cubicBezTo>
                  <a:pt x="693134" y="96150"/>
                  <a:pt x="693525" y="92654"/>
                  <a:pt x="695401" y="92435"/>
                </a:cubicBezTo>
                <a:cubicBezTo>
                  <a:pt x="698040" y="92140"/>
                  <a:pt x="700459" y="97493"/>
                  <a:pt x="703021" y="97445"/>
                </a:cubicBezTo>
                <a:cubicBezTo>
                  <a:pt x="704983" y="97369"/>
                  <a:pt x="707412" y="89321"/>
                  <a:pt x="709184" y="88606"/>
                </a:cubicBezTo>
                <a:cubicBezTo>
                  <a:pt x="709974" y="88292"/>
                  <a:pt x="711994" y="93169"/>
                  <a:pt x="713737" y="93445"/>
                </a:cubicBezTo>
                <a:cubicBezTo>
                  <a:pt x="716461" y="93855"/>
                  <a:pt x="716985" y="88978"/>
                  <a:pt x="719871" y="89178"/>
                </a:cubicBezTo>
                <a:cubicBezTo>
                  <a:pt x="731720" y="90121"/>
                  <a:pt x="744531" y="95607"/>
                  <a:pt x="754999" y="91092"/>
                </a:cubicBezTo>
                <a:cubicBezTo>
                  <a:pt x="757504" y="90007"/>
                  <a:pt x="757599" y="96474"/>
                  <a:pt x="759552" y="95912"/>
                </a:cubicBezTo>
                <a:cubicBezTo>
                  <a:pt x="765086" y="94312"/>
                  <a:pt x="772249" y="77862"/>
                  <a:pt x="780955" y="92502"/>
                </a:cubicBezTo>
                <a:cubicBezTo>
                  <a:pt x="786975" y="79015"/>
                  <a:pt x="795833" y="92693"/>
                  <a:pt x="806948" y="89330"/>
                </a:cubicBezTo>
                <a:cubicBezTo>
                  <a:pt x="806729" y="97969"/>
                  <a:pt x="801881" y="92216"/>
                  <a:pt x="802291" y="102789"/>
                </a:cubicBezTo>
                <a:cubicBezTo>
                  <a:pt x="806110" y="103799"/>
                  <a:pt x="807110" y="96007"/>
                  <a:pt x="808482" y="89397"/>
                </a:cubicBezTo>
                <a:cubicBezTo>
                  <a:pt x="811320" y="97684"/>
                  <a:pt x="818540" y="93283"/>
                  <a:pt x="823732" y="94788"/>
                </a:cubicBezTo>
                <a:cubicBezTo>
                  <a:pt x="827237" y="96388"/>
                  <a:pt x="825503" y="81682"/>
                  <a:pt x="828389" y="81329"/>
                </a:cubicBezTo>
                <a:cubicBezTo>
                  <a:pt x="843877" y="78110"/>
                  <a:pt x="857955" y="88416"/>
                  <a:pt x="871157" y="83644"/>
                </a:cubicBezTo>
                <a:cubicBezTo>
                  <a:pt x="874690" y="82396"/>
                  <a:pt x="877091" y="75738"/>
                  <a:pt x="880386" y="75005"/>
                </a:cubicBezTo>
                <a:cubicBezTo>
                  <a:pt x="889978" y="72852"/>
                  <a:pt x="899760" y="80462"/>
                  <a:pt x="909371" y="81139"/>
                </a:cubicBezTo>
                <a:cubicBezTo>
                  <a:pt x="912285" y="81339"/>
                  <a:pt x="915743" y="76176"/>
                  <a:pt x="918562" y="77081"/>
                </a:cubicBezTo>
                <a:cubicBezTo>
                  <a:pt x="921372" y="77938"/>
                  <a:pt x="923039" y="84825"/>
                  <a:pt x="926144" y="86625"/>
                </a:cubicBezTo>
                <a:cubicBezTo>
                  <a:pt x="928926" y="88235"/>
                  <a:pt x="930869" y="82167"/>
                  <a:pt x="933802" y="82453"/>
                </a:cubicBezTo>
                <a:cubicBezTo>
                  <a:pt x="945080" y="83568"/>
                  <a:pt x="958282" y="89054"/>
                  <a:pt x="970397" y="93597"/>
                </a:cubicBezTo>
                <a:cubicBezTo>
                  <a:pt x="971236" y="107466"/>
                  <a:pt x="964473" y="95121"/>
                  <a:pt x="959682" y="97588"/>
                </a:cubicBezTo>
                <a:cubicBezTo>
                  <a:pt x="956796" y="99036"/>
                  <a:pt x="949690" y="118467"/>
                  <a:pt x="948985" y="97007"/>
                </a:cubicBezTo>
                <a:cubicBezTo>
                  <a:pt x="943594" y="94236"/>
                  <a:pt x="945137" y="112981"/>
                  <a:pt x="939746" y="110209"/>
                </a:cubicBezTo>
                <a:cubicBezTo>
                  <a:pt x="939851" y="102408"/>
                  <a:pt x="938679" y="98303"/>
                  <a:pt x="936774" y="96341"/>
                </a:cubicBezTo>
                <a:cubicBezTo>
                  <a:pt x="937470" y="106513"/>
                  <a:pt x="931431" y="116200"/>
                  <a:pt x="927583" y="100398"/>
                </a:cubicBezTo>
                <a:cubicBezTo>
                  <a:pt x="925859" y="117372"/>
                  <a:pt x="933259" y="107971"/>
                  <a:pt x="932031" y="123515"/>
                </a:cubicBezTo>
                <a:cubicBezTo>
                  <a:pt x="921687" y="125954"/>
                  <a:pt x="917391" y="124420"/>
                  <a:pt x="909095" y="126859"/>
                </a:cubicBezTo>
                <a:cubicBezTo>
                  <a:pt x="907656" y="144509"/>
                  <a:pt x="915724" y="134707"/>
                  <a:pt x="913514" y="154548"/>
                </a:cubicBezTo>
                <a:cubicBezTo>
                  <a:pt x="902903" y="143880"/>
                  <a:pt x="895531" y="170902"/>
                  <a:pt x="887587" y="148576"/>
                </a:cubicBezTo>
                <a:cubicBezTo>
                  <a:pt x="884396" y="150938"/>
                  <a:pt x="884311" y="155500"/>
                  <a:pt x="885977" y="162187"/>
                </a:cubicBezTo>
                <a:cubicBezTo>
                  <a:pt x="882463" y="168302"/>
                  <a:pt x="880301" y="150109"/>
                  <a:pt x="879862" y="161854"/>
                </a:cubicBezTo>
                <a:cubicBezTo>
                  <a:pt x="876262" y="160406"/>
                  <a:pt x="881682" y="149757"/>
                  <a:pt x="881501" y="143651"/>
                </a:cubicBezTo>
                <a:cubicBezTo>
                  <a:pt x="870718" y="153776"/>
                  <a:pt x="863937" y="159110"/>
                  <a:pt x="852430" y="151262"/>
                </a:cubicBezTo>
                <a:cubicBezTo>
                  <a:pt x="852449" y="155700"/>
                  <a:pt x="854278" y="154891"/>
                  <a:pt x="855459" y="155967"/>
                </a:cubicBezTo>
                <a:cubicBezTo>
                  <a:pt x="850001" y="155653"/>
                  <a:pt x="835876" y="165721"/>
                  <a:pt x="827970" y="154481"/>
                </a:cubicBezTo>
                <a:cubicBezTo>
                  <a:pt x="822579" y="151719"/>
                  <a:pt x="824122" y="170483"/>
                  <a:pt x="818721" y="167730"/>
                </a:cubicBezTo>
                <a:cubicBezTo>
                  <a:pt x="816893" y="161054"/>
                  <a:pt x="813530" y="158767"/>
                  <a:pt x="809615" y="158082"/>
                </a:cubicBezTo>
                <a:cubicBezTo>
                  <a:pt x="807025" y="156262"/>
                  <a:pt x="806710" y="161492"/>
                  <a:pt x="806510" y="167045"/>
                </a:cubicBezTo>
                <a:cubicBezTo>
                  <a:pt x="803129" y="164902"/>
                  <a:pt x="798290" y="156100"/>
                  <a:pt x="797319" y="171131"/>
                </a:cubicBezTo>
                <a:cubicBezTo>
                  <a:pt x="798386" y="181523"/>
                  <a:pt x="805872" y="173379"/>
                  <a:pt x="809501" y="176379"/>
                </a:cubicBezTo>
                <a:cubicBezTo>
                  <a:pt x="809006" y="188304"/>
                  <a:pt x="809939" y="196048"/>
                  <a:pt x="813978" y="194886"/>
                </a:cubicBezTo>
                <a:cubicBezTo>
                  <a:pt x="815216" y="194096"/>
                  <a:pt x="815521" y="190400"/>
                  <a:pt x="817055" y="190486"/>
                </a:cubicBezTo>
                <a:cubicBezTo>
                  <a:pt x="816093" y="185790"/>
                  <a:pt x="813578" y="185571"/>
                  <a:pt x="814073" y="176598"/>
                </a:cubicBezTo>
                <a:cubicBezTo>
                  <a:pt x="851887" y="188866"/>
                  <a:pt x="868432" y="175331"/>
                  <a:pt x="904161" y="186066"/>
                </a:cubicBezTo>
                <a:cubicBezTo>
                  <a:pt x="905961" y="192162"/>
                  <a:pt x="904723" y="193258"/>
                  <a:pt x="904075" y="199754"/>
                </a:cubicBezTo>
                <a:cubicBezTo>
                  <a:pt x="913819" y="199658"/>
                  <a:pt x="922087" y="196144"/>
                  <a:pt x="930050" y="201163"/>
                </a:cubicBezTo>
                <a:cubicBezTo>
                  <a:pt x="931716" y="200116"/>
                  <a:pt x="931145" y="192143"/>
                  <a:pt x="933164" y="192191"/>
                </a:cubicBezTo>
                <a:cubicBezTo>
                  <a:pt x="937355" y="195058"/>
                  <a:pt x="941689" y="197496"/>
                  <a:pt x="940651" y="215441"/>
                </a:cubicBezTo>
                <a:cubicBezTo>
                  <a:pt x="944718" y="210279"/>
                  <a:pt x="945423" y="211774"/>
                  <a:pt x="943813" y="197325"/>
                </a:cubicBezTo>
                <a:cubicBezTo>
                  <a:pt x="945356" y="200401"/>
                  <a:pt x="945328" y="207936"/>
                  <a:pt x="948347" y="206726"/>
                </a:cubicBezTo>
                <a:cubicBezTo>
                  <a:pt x="947633" y="223128"/>
                  <a:pt x="941784" y="223642"/>
                  <a:pt x="939022" y="233653"/>
                </a:cubicBezTo>
                <a:cubicBezTo>
                  <a:pt x="933412" y="224919"/>
                  <a:pt x="933564" y="227509"/>
                  <a:pt x="925306" y="228348"/>
                </a:cubicBezTo>
                <a:cubicBezTo>
                  <a:pt x="923030" y="211965"/>
                  <a:pt x="930507" y="225862"/>
                  <a:pt x="929973" y="214879"/>
                </a:cubicBezTo>
                <a:cubicBezTo>
                  <a:pt x="926973" y="203811"/>
                  <a:pt x="917934" y="213193"/>
                  <a:pt x="922258" y="228186"/>
                </a:cubicBezTo>
                <a:cubicBezTo>
                  <a:pt x="916305" y="223337"/>
                  <a:pt x="913324" y="237806"/>
                  <a:pt x="910038" y="227509"/>
                </a:cubicBezTo>
                <a:cubicBezTo>
                  <a:pt x="909380" y="217727"/>
                  <a:pt x="912266" y="218946"/>
                  <a:pt x="914667" y="218632"/>
                </a:cubicBezTo>
                <a:cubicBezTo>
                  <a:pt x="912543" y="206411"/>
                  <a:pt x="904856" y="215651"/>
                  <a:pt x="905456" y="227271"/>
                </a:cubicBezTo>
                <a:cubicBezTo>
                  <a:pt x="897750" y="222271"/>
                  <a:pt x="888940" y="221194"/>
                  <a:pt x="879491" y="225890"/>
                </a:cubicBezTo>
                <a:cubicBezTo>
                  <a:pt x="875186" y="223290"/>
                  <a:pt x="873062" y="214479"/>
                  <a:pt x="868880" y="211574"/>
                </a:cubicBezTo>
                <a:cubicBezTo>
                  <a:pt x="867213" y="212593"/>
                  <a:pt x="867785" y="220594"/>
                  <a:pt x="865765" y="220566"/>
                </a:cubicBezTo>
                <a:cubicBezTo>
                  <a:pt x="851526" y="216784"/>
                  <a:pt x="833161" y="224861"/>
                  <a:pt x="821503" y="213603"/>
                </a:cubicBezTo>
                <a:cubicBezTo>
                  <a:pt x="820026" y="198134"/>
                  <a:pt x="826284" y="206745"/>
                  <a:pt x="829189" y="204868"/>
                </a:cubicBezTo>
                <a:cubicBezTo>
                  <a:pt x="823855" y="188628"/>
                  <a:pt x="818007" y="210298"/>
                  <a:pt x="815369" y="217822"/>
                </a:cubicBezTo>
                <a:cubicBezTo>
                  <a:pt x="796204" y="206297"/>
                  <a:pt x="782012" y="208040"/>
                  <a:pt x="763467" y="210450"/>
                </a:cubicBezTo>
                <a:cubicBezTo>
                  <a:pt x="762381" y="201782"/>
                  <a:pt x="758933" y="207040"/>
                  <a:pt x="762029" y="196677"/>
                </a:cubicBezTo>
                <a:cubicBezTo>
                  <a:pt x="757257" y="191191"/>
                  <a:pt x="758276" y="203640"/>
                  <a:pt x="755866" y="205488"/>
                </a:cubicBezTo>
                <a:cubicBezTo>
                  <a:pt x="743779" y="198325"/>
                  <a:pt x="730168" y="195944"/>
                  <a:pt x="719233" y="198925"/>
                </a:cubicBezTo>
                <a:cubicBezTo>
                  <a:pt x="713537" y="200477"/>
                  <a:pt x="706355" y="202573"/>
                  <a:pt x="700888" y="202497"/>
                </a:cubicBezTo>
                <a:cubicBezTo>
                  <a:pt x="696163" y="202449"/>
                  <a:pt x="692934" y="196944"/>
                  <a:pt x="688696" y="197296"/>
                </a:cubicBezTo>
                <a:cubicBezTo>
                  <a:pt x="686295" y="197468"/>
                  <a:pt x="683457" y="201706"/>
                  <a:pt x="681038" y="201430"/>
                </a:cubicBezTo>
                <a:cubicBezTo>
                  <a:pt x="678675" y="201192"/>
                  <a:pt x="677542" y="192572"/>
                  <a:pt x="674980" y="191953"/>
                </a:cubicBezTo>
                <a:cubicBezTo>
                  <a:pt x="672884" y="191476"/>
                  <a:pt x="660406" y="196210"/>
                  <a:pt x="656596" y="200116"/>
                </a:cubicBezTo>
                <a:cubicBezTo>
                  <a:pt x="655006" y="201735"/>
                  <a:pt x="655453" y="208698"/>
                  <a:pt x="653482" y="209088"/>
                </a:cubicBezTo>
                <a:cubicBezTo>
                  <a:pt x="649815" y="202335"/>
                  <a:pt x="648376" y="203002"/>
                  <a:pt x="642823" y="203925"/>
                </a:cubicBezTo>
                <a:cubicBezTo>
                  <a:pt x="637718" y="204811"/>
                  <a:pt x="636375" y="193191"/>
                  <a:pt x="633641" y="208012"/>
                </a:cubicBezTo>
                <a:cubicBezTo>
                  <a:pt x="628793" y="208517"/>
                  <a:pt x="628602" y="195601"/>
                  <a:pt x="623002" y="198296"/>
                </a:cubicBezTo>
                <a:cubicBezTo>
                  <a:pt x="623221" y="203649"/>
                  <a:pt x="625764" y="202306"/>
                  <a:pt x="627555" y="203116"/>
                </a:cubicBezTo>
                <a:cubicBezTo>
                  <a:pt x="625840" y="221099"/>
                  <a:pt x="621811" y="207335"/>
                  <a:pt x="618363" y="207183"/>
                </a:cubicBezTo>
                <a:cubicBezTo>
                  <a:pt x="599265" y="206316"/>
                  <a:pt x="582120" y="211526"/>
                  <a:pt x="558794" y="203983"/>
                </a:cubicBezTo>
                <a:cubicBezTo>
                  <a:pt x="551612" y="201668"/>
                  <a:pt x="538439" y="201906"/>
                  <a:pt x="528257" y="202335"/>
                </a:cubicBezTo>
                <a:cubicBezTo>
                  <a:pt x="525513" y="202430"/>
                  <a:pt x="525066" y="197010"/>
                  <a:pt x="522170" y="197429"/>
                </a:cubicBezTo>
                <a:cubicBezTo>
                  <a:pt x="516045" y="198315"/>
                  <a:pt x="508435" y="210326"/>
                  <a:pt x="505396" y="191924"/>
                </a:cubicBezTo>
                <a:cubicBezTo>
                  <a:pt x="504025" y="202621"/>
                  <a:pt x="489966" y="206831"/>
                  <a:pt x="487013" y="200077"/>
                </a:cubicBezTo>
                <a:cubicBezTo>
                  <a:pt x="486337" y="198525"/>
                  <a:pt x="490557" y="193496"/>
                  <a:pt x="491623" y="195763"/>
                </a:cubicBezTo>
                <a:cubicBezTo>
                  <a:pt x="492157" y="187714"/>
                  <a:pt x="483118" y="187162"/>
                  <a:pt x="485489" y="200001"/>
                </a:cubicBezTo>
                <a:cubicBezTo>
                  <a:pt x="483070" y="192029"/>
                  <a:pt x="479174" y="188304"/>
                  <a:pt x="473335" y="190190"/>
                </a:cubicBezTo>
                <a:cubicBezTo>
                  <a:pt x="473345" y="194658"/>
                  <a:pt x="475174" y="193848"/>
                  <a:pt x="476355" y="194934"/>
                </a:cubicBezTo>
                <a:cubicBezTo>
                  <a:pt x="470154" y="205183"/>
                  <a:pt x="457524" y="195515"/>
                  <a:pt x="448837" y="198020"/>
                </a:cubicBezTo>
                <a:cubicBezTo>
                  <a:pt x="443208" y="185837"/>
                  <a:pt x="436893" y="175598"/>
                  <a:pt x="426044" y="178503"/>
                </a:cubicBezTo>
                <a:cubicBezTo>
                  <a:pt x="426949" y="187847"/>
                  <a:pt x="433749" y="180189"/>
                  <a:pt x="432035" y="197106"/>
                </a:cubicBezTo>
                <a:cubicBezTo>
                  <a:pt x="423262" y="192143"/>
                  <a:pt x="421834" y="208945"/>
                  <a:pt x="412128" y="205202"/>
                </a:cubicBezTo>
                <a:cubicBezTo>
                  <a:pt x="406432" y="202982"/>
                  <a:pt x="400431" y="195077"/>
                  <a:pt x="393849" y="195058"/>
                </a:cubicBezTo>
                <a:cubicBezTo>
                  <a:pt x="394125" y="189705"/>
                  <a:pt x="396659" y="191353"/>
                  <a:pt x="398459" y="190714"/>
                </a:cubicBezTo>
                <a:cubicBezTo>
                  <a:pt x="395211" y="178322"/>
                  <a:pt x="388277" y="190143"/>
                  <a:pt x="392268" y="204126"/>
                </a:cubicBezTo>
                <a:cubicBezTo>
                  <a:pt x="388782" y="205202"/>
                  <a:pt x="386534" y="202706"/>
                  <a:pt x="386220" y="194629"/>
                </a:cubicBezTo>
                <a:cubicBezTo>
                  <a:pt x="377161" y="207564"/>
                  <a:pt x="362369" y="196020"/>
                  <a:pt x="351044" y="201897"/>
                </a:cubicBezTo>
                <a:cubicBezTo>
                  <a:pt x="356302" y="188285"/>
                  <a:pt x="344586" y="182970"/>
                  <a:pt x="341928" y="192238"/>
                </a:cubicBezTo>
                <a:cubicBezTo>
                  <a:pt x="342786" y="208955"/>
                  <a:pt x="349720" y="180332"/>
                  <a:pt x="347977" y="201744"/>
                </a:cubicBezTo>
                <a:cubicBezTo>
                  <a:pt x="333289" y="202411"/>
                  <a:pt x="315459" y="197687"/>
                  <a:pt x="305219" y="199411"/>
                </a:cubicBezTo>
                <a:cubicBezTo>
                  <a:pt x="305686" y="192067"/>
                  <a:pt x="303819" y="191457"/>
                  <a:pt x="303762" y="185609"/>
                </a:cubicBezTo>
                <a:cubicBezTo>
                  <a:pt x="302171" y="190019"/>
                  <a:pt x="300619" y="194496"/>
                  <a:pt x="299104" y="199068"/>
                </a:cubicBezTo>
                <a:cubicBezTo>
                  <a:pt x="292522" y="198668"/>
                  <a:pt x="285636" y="196448"/>
                  <a:pt x="279244" y="198030"/>
                </a:cubicBezTo>
                <a:cubicBezTo>
                  <a:pt x="268176" y="200744"/>
                  <a:pt x="256232" y="192486"/>
                  <a:pt x="244145" y="191533"/>
                </a:cubicBezTo>
                <a:cubicBezTo>
                  <a:pt x="241297" y="191314"/>
                  <a:pt x="237801" y="195591"/>
                  <a:pt x="234953" y="195639"/>
                </a:cubicBezTo>
                <a:cubicBezTo>
                  <a:pt x="222133" y="195820"/>
                  <a:pt x="199377" y="189743"/>
                  <a:pt x="183023" y="192819"/>
                </a:cubicBezTo>
                <a:cubicBezTo>
                  <a:pt x="178041" y="193753"/>
                  <a:pt x="173869" y="199982"/>
                  <a:pt x="169221" y="201230"/>
                </a:cubicBezTo>
                <a:cubicBezTo>
                  <a:pt x="159296" y="203878"/>
                  <a:pt x="149904" y="198839"/>
                  <a:pt x="140208" y="199649"/>
                </a:cubicBezTo>
                <a:cubicBezTo>
                  <a:pt x="128064" y="200687"/>
                  <a:pt x="116224" y="206411"/>
                  <a:pt x="105023" y="206907"/>
                </a:cubicBezTo>
                <a:cubicBezTo>
                  <a:pt x="102279" y="207002"/>
                  <a:pt x="101832" y="201782"/>
                  <a:pt x="98936" y="201992"/>
                </a:cubicBezTo>
                <a:cubicBezTo>
                  <a:pt x="95917" y="202220"/>
                  <a:pt x="94707" y="206497"/>
                  <a:pt x="92802" y="206231"/>
                </a:cubicBezTo>
                <a:cubicBezTo>
                  <a:pt x="88811" y="205688"/>
                  <a:pt x="84439" y="194924"/>
                  <a:pt x="80562" y="210155"/>
                </a:cubicBezTo>
                <a:cubicBezTo>
                  <a:pt x="61932" y="207421"/>
                  <a:pt x="59484" y="210726"/>
                  <a:pt x="40853" y="207993"/>
                </a:cubicBezTo>
                <a:cubicBezTo>
                  <a:pt x="40710" y="199811"/>
                  <a:pt x="42777" y="198468"/>
                  <a:pt x="42491" y="189781"/>
                </a:cubicBezTo>
                <a:cubicBezTo>
                  <a:pt x="46558" y="190009"/>
                  <a:pt x="50635" y="190219"/>
                  <a:pt x="54712" y="190457"/>
                </a:cubicBezTo>
                <a:cubicBezTo>
                  <a:pt x="58026" y="191419"/>
                  <a:pt x="55502" y="174293"/>
                  <a:pt x="56388" y="167683"/>
                </a:cubicBezTo>
                <a:cubicBezTo>
                  <a:pt x="53016" y="165197"/>
                  <a:pt x="54150" y="176036"/>
                  <a:pt x="51749" y="176570"/>
                </a:cubicBezTo>
                <a:cubicBezTo>
                  <a:pt x="47901" y="177484"/>
                  <a:pt x="50387" y="169226"/>
                  <a:pt x="48749" y="167254"/>
                </a:cubicBezTo>
                <a:cubicBezTo>
                  <a:pt x="46196" y="164225"/>
                  <a:pt x="44644" y="171683"/>
                  <a:pt x="44139" y="171588"/>
                </a:cubicBezTo>
                <a:cubicBezTo>
                  <a:pt x="40291" y="170826"/>
                  <a:pt x="39719" y="153348"/>
                  <a:pt x="36509" y="162016"/>
                </a:cubicBezTo>
                <a:close/>
                <a:moveTo>
                  <a:pt x="832247" y="200439"/>
                </a:moveTo>
                <a:cubicBezTo>
                  <a:pt x="835314" y="199553"/>
                  <a:pt x="838305" y="221156"/>
                  <a:pt x="841381" y="205497"/>
                </a:cubicBezTo>
                <a:cubicBezTo>
                  <a:pt x="838324" y="206345"/>
                  <a:pt x="835333" y="184742"/>
                  <a:pt x="832247" y="200439"/>
                </a:cubicBezTo>
                <a:close/>
                <a:moveTo>
                  <a:pt x="896807" y="135317"/>
                </a:moveTo>
                <a:cubicBezTo>
                  <a:pt x="899665" y="140546"/>
                  <a:pt x="903989" y="141537"/>
                  <a:pt x="907447" y="145042"/>
                </a:cubicBezTo>
                <a:cubicBezTo>
                  <a:pt x="908428" y="128459"/>
                  <a:pt x="899503" y="117410"/>
                  <a:pt x="898417" y="121677"/>
                </a:cubicBezTo>
                <a:cubicBezTo>
                  <a:pt x="902827" y="124468"/>
                  <a:pt x="896036" y="128687"/>
                  <a:pt x="896807" y="135317"/>
                </a:cubicBezTo>
                <a:close/>
                <a:moveTo>
                  <a:pt x="881844" y="84215"/>
                </a:moveTo>
                <a:cubicBezTo>
                  <a:pt x="881767" y="96722"/>
                  <a:pt x="891940" y="102551"/>
                  <a:pt x="893997" y="94016"/>
                </a:cubicBezTo>
                <a:cubicBezTo>
                  <a:pt x="890692" y="88635"/>
                  <a:pt x="887835" y="81872"/>
                  <a:pt x="881844" y="84215"/>
                </a:cubicBezTo>
                <a:close/>
                <a:moveTo>
                  <a:pt x="829837" y="95102"/>
                </a:moveTo>
                <a:cubicBezTo>
                  <a:pt x="833285" y="98331"/>
                  <a:pt x="842572" y="107637"/>
                  <a:pt x="843610" y="91292"/>
                </a:cubicBezTo>
                <a:cubicBezTo>
                  <a:pt x="838314" y="98731"/>
                  <a:pt x="834447" y="83606"/>
                  <a:pt x="829837" y="95102"/>
                </a:cubicBezTo>
                <a:close/>
                <a:moveTo>
                  <a:pt x="791042" y="193629"/>
                </a:moveTo>
                <a:cubicBezTo>
                  <a:pt x="793080" y="203564"/>
                  <a:pt x="804739" y="189543"/>
                  <a:pt x="801786" y="185066"/>
                </a:cubicBezTo>
                <a:cubicBezTo>
                  <a:pt x="800443" y="194829"/>
                  <a:pt x="792061" y="182818"/>
                  <a:pt x="791042" y="193629"/>
                </a:cubicBezTo>
                <a:close/>
                <a:moveTo>
                  <a:pt x="687657" y="110295"/>
                </a:moveTo>
                <a:cubicBezTo>
                  <a:pt x="691686" y="115133"/>
                  <a:pt x="695411" y="115495"/>
                  <a:pt x="698373" y="106323"/>
                </a:cubicBezTo>
                <a:cubicBezTo>
                  <a:pt x="695058" y="103694"/>
                  <a:pt x="688562" y="94702"/>
                  <a:pt x="687657" y="110295"/>
                </a:cubicBezTo>
                <a:close/>
                <a:moveTo>
                  <a:pt x="641775" y="116972"/>
                </a:moveTo>
                <a:cubicBezTo>
                  <a:pt x="642166" y="127840"/>
                  <a:pt x="645938" y="112123"/>
                  <a:pt x="646414" y="108075"/>
                </a:cubicBezTo>
                <a:cubicBezTo>
                  <a:pt x="641823" y="107837"/>
                  <a:pt x="637242" y="107571"/>
                  <a:pt x="632670" y="107333"/>
                </a:cubicBezTo>
                <a:cubicBezTo>
                  <a:pt x="631127" y="123773"/>
                  <a:pt x="638651" y="114009"/>
                  <a:pt x="641775" y="116972"/>
                </a:cubicBezTo>
                <a:close/>
                <a:moveTo>
                  <a:pt x="456724" y="148128"/>
                </a:moveTo>
                <a:cubicBezTo>
                  <a:pt x="461505" y="150557"/>
                  <a:pt x="463001" y="142756"/>
                  <a:pt x="464449" y="134822"/>
                </a:cubicBezTo>
                <a:cubicBezTo>
                  <a:pt x="460553" y="135136"/>
                  <a:pt x="456590" y="135260"/>
                  <a:pt x="456724" y="148128"/>
                </a:cubicBezTo>
                <a:close/>
                <a:moveTo>
                  <a:pt x="448847" y="188847"/>
                </a:moveTo>
                <a:cubicBezTo>
                  <a:pt x="454504" y="184256"/>
                  <a:pt x="466820" y="208669"/>
                  <a:pt x="468725" y="185371"/>
                </a:cubicBezTo>
                <a:cubicBezTo>
                  <a:pt x="462896" y="179475"/>
                  <a:pt x="466392" y="183132"/>
                  <a:pt x="464125" y="189667"/>
                </a:cubicBezTo>
                <a:cubicBezTo>
                  <a:pt x="459219" y="203840"/>
                  <a:pt x="449628" y="158710"/>
                  <a:pt x="448847" y="188847"/>
                </a:cubicBezTo>
                <a:close/>
                <a:moveTo>
                  <a:pt x="415195" y="196182"/>
                </a:moveTo>
                <a:cubicBezTo>
                  <a:pt x="418071" y="204564"/>
                  <a:pt x="424596" y="197972"/>
                  <a:pt x="424434" y="182961"/>
                </a:cubicBezTo>
                <a:cubicBezTo>
                  <a:pt x="418557" y="178675"/>
                  <a:pt x="417776" y="190286"/>
                  <a:pt x="415195" y="196182"/>
                </a:cubicBezTo>
                <a:close/>
                <a:moveTo>
                  <a:pt x="412194" y="186876"/>
                </a:moveTo>
                <a:cubicBezTo>
                  <a:pt x="407718" y="187828"/>
                  <a:pt x="407565" y="176293"/>
                  <a:pt x="403088" y="177227"/>
                </a:cubicBezTo>
                <a:cubicBezTo>
                  <a:pt x="401041" y="192515"/>
                  <a:pt x="410718" y="196563"/>
                  <a:pt x="412194" y="186876"/>
                </a:cubicBezTo>
                <a:close/>
                <a:moveTo>
                  <a:pt x="347139" y="78186"/>
                </a:moveTo>
                <a:cubicBezTo>
                  <a:pt x="349177" y="78310"/>
                  <a:pt x="351215" y="78415"/>
                  <a:pt x="353254" y="78519"/>
                </a:cubicBezTo>
                <a:cubicBezTo>
                  <a:pt x="355816" y="57393"/>
                  <a:pt x="345472" y="62232"/>
                  <a:pt x="347139" y="78186"/>
                </a:cubicBezTo>
                <a:close/>
                <a:moveTo>
                  <a:pt x="324212" y="81520"/>
                </a:moveTo>
                <a:cubicBezTo>
                  <a:pt x="332346" y="76005"/>
                  <a:pt x="328822" y="104151"/>
                  <a:pt x="336318" y="100446"/>
                </a:cubicBezTo>
                <a:cubicBezTo>
                  <a:pt x="336261" y="85616"/>
                  <a:pt x="331156" y="85434"/>
                  <a:pt x="328813" y="77195"/>
                </a:cubicBezTo>
                <a:cubicBezTo>
                  <a:pt x="327022" y="62298"/>
                  <a:pt x="333775" y="73947"/>
                  <a:pt x="331984" y="59079"/>
                </a:cubicBezTo>
                <a:cubicBezTo>
                  <a:pt x="326793" y="58479"/>
                  <a:pt x="326222" y="72204"/>
                  <a:pt x="324212" y="81520"/>
                </a:cubicBezTo>
                <a:close/>
                <a:moveTo>
                  <a:pt x="275625" y="33161"/>
                </a:moveTo>
                <a:cubicBezTo>
                  <a:pt x="273587" y="33066"/>
                  <a:pt x="271548" y="32971"/>
                  <a:pt x="269510" y="32847"/>
                </a:cubicBezTo>
                <a:cubicBezTo>
                  <a:pt x="268205" y="50363"/>
                  <a:pt x="276720" y="50830"/>
                  <a:pt x="275625" y="33161"/>
                </a:cubicBezTo>
                <a:close/>
                <a:moveTo>
                  <a:pt x="266186" y="78395"/>
                </a:moveTo>
                <a:cubicBezTo>
                  <a:pt x="270558" y="79567"/>
                  <a:pt x="273949" y="77633"/>
                  <a:pt x="275406" y="69747"/>
                </a:cubicBezTo>
                <a:cubicBezTo>
                  <a:pt x="273691" y="68680"/>
                  <a:pt x="273053" y="64556"/>
                  <a:pt x="272405" y="60450"/>
                </a:cubicBezTo>
                <a:cubicBezTo>
                  <a:pt x="268510" y="60774"/>
                  <a:pt x="266433" y="66746"/>
                  <a:pt x="266186" y="78395"/>
                </a:cubicBezTo>
                <a:close/>
                <a:moveTo>
                  <a:pt x="186985" y="37524"/>
                </a:moveTo>
                <a:cubicBezTo>
                  <a:pt x="183975" y="28237"/>
                  <a:pt x="182661" y="14083"/>
                  <a:pt x="177984" y="9625"/>
                </a:cubicBezTo>
                <a:cubicBezTo>
                  <a:pt x="175431" y="25684"/>
                  <a:pt x="182251" y="23941"/>
                  <a:pt x="183985" y="28218"/>
                </a:cubicBezTo>
                <a:cubicBezTo>
                  <a:pt x="184480" y="29456"/>
                  <a:pt x="183547" y="35695"/>
                  <a:pt x="183937" y="37381"/>
                </a:cubicBezTo>
                <a:cubicBezTo>
                  <a:pt x="183766" y="36619"/>
                  <a:pt x="187290" y="42715"/>
                  <a:pt x="186957" y="42086"/>
                </a:cubicBezTo>
                <a:cubicBezTo>
                  <a:pt x="188928" y="45725"/>
                  <a:pt x="191005" y="44039"/>
                  <a:pt x="193043" y="47011"/>
                </a:cubicBezTo>
                <a:cubicBezTo>
                  <a:pt x="194653" y="33314"/>
                  <a:pt x="189681" y="38714"/>
                  <a:pt x="186985" y="37524"/>
                </a:cubicBezTo>
                <a:close/>
                <a:moveTo>
                  <a:pt x="197749" y="24398"/>
                </a:moveTo>
                <a:cubicBezTo>
                  <a:pt x="200292" y="24503"/>
                  <a:pt x="202844" y="24646"/>
                  <a:pt x="205388" y="24798"/>
                </a:cubicBezTo>
                <a:cubicBezTo>
                  <a:pt x="207807" y="10882"/>
                  <a:pt x="195501" y="10216"/>
                  <a:pt x="197749" y="24398"/>
                </a:cubicBezTo>
                <a:close/>
                <a:moveTo>
                  <a:pt x="211312" y="57117"/>
                </a:moveTo>
                <a:cubicBezTo>
                  <a:pt x="210141" y="33990"/>
                  <a:pt x="203397" y="53640"/>
                  <a:pt x="200720" y="38267"/>
                </a:cubicBezTo>
                <a:cubicBezTo>
                  <a:pt x="201130" y="48830"/>
                  <a:pt x="196282" y="43105"/>
                  <a:pt x="196063" y="51726"/>
                </a:cubicBezTo>
                <a:cubicBezTo>
                  <a:pt x="201825" y="58174"/>
                  <a:pt x="204540" y="50154"/>
                  <a:pt x="211312" y="57117"/>
                </a:cubicBezTo>
                <a:close/>
                <a:moveTo>
                  <a:pt x="223780" y="16664"/>
                </a:moveTo>
                <a:cubicBezTo>
                  <a:pt x="219970" y="10597"/>
                  <a:pt x="219380" y="23627"/>
                  <a:pt x="216075" y="25379"/>
                </a:cubicBezTo>
                <a:cubicBezTo>
                  <a:pt x="214484" y="26256"/>
                  <a:pt x="207959" y="9320"/>
                  <a:pt x="208407" y="29542"/>
                </a:cubicBezTo>
                <a:cubicBezTo>
                  <a:pt x="211284" y="36619"/>
                  <a:pt x="224009" y="34657"/>
                  <a:pt x="223780" y="16664"/>
                </a:cubicBezTo>
                <a:close/>
                <a:moveTo>
                  <a:pt x="248155" y="27094"/>
                </a:moveTo>
                <a:cubicBezTo>
                  <a:pt x="244421" y="29504"/>
                  <a:pt x="240268" y="30618"/>
                  <a:pt x="240401" y="44991"/>
                </a:cubicBezTo>
                <a:cubicBezTo>
                  <a:pt x="244145" y="42610"/>
                  <a:pt x="248288" y="41505"/>
                  <a:pt x="248155" y="27094"/>
                </a:cubicBezTo>
                <a:close/>
                <a:moveTo>
                  <a:pt x="91507" y="160415"/>
                </a:moveTo>
                <a:cubicBezTo>
                  <a:pt x="92097" y="169197"/>
                  <a:pt x="91945" y="180104"/>
                  <a:pt x="95983" y="178941"/>
                </a:cubicBezTo>
                <a:cubicBezTo>
                  <a:pt x="98727" y="169435"/>
                  <a:pt x="99508" y="165616"/>
                  <a:pt x="97669" y="151576"/>
                </a:cubicBezTo>
                <a:cubicBezTo>
                  <a:pt x="93536" y="148052"/>
                  <a:pt x="94555" y="160511"/>
                  <a:pt x="91507" y="160415"/>
                </a:cubicBezTo>
                <a:close/>
                <a:moveTo>
                  <a:pt x="69971" y="186676"/>
                </a:moveTo>
                <a:cubicBezTo>
                  <a:pt x="71685" y="187752"/>
                  <a:pt x="72323" y="191886"/>
                  <a:pt x="72971" y="195991"/>
                </a:cubicBezTo>
                <a:cubicBezTo>
                  <a:pt x="71352" y="195705"/>
                  <a:pt x="69085" y="197944"/>
                  <a:pt x="71418" y="200468"/>
                </a:cubicBezTo>
                <a:cubicBezTo>
                  <a:pt x="74781" y="190352"/>
                  <a:pt x="76600" y="204554"/>
                  <a:pt x="82106" y="201068"/>
                </a:cubicBezTo>
                <a:cubicBezTo>
                  <a:pt x="82744" y="181446"/>
                  <a:pt x="76619" y="188371"/>
                  <a:pt x="73000" y="191429"/>
                </a:cubicBezTo>
                <a:cubicBezTo>
                  <a:pt x="73504" y="184028"/>
                  <a:pt x="71009" y="178960"/>
                  <a:pt x="69971" y="186676"/>
                </a:cubicBezTo>
                <a:close/>
                <a:moveTo>
                  <a:pt x="995763" y="195534"/>
                </a:moveTo>
                <a:cubicBezTo>
                  <a:pt x="1003173" y="195105"/>
                  <a:pt x="1004354" y="185628"/>
                  <a:pt x="1011136" y="178084"/>
                </a:cubicBezTo>
                <a:cubicBezTo>
                  <a:pt x="1015298" y="185533"/>
                  <a:pt x="1018499" y="195791"/>
                  <a:pt x="1021671" y="206097"/>
                </a:cubicBezTo>
                <a:cubicBezTo>
                  <a:pt x="1018432" y="222452"/>
                  <a:pt x="1011174" y="226319"/>
                  <a:pt x="1004697" y="232596"/>
                </a:cubicBezTo>
                <a:cubicBezTo>
                  <a:pt x="1007269" y="223490"/>
                  <a:pt x="1009917" y="214632"/>
                  <a:pt x="1015508" y="214908"/>
                </a:cubicBezTo>
                <a:cubicBezTo>
                  <a:pt x="1016032" y="202868"/>
                  <a:pt x="1013479" y="199773"/>
                  <a:pt x="1009479" y="200839"/>
                </a:cubicBezTo>
                <a:cubicBezTo>
                  <a:pt x="1008278" y="223642"/>
                  <a:pt x="990152" y="249865"/>
                  <a:pt x="988009" y="213422"/>
                </a:cubicBezTo>
                <a:cubicBezTo>
                  <a:pt x="991810" y="214127"/>
                  <a:pt x="992686" y="222223"/>
                  <a:pt x="995648" y="213822"/>
                </a:cubicBezTo>
                <a:cubicBezTo>
                  <a:pt x="989400" y="192391"/>
                  <a:pt x="977322" y="222061"/>
                  <a:pt x="972798" y="203430"/>
                </a:cubicBezTo>
                <a:cubicBezTo>
                  <a:pt x="972760" y="209517"/>
                  <a:pt x="972722" y="215632"/>
                  <a:pt x="972684" y="221718"/>
                </a:cubicBezTo>
                <a:cubicBezTo>
                  <a:pt x="978417" y="225538"/>
                  <a:pt x="980027" y="216518"/>
                  <a:pt x="984933" y="217784"/>
                </a:cubicBezTo>
                <a:cubicBezTo>
                  <a:pt x="987895" y="244197"/>
                  <a:pt x="970397" y="240340"/>
                  <a:pt x="969607" y="226119"/>
                </a:cubicBezTo>
                <a:cubicBezTo>
                  <a:pt x="965292" y="231167"/>
                  <a:pt x="961635" y="230967"/>
                  <a:pt x="957386" y="225471"/>
                </a:cubicBezTo>
                <a:cubicBezTo>
                  <a:pt x="958815" y="217499"/>
                  <a:pt x="963044" y="218242"/>
                  <a:pt x="963606" y="207497"/>
                </a:cubicBezTo>
                <a:cubicBezTo>
                  <a:pt x="966483" y="208164"/>
                  <a:pt x="964568" y="222690"/>
                  <a:pt x="968102" y="221471"/>
                </a:cubicBezTo>
                <a:cubicBezTo>
                  <a:pt x="970312" y="220556"/>
                  <a:pt x="968721" y="207878"/>
                  <a:pt x="971245" y="207926"/>
                </a:cubicBezTo>
                <a:cubicBezTo>
                  <a:pt x="970807" y="201697"/>
                  <a:pt x="967435" y="203935"/>
                  <a:pt x="965149" y="203030"/>
                </a:cubicBezTo>
                <a:cubicBezTo>
                  <a:pt x="967007" y="183618"/>
                  <a:pt x="973722" y="181446"/>
                  <a:pt x="979027" y="180904"/>
                </a:cubicBezTo>
                <a:cubicBezTo>
                  <a:pt x="984094" y="180399"/>
                  <a:pt x="990114" y="195867"/>
                  <a:pt x="995763" y="195534"/>
                </a:cubicBezTo>
                <a:close/>
                <a:moveTo>
                  <a:pt x="994581" y="136022"/>
                </a:moveTo>
                <a:cubicBezTo>
                  <a:pt x="996115" y="136127"/>
                  <a:pt x="997639" y="136193"/>
                  <a:pt x="999163" y="136288"/>
                </a:cubicBezTo>
                <a:cubicBezTo>
                  <a:pt x="995363" y="146861"/>
                  <a:pt x="1001392" y="144909"/>
                  <a:pt x="1000563" y="159234"/>
                </a:cubicBezTo>
                <a:cubicBezTo>
                  <a:pt x="995743" y="159596"/>
                  <a:pt x="995382" y="147204"/>
                  <a:pt x="994581" y="136022"/>
                </a:cubicBezTo>
                <a:close/>
                <a:moveTo>
                  <a:pt x="968464" y="162035"/>
                </a:moveTo>
                <a:cubicBezTo>
                  <a:pt x="962568" y="158663"/>
                  <a:pt x="963025" y="161758"/>
                  <a:pt x="959320" y="156977"/>
                </a:cubicBezTo>
                <a:cubicBezTo>
                  <a:pt x="959387" y="149985"/>
                  <a:pt x="970702" y="147585"/>
                  <a:pt x="968464" y="162035"/>
                </a:cubicBez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Graphic 6" descr="A brushstroke">
            <a:extLst>
              <a:ext uri="{FF2B5EF4-FFF2-40B4-BE49-F238E27FC236}">
                <a16:creationId xmlns:a16="http://schemas.microsoft.com/office/drawing/2014/main" id="{257F23C5-C233-8F70-2822-D4994CF7F10C}"/>
              </a:ext>
            </a:extLst>
          </p:cNvPr>
          <p:cNvSpPr/>
          <p:nvPr/>
        </p:nvSpPr>
        <p:spPr>
          <a:xfrm>
            <a:off x="14313787" y="-101749"/>
            <a:ext cx="3431354" cy="457495"/>
          </a:xfrm>
          <a:custGeom>
            <a:avLst/>
            <a:gdLst>
              <a:gd name="csX0" fmla="*/ 60981 w 3431354"/>
              <a:gd name="csY0" fmla="*/ 424272 h 457495"/>
              <a:gd name="csX1" fmla="*/ 14804 w 3431354"/>
              <a:gd name="csY1" fmla="*/ 412661 h 457495"/>
              <a:gd name="csX2" fmla="*/ 60981 w 3431354"/>
              <a:gd name="csY2" fmla="*/ 424272 h 457495"/>
              <a:gd name="csX3" fmla="*/ 61324 w 3431354"/>
              <a:gd name="csY3" fmla="*/ 424472 h 457495"/>
              <a:gd name="csX4" fmla="*/ 61591 w 3431354"/>
              <a:gd name="csY4" fmla="*/ 424348 h 457495"/>
              <a:gd name="csX5" fmla="*/ 60981 w 3431354"/>
              <a:gd name="csY5" fmla="*/ 424272 h 457495"/>
              <a:gd name="csX6" fmla="*/ 61324 w 3431354"/>
              <a:gd name="csY6" fmla="*/ 424472 h 457495"/>
              <a:gd name="csX7" fmla="*/ 3418544 w 3431354"/>
              <a:gd name="csY7" fmla="*/ 13002 h 457495"/>
              <a:gd name="csX8" fmla="*/ 3404304 w 3431354"/>
              <a:gd name="csY8" fmla="*/ 13573 h 457495"/>
              <a:gd name="csX9" fmla="*/ 3418544 w 3431354"/>
              <a:gd name="csY9" fmla="*/ 13002 h 457495"/>
              <a:gd name="csX10" fmla="*/ 899438 w 3431354"/>
              <a:gd name="csY10" fmla="*/ 450895 h 457495"/>
              <a:gd name="csX11" fmla="*/ 902077 w 3431354"/>
              <a:gd name="csY11" fmla="*/ 435674 h 457495"/>
              <a:gd name="csX12" fmla="*/ 951978 w 3431354"/>
              <a:gd name="csY12" fmla="*/ 449332 h 457495"/>
              <a:gd name="csX13" fmla="*/ 1028140 w 3431354"/>
              <a:gd name="csY13" fmla="*/ 440122 h 457495"/>
              <a:gd name="csX14" fmla="*/ 1045247 w 3431354"/>
              <a:gd name="csY14" fmla="*/ 449228 h 457495"/>
              <a:gd name="csX15" fmla="*/ 1076080 w 3431354"/>
              <a:gd name="csY15" fmla="*/ 443522 h 457495"/>
              <a:gd name="csX16" fmla="*/ 1069784 w 3431354"/>
              <a:gd name="csY16" fmla="*/ 436502 h 457495"/>
              <a:gd name="csX17" fmla="*/ 1096635 w 3431354"/>
              <a:gd name="csY17" fmla="*/ 432368 h 457495"/>
              <a:gd name="csX18" fmla="*/ 1098311 w 3431354"/>
              <a:gd name="csY18" fmla="*/ 444284 h 457495"/>
              <a:gd name="csX19" fmla="*/ 1580943 w 3431354"/>
              <a:gd name="csY19" fmla="*/ 453838 h 457495"/>
              <a:gd name="csX20" fmla="*/ 1539023 w 3431354"/>
              <a:gd name="csY20" fmla="*/ 437083 h 457495"/>
              <a:gd name="csX21" fmla="*/ 1577257 w 3431354"/>
              <a:gd name="csY21" fmla="*/ 431625 h 457495"/>
              <a:gd name="csX22" fmla="*/ 1636302 w 3431354"/>
              <a:gd name="csY22" fmla="*/ 457495 h 457495"/>
              <a:gd name="csX23" fmla="*/ 1642036 w 3431354"/>
              <a:gd name="csY23" fmla="*/ 445789 h 457495"/>
              <a:gd name="csX24" fmla="*/ 1651971 w 3431354"/>
              <a:gd name="csY24" fmla="*/ 452952 h 457495"/>
              <a:gd name="csX25" fmla="*/ 1749964 w 3431354"/>
              <a:gd name="csY25" fmla="*/ 449771 h 457495"/>
              <a:gd name="csX26" fmla="*/ 1841575 w 3431354"/>
              <a:gd name="csY26" fmla="*/ 437712 h 457495"/>
              <a:gd name="csX27" fmla="*/ 1839584 w 3431354"/>
              <a:gd name="csY27" fmla="*/ 427434 h 457495"/>
              <a:gd name="csX28" fmla="*/ 1876370 w 3431354"/>
              <a:gd name="csY28" fmla="*/ 430435 h 457495"/>
              <a:gd name="csX29" fmla="*/ 1912336 w 3431354"/>
              <a:gd name="csY29" fmla="*/ 416414 h 457495"/>
              <a:gd name="csX30" fmla="*/ 1932015 w 3431354"/>
              <a:gd name="csY30" fmla="*/ 432388 h 457495"/>
              <a:gd name="csX31" fmla="*/ 1962009 w 3431354"/>
              <a:gd name="csY31" fmla="*/ 431768 h 457495"/>
              <a:gd name="csX32" fmla="*/ 1947684 w 3431354"/>
              <a:gd name="csY32" fmla="*/ 427854 h 457495"/>
              <a:gd name="csX33" fmla="*/ 2030437 w 3431354"/>
              <a:gd name="csY33" fmla="*/ 423977 h 457495"/>
              <a:gd name="csX34" fmla="*/ 2016511 w 3431354"/>
              <a:gd name="csY34" fmla="*/ 418395 h 457495"/>
              <a:gd name="csX35" fmla="*/ 2066718 w 3431354"/>
              <a:gd name="csY35" fmla="*/ 430349 h 457495"/>
              <a:gd name="csX36" fmla="*/ 2043591 w 3431354"/>
              <a:gd name="csY36" fmla="*/ 434626 h 457495"/>
              <a:gd name="csX37" fmla="*/ 2134621 w 3431354"/>
              <a:gd name="csY37" fmla="*/ 425958 h 457495"/>
              <a:gd name="csX38" fmla="*/ 2123506 w 3431354"/>
              <a:gd name="csY38" fmla="*/ 425577 h 457495"/>
              <a:gd name="csX39" fmla="*/ 2407246 w 3431354"/>
              <a:gd name="csY39" fmla="*/ 382838 h 457495"/>
              <a:gd name="csX40" fmla="*/ 2390415 w 3431354"/>
              <a:gd name="csY40" fmla="*/ 372046 h 457495"/>
              <a:gd name="csX41" fmla="*/ 2421848 w 3431354"/>
              <a:gd name="csY41" fmla="*/ 362960 h 457495"/>
              <a:gd name="csX42" fmla="*/ 2403560 w 3431354"/>
              <a:gd name="csY42" fmla="*/ 394478 h 457495"/>
              <a:gd name="csX43" fmla="*/ 2883486 w 3431354"/>
              <a:gd name="csY43" fmla="*/ 392373 h 457495"/>
              <a:gd name="csX44" fmla="*/ 2887716 w 3431354"/>
              <a:gd name="csY44" fmla="*/ 411213 h 457495"/>
              <a:gd name="csX45" fmla="*/ 2926863 w 3431354"/>
              <a:gd name="csY45" fmla="*/ 400698 h 457495"/>
              <a:gd name="csX46" fmla="*/ 2921406 w 3431354"/>
              <a:gd name="csY46" fmla="*/ 410699 h 457495"/>
              <a:gd name="csX47" fmla="*/ 2944208 w 3431354"/>
              <a:gd name="csY47" fmla="*/ 408118 h 457495"/>
              <a:gd name="csX48" fmla="*/ 2929978 w 3431354"/>
              <a:gd name="csY48" fmla="*/ 382134 h 457495"/>
              <a:gd name="csX49" fmla="*/ 2963382 w 3431354"/>
              <a:gd name="csY49" fmla="*/ 383296 h 457495"/>
              <a:gd name="csX50" fmla="*/ 2961896 w 3431354"/>
              <a:gd name="csY50" fmla="*/ 391744 h 457495"/>
              <a:gd name="csX51" fmla="*/ 3013598 w 3431354"/>
              <a:gd name="csY51" fmla="*/ 373180 h 457495"/>
              <a:gd name="csX52" fmla="*/ 3184762 w 3431354"/>
              <a:gd name="csY52" fmla="*/ 375828 h 457495"/>
              <a:gd name="csX53" fmla="*/ 3160493 w 3431354"/>
              <a:gd name="csY53" fmla="*/ 386858 h 457495"/>
              <a:gd name="csX54" fmla="*/ 3186210 w 3431354"/>
              <a:gd name="csY54" fmla="*/ 389458 h 457495"/>
              <a:gd name="csX55" fmla="*/ 3199059 w 3431354"/>
              <a:gd name="csY55" fmla="*/ 379724 h 457495"/>
              <a:gd name="csX56" fmla="*/ 3328580 w 3431354"/>
              <a:gd name="csY56" fmla="*/ 363912 h 457495"/>
              <a:gd name="csX57" fmla="*/ 3405647 w 3431354"/>
              <a:gd name="csY57" fmla="*/ 22727 h 457495"/>
              <a:gd name="csX58" fmla="*/ 3431355 w 3431354"/>
              <a:gd name="csY58" fmla="*/ 25346 h 457495"/>
              <a:gd name="csX59" fmla="*/ 3394836 w 3431354"/>
              <a:gd name="csY59" fmla="*/ 20641 h 457495"/>
              <a:gd name="csX60" fmla="*/ 3392826 w 3431354"/>
              <a:gd name="csY60" fmla="*/ 32480 h 457495"/>
              <a:gd name="csX61" fmla="*/ 3360318 w 3431354"/>
              <a:gd name="csY61" fmla="*/ 26251 h 457495"/>
              <a:gd name="csX62" fmla="*/ 3404294 w 3431354"/>
              <a:gd name="csY62" fmla="*/ 13564 h 457495"/>
              <a:gd name="csX63" fmla="*/ 3358317 w 3431354"/>
              <a:gd name="csY63" fmla="*/ 15983 h 457495"/>
              <a:gd name="csX64" fmla="*/ 3338658 w 3431354"/>
              <a:gd name="csY64" fmla="*/ 0 h 457495"/>
              <a:gd name="csX65" fmla="*/ 3285251 w 3431354"/>
              <a:gd name="csY65" fmla="*/ 6601 h 457495"/>
              <a:gd name="csX66" fmla="*/ 3285565 w 3431354"/>
              <a:gd name="csY66" fmla="*/ 4896 h 457495"/>
              <a:gd name="csX67" fmla="*/ 3180295 w 3431354"/>
              <a:gd name="csY67" fmla="*/ 9697 h 457495"/>
              <a:gd name="csX68" fmla="*/ 3184534 w 3431354"/>
              <a:gd name="csY68" fmla="*/ 6458 h 457495"/>
              <a:gd name="csX69" fmla="*/ 3118125 w 3431354"/>
              <a:gd name="csY69" fmla="*/ 2410 h 457495"/>
              <a:gd name="csX70" fmla="*/ 3116420 w 3431354"/>
              <a:gd name="csY70" fmla="*/ 12525 h 457495"/>
              <a:gd name="csX71" fmla="*/ 3046774 w 3431354"/>
              <a:gd name="csY71" fmla="*/ 4982 h 457495"/>
              <a:gd name="csX72" fmla="*/ 3026523 w 3431354"/>
              <a:gd name="csY72" fmla="*/ 14469 h 457495"/>
              <a:gd name="csX73" fmla="*/ 2428230 w 3431354"/>
              <a:gd name="csY73" fmla="*/ 27613 h 457495"/>
              <a:gd name="csX74" fmla="*/ 2432182 w 3431354"/>
              <a:gd name="csY74" fmla="*/ 26099 h 457495"/>
              <a:gd name="csX75" fmla="*/ 1803761 w 3431354"/>
              <a:gd name="csY75" fmla="*/ 43167 h 457495"/>
              <a:gd name="csX76" fmla="*/ 1719627 w 3431354"/>
              <a:gd name="csY76" fmla="*/ 33414 h 457495"/>
              <a:gd name="csX77" fmla="*/ 1717865 w 3431354"/>
              <a:gd name="csY77" fmla="*/ 43548 h 457495"/>
              <a:gd name="csX78" fmla="*/ 1633559 w 3431354"/>
              <a:gd name="csY78" fmla="*/ 53997 h 457495"/>
              <a:gd name="csX79" fmla="*/ 1113532 w 3431354"/>
              <a:gd name="csY79" fmla="*/ 44844 h 457495"/>
              <a:gd name="csX80" fmla="*/ 973467 w 3431354"/>
              <a:gd name="csY80" fmla="*/ 56902 h 457495"/>
              <a:gd name="csX81" fmla="*/ 977743 w 3431354"/>
              <a:gd name="csY81" fmla="*/ 53654 h 457495"/>
              <a:gd name="csX82" fmla="*/ 620585 w 3431354"/>
              <a:gd name="csY82" fmla="*/ 51006 h 457495"/>
              <a:gd name="csX83" fmla="*/ 627719 w 3431354"/>
              <a:gd name="csY83" fmla="*/ 52978 h 457495"/>
              <a:gd name="csX84" fmla="*/ 551290 w 3431354"/>
              <a:gd name="csY84" fmla="*/ 41777 h 457495"/>
              <a:gd name="csX85" fmla="*/ 501312 w 3431354"/>
              <a:gd name="csY85" fmla="*/ 67151 h 457495"/>
              <a:gd name="csX86" fmla="*/ 501884 w 3431354"/>
              <a:gd name="csY86" fmla="*/ 63770 h 457495"/>
              <a:gd name="csX87" fmla="*/ 389775 w 3431354"/>
              <a:gd name="csY87" fmla="*/ 81858 h 457495"/>
              <a:gd name="csX88" fmla="*/ 391251 w 3431354"/>
              <a:gd name="csY88" fmla="*/ 73409 h 457495"/>
              <a:gd name="csX89" fmla="*/ 278227 w 3431354"/>
              <a:gd name="csY89" fmla="*/ 79601 h 457495"/>
              <a:gd name="csX90" fmla="*/ 77983 w 3431354"/>
              <a:gd name="csY90" fmla="*/ 72562 h 457495"/>
              <a:gd name="csX91" fmla="*/ 33397 w 3431354"/>
              <a:gd name="csY91" fmla="*/ 48482 h 457495"/>
              <a:gd name="csX92" fmla="*/ 26872 w 3431354"/>
              <a:gd name="csY92" fmla="*/ 50873 h 457495"/>
              <a:gd name="csX93" fmla="*/ 46217 w 3431354"/>
              <a:gd name="csY93" fmla="*/ 403574 h 457495"/>
              <a:gd name="csX94" fmla="*/ 44770 w 3431354"/>
              <a:gd name="csY94" fmla="*/ 412004 h 457495"/>
              <a:gd name="csX95" fmla="*/ 62791 w 3431354"/>
              <a:gd name="csY95" fmla="*/ 410918 h 457495"/>
              <a:gd name="csX96" fmla="*/ 92947 w 3431354"/>
              <a:gd name="csY96" fmla="*/ 413709 h 457495"/>
              <a:gd name="csX97" fmla="*/ 63324 w 3431354"/>
              <a:gd name="csY97" fmla="*/ 412680 h 457495"/>
              <a:gd name="csX98" fmla="*/ 61591 w 3431354"/>
              <a:gd name="csY98" fmla="*/ 424367 h 457495"/>
              <a:gd name="csX99" fmla="*/ 86689 w 3431354"/>
              <a:gd name="csY99" fmla="*/ 428778 h 457495"/>
              <a:gd name="csX100" fmla="*/ 80165 w 3431354"/>
              <a:gd name="csY100" fmla="*/ 423443 h 457495"/>
              <a:gd name="csX101" fmla="*/ 122360 w 3431354"/>
              <a:gd name="csY101" fmla="*/ 416433 h 457495"/>
              <a:gd name="csX102" fmla="*/ 149745 w 3431354"/>
              <a:gd name="csY102" fmla="*/ 431006 h 457495"/>
              <a:gd name="csX103" fmla="*/ 557720 w 3431354"/>
              <a:gd name="csY103" fmla="*/ 445399 h 457495"/>
              <a:gd name="csX104" fmla="*/ 553119 w 3431354"/>
              <a:gd name="csY104" fmla="*/ 450342 h 457495"/>
              <a:gd name="csX105" fmla="*/ 669829 w 3431354"/>
              <a:gd name="csY105" fmla="*/ 444246 h 457495"/>
              <a:gd name="csX106" fmla="*/ 686374 w 3431354"/>
              <a:gd name="csY106" fmla="*/ 456724 h 457495"/>
              <a:gd name="csX107" fmla="*/ 899438 w 3431354"/>
              <a:gd name="csY107" fmla="*/ 450895 h 457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3431354" h="457495">
                <a:moveTo>
                  <a:pt x="60981" y="424272"/>
                </a:moveTo>
                <a:cubicBezTo>
                  <a:pt x="43674" y="422739"/>
                  <a:pt x="25396" y="421853"/>
                  <a:pt x="14804" y="412661"/>
                </a:cubicBezTo>
                <a:cubicBezTo>
                  <a:pt x="33502" y="411642"/>
                  <a:pt x="47665" y="415471"/>
                  <a:pt x="60981" y="424272"/>
                </a:cubicBezTo>
                <a:close/>
                <a:moveTo>
                  <a:pt x="61324" y="424472"/>
                </a:moveTo>
                <a:cubicBezTo>
                  <a:pt x="61391" y="424425"/>
                  <a:pt x="61515" y="424386"/>
                  <a:pt x="61591" y="424348"/>
                </a:cubicBezTo>
                <a:cubicBezTo>
                  <a:pt x="61353" y="424339"/>
                  <a:pt x="61181" y="424301"/>
                  <a:pt x="60981" y="424272"/>
                </a:cubicBezTo>
                <a:cubicBezTo>
                  <a:pt x="61115" y="424367"/>
                  <a:pt x="61219" y="424386"/>
                  <a:pt x="61324" y="424472"/>
                </a:cubicBezTo>
                <a:close/>
                <a:moveTo>
                  <a:pt x="3418544" y="13002"/>
                </a:moveTo>
                <a:cubicBezTo>
                  <a:pt x="3414219" y="13183"/>
                  <a:pt x="3409295" y="13364"/>
                  <a:pt x="3404304" y="13573"/>
                </a:cubicBezTo>
                <a:cubicBezTo>
                  <a:pt x="3409067" y="13849"/>
                  <a:pt x="3413924" y="13878"/>
                  <a:pt x="3418544" y="13002"/>
                </a:cubicBezTo>
                <a:close/>
                <a:moveTo>
                  <a:pt x="899438" y="450895"/>
                </a:moveTo>
                <a:lnTo>
                  <a:pt x="902077" y="435674"/>
                </a:lnTo>
                <a:cubicBezTo>
                  <a:pt x="943130" y="435455"/>
                  <a:pt x="914031" y="453095"/>
                  <a:pt x="951978" y="449332"/>
                </a:cubicBezTo>
                <a:cubicBezTo>
                  <a:pt x="966828" y="427796"/>
                  <a:pt x="1015024" y="451561"/>
                  <a:pt x="1028140" y="440122"/>
                </a:cubicBezTo>
                <a:cubicBezTo>
                  <a:pt x="1027845" y="441836"/>
                  <a:pt x="1046428" y="442484"/>
                  <a:pt x="1045247" y="449228"/>
                </a:cubicBezTo>
                <a:cubicBezTo>
                  <a:pt x="1050934" y="437531"/>
                  <a:pt x="1064364" y="446513"/>
                  <a:pt x="1076080" y="443522"/>
                </a:cubicBezTo>
                <a:cubicBezTo>
                  <a:pt x="1080328" y="440274"/>
                  <a:pt x="1072965" y="440027"/>
                  <a:pt x="1069784" y="436502"/>
                </a:cubicBezTo>
                <a:lnTo>
                  <a:pt x="1096635" y="432368"/>
                </a:lnTo>
                <a:cubicBezTo>
                  <a:pt x="1107131" y="436131"/>
                  <a:pt x="1109722" y="443008"/>
                  <a:pt x="1098311" y="444284"/>
                </a:cubicBezTo>
                <a:cubicBezTo>
                  <a:pt x="1168482" y="448475"/>
                  <a:pt x="1505352" y="459677"/>
                  <a:pt x="1580943" y="453838"/>
                </a:cubicBezTo>
                <a:cubicBezTo>
                  <a:pt x="1571227" y="445008"/>
                  <a:pt x="1547891" y="450971"/>
                  <a:pt x="1539023" y="437083"/>
                </a:cubicBezTo>
                <a:cubicBezTo>
                  <a:pt x="1559007" y="429301"/>
                  <a:pt x="1568446" y="439807"/>
                  <a:pt x="1577257" y="431625"/>
                </a:cubicBezTo>
                <a:cubicBezTo>
                  <a:pt x="1584924" y="452276"/>
                  <a:pt x="1621176" y="436569"/>
                  <a:pt x="1636302" y="457495"/>
                </a:cubicBezTo>
                <a:lnTo>
                  <a:pt x="1642036" y="445789"/>
                </a:lnTo>
                <a:lnTo>
                  <a:pt x="1651971" y="452952"/>
                </a:lnTo>
                <a:cubicBezTo>
                  <a:pt x="1739858" y="440769"/>
                  <a:pt x="1672049" y="447008"/>
                  <a:pt x="1749964" y="449771"/>
                </a:cubicBezTo>
                <a:cubicBezTo>
                  <a:pt x="1795055" y="447970"/>
                  <a:pt x="1816486" y="431730"/>
                  <a:pt x="1841575" y="437712"/>
                </a:cubicBezTo>
                <a:cubicBezTo>
                  <a:pt x="1837851" y="437588"/>
                  <a:pt x="1827907" y="430425"/>
                  <a:pt x="1839584" y="427434"/>
                </a:cubicBezTo>
                <a:cubicBezTo>
                  <a:pt x="1841575" y="437712"/>
                  <a:pt x="1870684" y="420062"/>
                  <a:pt x="1876370" y="430435"/>
                </a:cubicBezTo>
                <a:cubicBezTo>
                  <a:pt x="1887810" y="429140"/>
                  <a:pt x="1924881" y="430463"/>
                  <a:pt x="1912336" y="416414"/>
                </a:cubicBezTo>
                <a:cubicBezTo>
                  <a:pt x="1918632" y="423424"/>
                  <a:pt x="1951703" y="426301"/>
                  <a:pt x="1932015" y="432388"/>
                </a:cubicBezTo>
                <a:cubicBezTo>
                  <a:pt x="1943169" y="432797"/>
                  <a:pt x="1953980" y="434864"/>
                  <a:pt x="1962009" y="431768"/>
                </a:cubicBezTo>
                <a:lnTo>
                  <a:pt x="1947684" y="427854"/>
                </a:lnTo>
                <a:cubicBezTo>
                  <a:pt x="1985365" y="425815"/>
                  <a:pt x="2005891" y="436693"/>
                  <a:pt x="2030437" y="423977"/>
                </a:cubicBezTo>
                <a:lnTo>
                  <a:pt x="2016511" y="418395"/>
                </a:lnTo>
                <a:cubicBezTo>
                  <a:pt x="2039038" y="417509"/>
                  <a:pt x="2057878" y="416452"/>
                  <a:pt x="2066718" y="430349"/>
                </a:cubicBezTo>
                <a:lnTo>
                  <a:pt x="2043591" y="434626"/>
                </a:lnTo>
                <a:cubicBezTo>
                  <a:pt x="2080948" y="434264"/>
                  <a:pt x="2103484" y="433359"/>
                  <a:pt x="2134621" y="425958"/>
                </a:cubicBezTo>
                <a:lnTo>
                  <a:pt x="2123506" y="425577"/>
                </a:lnTo>
                <a:cubicBezTo>
                  <a:pt x="2163178" y="411690"/>
                  <a:pt x="2370699" y="400222"/>
                  <a:pt x="2407246" y="382838"/>
                </a:cubicBezTo>
                <a:lnTo>
                  <a:pt x="2390415" y="372046"/>
                </a:lnTo>
                <a:lnTo>
                  <a:pt x="2421848" y="362960"/>
                </a:lnTo>
                <a:cubicBezTo>
                  <a:pt x="2418124" y="362826"/>
                  <a:pt x="2406675" y="397993"/>
                  <a:pt x="2403560" y="394478"/>
                </a:cubicBezTo>
                <a:cubicBezTo>
                  <a:pt x="2470911" y="393478"/>
                  <a:pt x="2821279" y="385105"/>
                  <a:pt x="2883486" y="392373"/>
                </a:cubicBezTo>
                <a:cubicBezTo>
                  <a:pt x="2908585" y="398355"/>
                  <a:pt x="2888001" y="409508"/>
                  <a:pt x="2887716" y="411213"/>
                </a:cubicBezTo>
                <a:cubicBezTo>
                  <a:pt x="2918262" y="407184"/>
                  <a:pt x="2900889" y="399774"/>
                  <a:pt x="2926863" y="400698"/>
                </a:cubicBezTo>
                <a:cubicBezTo>
                  <a:pt x="2933950" y="402641"/>
                  <a:pt x="2925396" y="409156"/>
                  <a:pt x="2921406" y="410699"/>
                </a:cubicBezTo>
                <a:cubicBezTo>
                  <a:pt x="2932788" y="409423"/>
                  <a:pt x="2943342" y="413156"/>
                  <a:pt x="2944208" y="408118"/>
                </a:cubicBezTo>
                <a:cubicBezTo>
                  <a:pt x="2929978" y="404203"/>
                  <a:pt x="2935998" y="390830"/>
                  <a:pt x="2929978" y="382134"/>
                </a:cubicBezTo>
                <a:lnTo>
                  <a:pt x="2963382" y="383296"/>
                </a:lnTo>
                <a:lnTo>
                  <a:pt x="2961896" y="391744"/>
                </a:lnTo>
                <a:cubicBezTo>
                  <a:pt x="2969345" y="392001"/>
                  <a:pt x="2980784" y="368637"/>
                  <a:pt x="3013598" y="373180"/>
                </a:cubicBezTo>
                <a:cubicBezTo>
                  <a:pt x="3068957" y="376838"/>
                  <a:pt x="3129089" y="373875"/>
                  <a:pt x="3184762" y="375828"/>
                </a:cubicBezTo>
                <a:cubicBezTo>
                  <a:pt x="3183895" y="380895"/>
                  <a:pt x="3172208" y="383886"/>
                  <a:pt x="3160493" y="386858"/>
                </a:cubicBezTo>
                <a:cubicBezTo>
                  <a:pt x="3167960" y="387115"/>
                  <a:pt x="3179333" y="385820"/>
                  <a:pt x="3186210" y="389458"/>
                </a:cubicBezTo>
                <a:cubicBezTo>
                  <a:pt x="3172761" y="380505"/>
                  <a:pt x="3209575" y="383496"/>
                  <a:pt x="3199059" y="379724"/>
                </a:cubicBezTo>
                <a:cubicBezTo>
                  <a:pt x="3239836" y="359074"/>
                  <a:pt x="3292585" y="377933"/>
                  <a:pt x="3328580" y="363912"/>
                </a:cubicBezTo>
                <a:cubicBezTo>
                  <a:pt x="3331723" y="345339"/>
                  <a:pt x="3405647" y="44815"/>
                  <a:pt x="3405647" y="22727"/>
                </a:cubicBezTo>
                <a:cubicBezTo>
                  <a:pt x="3416820" y="23127"/>
                  <a:pt x="3427935" y="23527"/>
                  <a:pt x="3431355" y="25346"/>
                </a:cubicBezTo>
                <a:cubicBezTo>
                  <a:pt x="3428469" y="20155"/>
                  <a:pt x="3406504" y="17669"/>
                  <a:pt x="3394836" y="20641"/>
                </a:cubicBezTo>
                <a:lnTo>
                  <a:pt x="3392826" y="32480"/>
                </a:lnTo>
                <a:cubicBezTo>
                  <a:pt x="3365966" y="36633"/>
                  <a:pt x="3386530" y="25451"/>
                  <a:pt x="3360318" y="26251"/>
                </a:cubicBezTo>
                <a:cubicBezTo>
                  <a:pt x="3358917" y="16564"/>
                  <a:pt x="3383044" y="14497"/>
                  <a:pt x="3404294" y="13564"/>
                </a:cubicBezTo>
                <a:cubicBezTo>
                  <a:pt x="3385159" y="12440"/>
                  <a:pt x="3366109" y="5382"/>
                  <a:pt x="3358317" y="15983"/>
                </a:cubicBezTo>
                <a:cubicBezTo>
                  <a:pt x="3340334" y="11954"/>
                  <a:pt x="3360318" y="4143"/>
                  <a:pt x="3338658" y="0"/>
                </a:cubicBezTo>
                <a:cubicBezTo>
                  <a:pt x="3323237" y="2848"/>
                  <a:pt x="3302968" y="12325"/>
                  <a:pt x="3285251" y="6601"/>
                </a:cubicBezTo>
                <a:lnTo>
                  <a:pt x="3285565" y="4896"/>
                </a:lnTo>
                <a:cubicBezTo>
                  <a:pt x="3242484" y="-5105"/>
                  <a:pt x="3219652" y="19583"/>
                  <a:pt x="3180295" y="9697"/>
                </a:cubicBezTo>
                <a:lnTo>
                  <a:pt x="3184534" y="6458"/>
                </a:lnTo>
                <a:cubicBezTo>
                  <a:pt x="3170617" y="857"/>
                  <a:pt x="3143224" y="8382"/>
                  <a:pt x="3118125" y="2410"/>
                </a:cubicBezTo>
                <a:cubicBezTo>
                  <a:pt x="3125288" y="4363"/>
                  <a:pt x="3131508" y="11373"/>
                  <a:pt x="3116420" y="12525"/>
                </a:cubicBezTo>
                <a:cubicBezTo>
                  <a:pt x="3087560" y="6420"/>
                  <a:pt x="3067871" y="12525"/>
                  <a:pt x="3046774" y="4982"/>
                </a:cubicBezTo>
                <a:lnTo>
                  <a:pt x="3026523" y="14469"/>
                </a:lnTo>
                <a:cubicBezTo>
                  <a:pt x="2926044" y="12621"/>
                  <a:pt x="2529166" y="26099"/>
                  <a:pt x="2428230" y="27613"/>
                </a:cubicBezTo>
                <a:lnTo>
                  <a:pt x="2432182" y="26099"/>
                </a:lnTo>
                <a:cubicBezTo>
                  <a:pt x="2278392" y="30842"/>
                  <a:pt x="1962705" y="30099"/>
                  <a:pt x="1803761" y="43167"/>
                </a:cubicBezTo>
                <a:cubicBezTo>
                  <a:pt x="1779177" y="33833"/>
                  <a:pt x="1745278" y="36024"/>
                  <a:pt x="1719627" y="33414"/>
                </a:cubicBezTo>
                <a:cubicBezTo>
                  <a:pt x="1733886" y="37309"/>
                  <a:pt x="1728999" y="43929"/>
                  <a:pt x="1717865" y="43548"/>
                </a:cubicBezTo>
                <a:cubicBezTo>
                  <a:pt x="1639721" y="42472"/>
                  <a:pt x="1712588" y="50006"/>
                  <a:pt x="1633559" y="53997"/>
                </a:cubicBezTo>
                <a:cubicBezTo>
                  <a:pt x="1542557" y="62684"/>
                  <a:pt x="1194313" y="52797"/>
                  <a:pt x="1113532" y="44844"/>
                </a:cubicBezTo>
                <a:cubicBezTo>
                  <a:pt x="1070145" y="58607"/>
                  <a:pt x="1015977" y="48197"/>
                  <a:pt x="973467" y="56902"/>
                </a:cubicBezTo>
                <a:lnTo>
                  <a:pt x="977743" y="53654"/>
                </a:lnTo>
                <a:cubicBezTo>
                  <a:pt x="932090" y="58836"/>
                  <a:pt x="673648" y="46082"/>
                  <a:pt x="620585" y="51006"/>
                </a:cubicBezTo>
                <a:lnTo>
                  <a:pt x="627719" y="52978"/>
                </a:lnTo>
                <a:cubicBezTo>
                  <a:pt x="581446" y="61522"/>
                  <a:pt x="587752" y="46463"/>
                  <a:pt x="551290" y="41777"/>
                </a:cubicBezTo>
                <a:cubicBezTo>
                  <a:pt x="556081" y="57217"/>
                  <a:pt x="516429" y="65989"/>
                  <a:pt x="501312" y="67151"/>
                </a:cubicBezTo>
                <a:lnTo>
                  <a:pt x="501884" y="63770"/>
                </a:lnTo>
                <a:cubicBezTo>
                  <a:pt x="479081" y="66370"/>
                  <a:pt x="427427" y="79781"/>
                  <a:pt x="389775" y="81858"/>
                </a:cubicBezTo>
                <a:lnTo>
                  <a:pt x="391251" y="73409"/>
                </a:lnTo>
                <a:cubicBezTo>
                  <a:pt x="359847" y="82487"/>
                  <a:pt x="300802" y="78715"/>
                  <a:pt x="278227" y="79601"/>
                </a:cubicBezTo>
                <a:cubicBezTo>
                  <a:pt x="226611" y="76105"/>
                  <a:pt x="147001" y="61398"/>
                  <a:pt x="77983" y="72562"/>
                </a:cubicBezTo>
                <a:lnTo>
                  <a:pt x="33397" y="48482"/>
                </a:lnTo>
                <a:lnTo>
                  <a:pt x="26872" y="50873"/>
                </a:lnTo>
                <a:cubicBezTo>
                  <a:pt x="26872" y="50873"/>
                  <a:pt x="-44937" y="341643"/>
                  <a:pt x="46217" y="403574"/>
                </a:cubicBezTo>
                <a:lnTo>
                  <a:pt x="44770" y="412004"/>
                </a:lnTo>
                <a:lnTo>
                  <a:pt x="62791" y="410918"/>
                </a:lnTo>
                <a:cubicBezTo>
                  <a:pt x="84413" y="415071"/>
                  <a:pt x="94414" y="405298"/>
                  <a:pt x="92947" y="413709"/>
                </a:cubicBezTo>
                <a:lnTo>
                  <a:pt x="63324" y="412680"/>
                </a:lnTo>
                <a:cubicBezTo>
                  <a:pt x="85051" y="415119"/>
                  <a:pt x="69878" y="419595"/>
                  <a:pt x="61591" y="424367"/>
                </a:cubicBezTo>
                <a:cubicBezTo>
                  <a:pt x="70659" y="425177"/>
                  <a:pt x="79469" y="426196"/>
                  <a:pt x="86689" y="428778"/>
                </a:cubicBezTo>
                <a:cubicBezTo>
                  <a:pt x="90966" y="425539"/>
                  <a:pt x="83546" y="425282"/>
                  <a:pt x="80165" y="423443"/>
                </a:cubicBezTo>
                <a:cubicBezTo>
                  <a:pt x="91852" y="420472"/>
                  <a:pt x="108130" y="412547"/>
                  <a:pt x="122360" y="416433"/>
                </a:cubicBezTo>
                <a:cubicBezTo>
                  <a:pt x="144611" y="417224"/>
                  <a:pt x="123780" y="430092"/>
                  <a:pt x="149745" y="431006"/>
                </a:cubicBezTo>
                <a:cubicBezTo>
                  <a:pt x="286667" y="437531"/>
                  <a:pt x="419331" y="447304"/>
                  <a:pt x="557720" y="445399"/>
                </a:cubicBezTo>
                <a:cubicBezTo>
                  <a:pt x="560863" y="448894"/>
                  <a:pt x="557119" y="448771"/>
                  <a:pt x="553119" y="450342"/>
                </a:cubicBezTo>
                <a:cubicBezTo>
                  <a:pt x="594810" y="446704"/>
                  <a:pt x="631872" y="448018"/>
                  <a:pt x="669829" y="444246"/>
                </a:cubicBezTo>
                <a:cubicBezTo>
                  <a:pt x="680373" y="448018"/>
                  <a:pt x="683249" y="453219"/>
                  <a:pt x="686374" y="456724"/>
                </a:cubicBezTo>
                <a:cubicBezTo>
                  <a:pt x="680097" y="449714"/>
                  <a:pt x="896019" y="449075"/>
                  <a:pt x="899438" y="450895"/>
                </a:cubicBezTo>
                <a:close/>
              </a:path>
            </a:pathLst>
          </a:custGeom>
          <a:solidFill>
            <a:srgbClr val="85858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Graphic 10" descr="An organic corner shape">
            <a:extLst>
              <a:ext uri="{FF2B5EF4-FFF2-40B4-BE49-F238E27FC236}">
                <a16:creationId xmlns:a16="http://schemas.microsoft.com/office/drawing/2014/main" id="{F4A24094-82EE-9DC1-7967-455303007F05}"/>
              </a:ext>
            </a:extLst>
          </p:cNvPr>
          <p:cNvSpPr/>
          <p:nvPr/>
        </p:nvSpPr>
        <p:spPr>
          <a:xfrm>
            <a:off x="0" y="5622012"/>
            <a:ext cx="3467100" cy="1254768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00C6F-E8EA-E175-91DB-C3ADD1D0A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1378059"/>
            <a:ext cx="8001000" cy="252730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за обработка на поръчки в онлайн магазин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" name="Graphic 14" descr="An organic corner shape">
            <a:extLst>
              <a:ext uri="{FF2B5EF4-FFF2-40B4-BE49-F238E27FC236}">
                <a16:creationId xmlns:a16="http://schemas.microsoft.com/office/drawing/2014/main" id="{CCCDA64E-BE71-D8CD-1631-F936E3949CFF}"/>
              </a:ext>
            </a:extLst>
          </p:cNvPr>
          <p:cNvSpPr/>
          <p:nvPr/>
        </p:nvSpPr>
        <p:spPr>
          <a:xfrm rot="10800000">
            <a:off x="8093075" y="4330700"/>
            <a:ext cx="5956300" cy="2527300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053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14" descr="An organic corner shape">
            <a:extLst>
              <a:ext uri="{FF2B5EF4-FFF2-40B4-BE49-F238E27FC236}">
                <a16:creationId xmlns:a16="http://schemas.microsoft.com/office/drawing/2014/main" id="{B6CF5A8A-A55D-CD7F-BE4D-5AE5A569CD19}"/>
              </a:ext>
            </a:extLst>
          </p:cNvPr>
          <p:cNvSpPr/>
          <p:nvPr/>
        </p:nvSpPr>
        <p:spPr>
          <a:xfrm>
            <a:off x="0" y="0"/>
            <a:ext cx="4397829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43A6DBB-DA0C-EE41-8F39-5AEF5BA31453}"/>
              </a:ext>
            </a:extLst>
          </p:cNvPr>
          <p:cNvSpPr/>
          <p:nvPr/>
        </p:nvSpPr>
        <p:spPr>
          <a:xfrm>
            <a:off x="0" y="833484"/>
            <a:ext cx="4688735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Graphic 10" descr="An organic corner shape">
            <a:extLst>
              <a:ext uri="{FF2B5EF4-FFF2-40B4-BE49-F238E27FC236}">
                <a16:creationId xmlns:a16="http://schemas.microsoft.com/office/drawing/2014/main" id="{760993F1-684F-A210-F406-ED208E59B6D7}"/>
              </a:ext>
            </a:extLst>
          </p:cNvPr>
          <p:cNvSpPr/>
          <p:nvPr/>
        </p:nvSpPr>
        <p:spPr>
          <a:xfrm>
            <a:off x="0" y="5863770"/>
            <a:ext cx="4397828" cy="101300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Graphic 14" descr="An organic corner shape">
            <a:extLst>
              <a:ext uri="{FF2B5EF4-FFF2-40B4-BE49-F238E27FC236}">
                <a16:creationId xmlns:a16="http://schemas.microsoft.com/office/drawing/2014/main" id="{8871C213-EF8E-3096-BDA4-CE979D41601A}"/>
              </a:ext>
            </a:extLst>
          </p:cNvPr>
          <p:cNvSpPr/>
          <p:nvPr/>
        </p:nvSpPr>
        <p:spPr>
          <a:xfrm rot="10800000">
            <a:off x="8875711" y="4882546"/>
            <a:ext cx="4216174" cy="1975454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00ECED-C3B4-5093-0B93-054117DB7D84}"/>
              </a:ext>
            </a:extLst>
          </p:cNvPr>
          <p:cNvSpPr/>
          <p:nvPr/>
        </p:nvSpPr>
        <p:spPr>
          <a:xfrm>
            <a:off x="-2148114" y="602645"/>
            <a:ext cx="11611428" cy="5652710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E7C9B-54B2-436E-3EB0-62E03B4E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2" y="468388"/>
            <a:ext cx="8534400" cy="1507067"/>
          </a:xfrm>
        </p:spPr>
        <p:txBody>
          <a:bodyPr/>
          <a:lstStyle/>
          <a:p>
            <a:r>
              <a:rPr lang="bg-BG" b="1" dirty="0"/>
              <a:t>Цел на проекта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8B59-0B48-0804-C5E6-EA4F5AF0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12" y="1786769"/>
            <a:ext cx="9805988" cy="4279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Целта на проекта е да се демонстрира използването на полиморфизъм чрез: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 - общ базов клас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 - еднакъв метод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 - различно поведение при различните обекти</a:t>
            </a:r>
          </a:p>
          <a:p>
            <a:pPr marL="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Проектът представя реална система от онлайн магазин, в която има различни типове поръчки.</a:t>
            </a:r>
          </a:p>
        </p:txBody>
      </p:sp>
      <p:sp>
        <p:nvSpPr>
          <p:cNvPr id="16" name="Graphic 14" descr="An organic corner shape">
            <a:extLst>
              <a:ext uri="{FF2B5EF4-FFF2-40B4-BE49-F238E27FC236}">
                <a16:creationId xmlns:a16="http://schemas.microsoft.com/office/drawing/2014/main" id="{0AF4217A-4FDB-58D2-6389-8EDADA3ACE9C}"/>
              </a:ext>
            </a:extLst>
          </p:cNvPr>
          <p:cNvSpPr/>
          <p:nvPr/>
        </p:nvSpPr>
        <p:spPr>
          <a:xfrm flipH="1">
            <a:off x="11365138" y="-1184124"/>
            <a:ext cx="3018971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9114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F8A3E57-0C25-4058-66BF-17BE0066E0AD}"/>
              </a:ext>
            </a:extLst>
          </p:cNvPr>
          <p:cNvSpPr/>
          <p:nvPr/>
        </p:nvSpPr>
        <p:spPr>
          <a:xfrm>
            <a:off x="-341368" y="329993"/>
            <a:ext cx="8012622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Graphic 14" descr="An organic corner shape">
            <a:extLst>
              <a:ext uri="{FF2B5EF4-FFF2-40B4-BE49-F238E27FC236}">
                <a16:creationId xmlns:a16="http://schemas.microsoft.com/office/drawing/2014/main" id="{E304A81F-BA5D-D85D-87EA-7D34195AC8C4}"/>
              </a:ext>
            </a:extLst>
          </p:cNvPr>
          <p:cNvSpPr/>
          <p:nvPr/>
        </p:nvSpPr>
        <p:spPr>
          <a:xfrm>
            <a:off x="-3734223" y="-1456776"/>
            <a:ext cx="4202395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Graphic 10" descr="An organic corner shape">
            <a:extLst>
              <a:ext uri="{FF2B5EF4-FFF2-40B4-BE49-F238E27FC236}">
                <a16:creationId xmlns:a16="http://schemas.microsoft.com/office/drawing/2014/main" id="{785618C4-8098-6843-28FB-1EE45ABF0E70}"/>
              </a:ext>
            </a:extLst>
          </p:cNvPr>
          <p:cNvSpPr/>
          <p:nvPr/>
        </p:nvSpPr>
        <p:spPr>
          <a:xfrm>
            <a:off x="-3193143" y="7210759"/>
            <a:ext cx="4397828" cy="101300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Graphic 14" descr="An organic corner shape">
            <a:extLst>
              <a:ext uri="{FF2B5EF4-FFF2-40B4-BE49-F238E27FC236}">
                <a16:creationId xmlns:a16="http://schemas.microsoft.com/office/drawing/2014/main" id="{5F09CADF-26BC-96CC-4CD1-4CD9F8BC9DA4}"/>
              </a:ext>
            </a:extLst>
          </p:cNvPr>
          <p:cNvSpPr/>
          <p:nvPr/>
        </p:nvSpPr>
        <p:spPr>
          <a:xfrm rot="10800000">
            <a:off x="9347200" y="4586514"/>
            <a:ext cx="4216174" cy="2271486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D68ABB-FF65-D0B7-27ED-4E330E523705}"/>
              </a:ext>
            </a:extLst>
          </p:cNvPr>
          <p:cNvSpPr/>
          <p:nvPr/>
        </p:nvSpPr>
        <p:spPr>
          <a:xfrm>
            <a:off x="-2264228" y="-75293"/>
            <a:ext cx="11611428" cy="7008586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3BE6C-0CDA-09F6-D083-D50A442D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8" y="-12700"/>
            <a:ext cx="8534400" cy="1507067"/>
          </a:xfrm>
        </p:spPr>
        <p:txBody>
          <a:bodyPr/>
          <a:lstStyle/>
          <a:p>
            <a:r>
              <a:rPr lang="bg-BG" b="1" dirty="0"/>
              <a:t>Какъв проблем решаваме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22F17-5D06-EE99-429C-2C988F70B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88" y="1320045"/>
            <a:ext cx="9028112" cy="54000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В онлайн магазин: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 -има стандартни поръчки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 -има експресни поръчки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 -има международни поръчки</a:t>
            </a:r>
          </a:p>
          <a:p>
            <a:pPr marL="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Всички поръчки се обработват от една система,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>
                <a:solidFill>
                  <a:schemeClr val="tx1"/>
                </a:solidFill>
              </a:rPr>
              <a:t>но всяка има различен срок за доставка.</a:t>
            </a:r>
          </a:p>
          <a:p>
            <a:pPr marL="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Решението е да използваме наследяване и полиморфизъм.</a:t>
            </a:r>
          </a:p>
        </p:txBody>
      </p:sp>
      <p:sp>
        <p:nvSpPr>
          <p:cNvPr id="11" name="Graphic 14" descr="An organic corner shape">
            <a:extLst>
              <a:ext uri="{FF2B5EF4-FFF2-40B4-BE49-F238E27FC236}">
                <a16:creationId xmlns:a16="http://schemas.microsoft.com/office/drawing/2014/main" id="{8943297D-CF52-59E1-2034-1553451EE29A}"/>
              </a:ext>
            </a:extLst>
          </p:cNvPr>
          <p:cNvSpPr/>
          <p:nvPr/>
        </p:nvSpPr>
        <p:spPr>
          <a:xfrm flipH="1">
            <a:off x="9173029" y="0"/>
            <a:ext cx="3018971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6753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7A36841-DBD2-60C9-77BF-B8F8CD691614}"/>
              </a:ext>
            </a:extLst>
          </p:cNvPr>
          <p:cNvSpPr/>
          <p:nvPr/>
        </p:nvSpPr>
        <p:spPr>
          <a:xfrm>
            <a:off x="-138168" y="365096"/>
            <a:ext cx="4521482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Graphic 14" descr="An organic corner shape">
            <a:extLst>
              <a:ext uri="{FF2B5EF4-FFF2-40B4-BE49-F238E27FC236}">
                <a16:creationId xmlns:a16="http://schemas.microsoft.com/office/drawing/2014/main" id="{909EF727-96DA-3A33-FA43-14981FAD0E34}"/>
              </a:ext>
            </a:extLst>
          </p:cNvPr>
          <p:cNvSpPr/>
          <p:nvPr/>
        </p:nvSpPr>
        <p:spPr>
          <a:xfrm>
            <a:off x="-3734223" y="-1456776"/>
            <a:ext cx="4202395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Graphic 10" descr="An organic corner shape">
            <a:extLst>
              <a:ext uri="{FF2B5EF4-FFF2-40B4-BE49-F238E27FC236}">
                <a16:creationId xmlns:a16="http://schemas.microsoft.com/office/drawing/2014/main" id="{E698A4F8-10EF-9290-97E7-D1520B0EC29F}"/>
              </a:ext>
            </a:extLst>
          </p:cNvPr>
          <p:cNvSpPr/>
          <p:nvPr/>
        </p:nvSpPr>
        <p:spPr>
          <a:xfrm>
            <a:off x="-3193143" y="7210759"/>
            <a:ext cx="4397828" cy="101300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Graphic 14" descr="An organic corner shape">
            <a:extLst>
              <a:ext uri="{FF2B5EF4-FFF2-40B4-BE49-F238E27FC236}">
                <a16:creationId xmlns:a16="http://schemas.microsoft.com/office/drawing/2014/main" id="{74096F57-0102-1D1C-3D4A-3B8DD918EB8D}"/>
              </a:ext>
            </a:extLst>
          </p:cNvPr>
          <p:cNvSpPr/>
          <p:nvPr/>
        </p:nvSpPr>
        <p:spPr>
          <a:xfrm rot="10800000">
            <a:off x="10348686" y="4934856"/>
            <a:ext cx="4216174" cy="1923143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C1C245-C719-F9B2-DB73-4643F1E78F0D}"/>
              </a:ext>
            </a:extLst>
          </p:cNvPr>
          <p:cNvSpPr/>
          <p:nvPr/>
        </p:nvSpPr>
        <p:spPr>
          <a:xfrm>
            <a:off x="-2264228" y="-75293"/>
            <a:ext cx="7300685" cy="7008586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Graphic 14" descr="An organic corner shape">
            <a:extLst>
              <a:ext uri="{FF2B5EF4-FFF2-40B4-BE49-F238E27FC236}">
                <a16:creationId xmlns:a16="http://schemas.microsoft.com/office/drawing/2014/main" id="{6DE39303-568E-DC4D-2842-3ED3B135919B}"/>
              </a:ext>
            </a:extLst>
          </p:cNvPr>
          <p:cNvSpPr/>
          <p:nvPr/>
        </p:nvSpPr>
        <p:spPr>
          <a:xfrm flipH="1">
            <a:off x="9173028" y="0"/>
            <a:ext cx="3018971" cy="931181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B1D68-42B9-3DB9-B9F6-A5904862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0"/>
            <a:ext cx="8534400" cy="1507067"/>
          </a:xfrm>
        </p:spPr>
        <p:txBody>
          <a:bodyPr/>
          <a:lstStyle/>
          <a:p>
            <a:r>
              <a:rPr lang="bg-BG" b="1" dirty="0"/>
              <a:t>Базов клас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3A62-3EF6-5D4D-B7AA-3D64FE688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78" y="1721434"/>
            <a:ext cx="4936867" cy="42053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800" dirty="0">
                <a:solidFill>
                  <a:schemeClr val="tx1"/>
                </a:solidFill>
              </a:rPr>
              <a:t>Всички поръчки наследяват общ базов клас </a:t>
            </a:r>
            <a:r>
              <a:rPr lang="en-GB" sz="2800" dirty="0">
                <a:solidFill>
                  <a:schemeClr val="tx1"/>
                </a:solidFill>
              </a:rPr>
              <a:t>Order.</a:t>
            </a:r>
            <a:endParaRPr lang="bg-BG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sz="2800" dirty="0">
                <a:solidFill>
                  <a:schemeClr val="tx1"/>
                </a:solidFill>
              </a:rPr>
              <a:t>Базовият клас:</a:t>
            </a:r>
          </a:p>
          <a:p>
            <a:pPr marL="0" indent="0">
              <a:buNone/>
            </a:pPr>
            <a:r>
              <a:rPr lang="bg-BG" sz="2800" dirty="0">
                <a:solidFill>
                  <a:schemeClr val="tx1"/>
                </a:solidFill>
              </a:rPr>
              <a:t> -съдържа общи данни</a:t>
            </a:r>
          </a:p>
          <a:p>
            <a:pPr marL="0" indent="0">
              <a:buNone/>
            </a:pPr>
            <a:r>
              <a:rPr lang="bg-BG" sz="2800" dirty="0">
                <a:solidFill>
                  <a:schemeClr val="tx1"/>
                </a:solidFill>
              </a:rPr>
              <a:t> -дефинира метод, който ще се </a:t>
            </a:r>
            <a:r>
              <a:rPr lang="en-GB" sz="2800" dirty="0">
                <a:solidFill>
                  <a:schemeClr val="tx1"/>
                </a:solidFill>
              </a:rPr>
              <a:t>override-</a:t>
            </a:r>
            <a:r>
              <a:rPr lang="bg-BG" sz="2800" dirty="0">
                <a:solidFill>
                  <a:schemeClr val="tx1"/>
                </a:solidFill>
              </a:rPr>
              <a:t>ва</a:t>
            </a:r>
          </a:p>
          <a:p>
            <a:endParaRPr lang="en-GB" sz="2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496D8-7F03-D2A3-BFC8-209E615F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45" y="1411816"/>
            <a:ext cx="7094407" cy="482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81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D2F2B-C926-C5B5-FC28-1AF3F504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BA941A5-FAB4-7254-62AB-943E19173A9C}"/>
              </a:ext>
            </a:extLst>
          </p:cNvPr>
          <p:cNvSpPr/>
          <p:nvPr/>
        </p:nvSpPr>
        <p:spPr>
          <a:xfrm>
            <a:off x="-138168" y="174171"/>
            <a:ext cx="4608568" cy="114206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Graphic 14" descr="An organic corner shape">
            <a:extLst>
              <a:ext uri="{FF2B5EF4-FFF2-40B4-BE49-F238E27FC236}">
                <a16:creationId xmlns:a16="http://schemas.microsoft.com/office/drawing/2014/main" id="{54C3DB81-8D7E-5EA1-2A3D-814ECF38C848}"/>
              </a:ext>
            </a:extLst>
          </p:cNvPr>
          <p:cNvSpPr/>
          <p:nvPr/>
        </p:nvSpPr>
        <p:spPr>
          <a:xfrm rot="10800000">
            <a:off x="9809193" y="4934857"/>
            <a:ext cx="5087031" cy="1923143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EC2F7E-90D8-DA72-195E-161906C471E8}"/>
              </a:ext>
            </a:extLst>
          </p:cNvPr>
          <p:cNvSpPr/>
          <p:nvPr/>
        </p:nvSpPr>
        <p:spPr>
          <a:xfrm>
            <a:off x="-2264228" y="-75293"/>
            <a:ext cx="7300685" cy="7008586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raphic 14" descr="An organic corner shape">
            <a:extLst>
              <a:ext uri="{FF2B5EF4-FFF2-40B4-BE49-F238E27FC236}">
                <a16:creationId xmlns:a16="http://schemas.microsoft.com/office/drawing/2014/main" id="{F60713EB-A3D2-7B25-0B0A-D998FADB7BA9}"/>
              </a:ext>
            </a:extLst>
          </p:cNvPr>
          <p:cNvSpPr/>
          <p:nvPr/>
        </p:nvSpPr>
        <p:spPr>
          <a:xfrm flipH="1">
            <a:off x="8782193" y="0"/>
            <a:ext cx="3570515" cy="931181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C823D-F5D0-93EE-52D9-91104271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5800" y="12700"/>
            <a:ext cx="5722257" cy="1507067"/>
          </a:xfrm>
        </p:spPr>
        <p:txBody>
          <a:bodyPr/>
          <a:lstStyle/>
          <a:p>
            <a:pPr algn="ctr"/>
            <a:r>
              <a:rPr lang="bg-BG" b="1" dirty="0"/>
              <a:t>Наследяване и </a:t>
            </a:r>
            <a:r>
              <a:rPr lang="en-GB" b="1" dirty="0"/>
              <a:t>override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BB713-D336-76B6-6C8B-0408B81D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48" y="2664882"/>
            <a:ext cx="4749800" cy="19261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2800" dirty="0">
                <a:solidFill>
                  <a:schemeClr val="tx1"/>
                </a:solidFill>
              </a:rPr>
              <a:t>Всеки тип поръчка наследява </a:t>
            </a:r>
            <a:r>
              <a:rPr lang="en-GB" sz="2800" dirty="0">
                <a:solidFill>
                  <a:schemeClr val="tx1"/>
                </a:solidFill>
              </a:rPr>
              <a:t>Order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>и </a:t>
            </a:r>
            <a:r>
              <a:rPr lang="en-GB" sz="2800" dirty="0">
                <a:solidFill>
                  <a:schemeClr val="tx1"/>
                </a:solidFill>
              </a:rPr>
              <a:t>override-</a:t>
            </a:r>
            <a:r>
              <a:rPr lang="bg-BG" sz="2800" dirty="0">
                <a:solidFill>
                  <a:schemeClr val="tx1"/>
                </a:solidFill>
              </a:rPr>
              <a:t>ва метода </a:t>
            </a:r>
            <a:r>
              <a:rPr lang="en-GB" sz="2800" dirty="0" err="1">
                <a:solidFill>
                  <a:schemeClr val="tx1"/>
                </a:solidFill>
              </a:rPr>
              <a:t>CalculateDeliveryTime</a:t>
            </a:r>
            <a:r>
              <a:rPr lang="en-GB" sz="2800" dirty="0">
                <a:solidFill>
                  <a:schemeClr val="tx1"/>
                </a:solidFill>
              </a:rPr>
              <a:t>().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A6A18-44D0-46A1-73FE-994244E7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057" y="1408073"/>
            <a:ext cx="7214652" cy="4439786"/>
          </a:xfrm>
          <a:prstGeom prst="rect">
            <a:avLst/>
          </a:prstGeom>
        </p:spPr>
      </p:pic>
      <p:sp>
        <p:nvSpPr>
          <p:cNvPr id="9" name="Graphic 14" descr="An organic corner shape">
            <a:extLst>
              <a:ext uri="{FF2B5EF4-FFF2-40B4-BE49-F238E27FC236}">
                <a16:creationId xmlns:a16="http://schemas.microsoft.com/office/drawing/2014/main" id="{89AD2CDF-9583-B459-824D-3E6DB0B4E763}"/>
              </a:ext>
            </a:extLst>
          </p:cNvPr>
          <p:cNvSpPr/>
          <p:nvPr/>
        </p:nvSpPr>
        <p:spPr>
          <a:xfrm rot="20741537">
            <a:off x="-3468914" y="-1020676"/>
            <a:ext cx="4397829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078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aphic 14" descr="An organic corner shape">
            <a:extLst>
              <a:ext uri="{FF2B5EF4-FFF2-40B4-BE49-F238E27FC236}">
                <a16:creationId xmlns:a16="http://schemas.microsoft.com/office/drawing/2014/main" id="{ACD37081-404A-BED2-3075-8F3D3854687B}"/>
              </a:ext>
            </a:extLst>
          </p:cNvPr>
          <p:cNvSpPr/>
          <p:nvPr/>
        </p:nvSpPr>
        <p:spPr>
          <a:xfrm>
            <a:off x="0" y="0"/>
            <a:ext cx="1796885" cy="1814286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Graphic 14" descr="An organic corner shape">
            <a:extLst>
              <a:ext uri="{FF2B5EF4-FFF2-40B4-BE49-F238E27FC236}">
                <a16:creationId xmlns:a16="http://schemas.microsoft.com/office/drawing/2014/main" id="{1F91074F-589B-57B5-DE57-F792AF197187}"/>
              </a:ext>
            </a:extLst>
          </p:cNvPr>
          <p:cNvSpPr/>
          <p:nvPr/>
        </p:nvSpPr>
        <p:spPr>
          <a:xfrm flipH="1">
            <a:off x="9809191" y="0"/>
            <a:ext cx="2543515" cy="1325563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2AD17A6-2ADE-3467-6142-B5D4D9FC7EB4}"/>
              </a:ext>
            </a:extLst>
          </p:cNvPr>
          <p:cNvSpPr/>
          <p:nvPr/>
        </p:nvSpPr>
        <p:spPr>
          <a:xfrm>
            <a:off x="1796885" y="237105"/>
            <a:ext cx="8054244" cy="1033689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F47DCE-6FD7-EC2E-122C-A969388FEBED}"/>
              </a:ext>
            </a:extLst>
          </p:cNvPr>
          <p:cNvSpPr/>
          <p:nvPr/>
        </p:nvSpPr>
        <p:spPr>
          <a:xfrm>
            <a:off x="548096" y="-1407886"/>
            <a:ext cx="10976247" cy="3904343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9D55D-E035-32CC-592C-787CEB46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96" y="0"/>
            <a:ext cx="11092184" cy="1325563"/>
          </a:xfrm>
        </p:spPr>
        <p:txBody>
          <a:bodyPr/>
          <a:lstStyle/>
          <a:p>
            <a:pPr algn="ctr"/>
            <a:r>
              <a:rPr lang="bg-BG" b="1" dirty="0"/>
              <a:t>Наследяване и </a:t>
            </a:r>
            <a:r>
              <a:rPr lang="en-GB" b="1" dirty="0"/>
              <a:t>override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7350211-7141-8D2C-823B-3D5186CC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23" y="1347223"/>
            <a:ext cx="11208657" cy="10336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>
                <a:solidFill>
                  <a:schemeClr val="tx1"/>
                </a:solidFill>
              </a:rPr>
              <a:t>Другите типове поръчки имат същия метод,но различна имплементация.</a:t>
            </a:r>
            <a:endParaRPr lang="en-GB" sz="28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9E87BF-4496-36F3-32CF-9054AACAC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786"/>
            <a:ext cx="5963158" cy="36391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89D32C-1A15-FB4E-2EEF-DEA69A5E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921" y="2672786"/>
            <a:ext cx="6021079" cy="3639114"/>
          </a:xfrm>
          <a:prstGeom prst="rect">
            <a:avLst/>
          </a:prstGeom>
        </p:spPr>
      </p:pic>
      <p:sp>
        <p:nvSpPr>
          <p:cNvPr id="18" name="Graphic 14" descr="An organic corner shape">
            <a:extLst>
              <a:ext uri="{FF2B5EF4-FFF2-40B4-BE49-F238E27FC236}">
                <a16:creationId xmlns:a16="http://schemas.microsoft.com/office/drawing/2014/main" id="{939B2973-DDCF-5FB6-32BA-9F830913547E}"/>
              </a:ext>
            </a:extLst>
          </p:cNvPr>
          <p:cNvSpPr/>
          <p:nvPr/>
        </p:nvSpPr>
        <p:spPr>
          <a:xfrm rot="10800000">
            <a:off x="9809192" y="5123542"/>
            <a:ext cx="5087031" cy="1734457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10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4" descr="An organic corner shape">
            <a:extLst>
              <a:ext uri="{FF2B5EF4-FFF2-40B4-BE49-F238E27FC236}">
                <a16:creationId xmlns:a16="http://schemas.microsoft.com/office/drawing/2014/main" id="{9C1FD8D1-3C6E-CA30-5A41-D5E4EF2CA7CF}"/>
              </a:ext>
            </a:extLst>
          </p:cNvPr>
          <p:cNvSpPr/>
          <p:nvPr/>
        </p:nvSpPr>
        <p:spPr>
          <a:xfrm>
            <a:off x="-795936" y="-307219"/>
            <a:ext cx="3001571" cy="1814286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Graphic 14" descr="An organic corner shape">
            <a:extLst>
              <a:ext uri="{FF2B5EF4-FFF2-40B4-BE49-F238E27FC236}">
                <a16:creationId xmlns:a16="http://schemas.microsoft.com/office/drawing/2014/main" id="{EA2C3249-7330-5CD9-A0BE-62E465F269D6}"/>
              </a:ext>
            </a:extLst>
          </p:cNvPr>
          <p:cNvSpPr/>
          <p:nvPr/>
        </p:nvSpPr>
        <p:spPr>
          <a:xfrm flipH="1">
            <a:off x="9672538" y="-207451"/>
            <a:ext cx="2816820" cy="1325563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0886B88-CA29-B13F-9B0B-D99DE0EC1706}"/>
              </a:ext>
            </a:extLst>
          </p:cNvPr>
          <p:cNvSpPr/>
          <p:nvPr/>
        </p:nvSpPr>
        <p:spPr>
          <a:xfrm>
            <a:off x="1312834" y="236688"/>
            <a:ext cx="9768114" cy="1033689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C6F232-F478-A868-A323-FB52D201FBD9}"/>
              </a:ext>
            </a:extLst>
          </p:cNvPr>
          <p:cNvSpPr/>
          <p:nvPr/>
        </p:nvSpPr>
        <p:spPr>
          <a:xfrm>
            <a:off x="548096" y="-1407886"/>
            <a:ext cx="10976247" cy="2914953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Graphic 14" descr="An organic corner shape">
            <a:extLst>
              <a:ext uri="{FF2B5EF4-FFF2-40B4-BE49-F238E27FC236}">
                <a16:creationId xmlns:a16="http://schemas.microsoft.com/office/drawing/2014/main" id="{755C921A-9C24-BF11-1985-9FB82B84D194}"/>
              </a:ext>
            </a:extLst>
          </p:cNvPr>
          <p:cNvSpPr/>
          <p:nvPr/>
        </p:nvSpPr>
        <p:spPr>
          <a:xfrm rot="10800000">
            <a:off x="9809192" y="5123542"/>
            <a:ext cx="5087031" cy="1734457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141C0-A296-B207-61D4-22718F23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0"/>
            <a:ext cx="10782300" cy="1507067"/>
          </a:xfrm>
        </p:spPr>
        <p:txBody>
          <a:bodyPr/>
          <a:lstStyle/>
          <a:p>
            <a:pPr algn="ctr"/>
            <a:r>
              <a:rPr lang="bg-BG" b="1" dirty="0"/>
              <a:t>Демонстрация на полиморфизма</a:t>
            </a:r>
            <a:endParaRPr lang="en-GB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3E8260-5121-5763-9562-7660C387C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9" y="1721413"/>
            <a:ext cx="6502401" cy="458893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ADA17B-8106-A1CA-12B3-C794FDBA237B}"/>
              </a:ext>
            </a:extLst>
          </p:cNvPr>
          <p:cNvSpPr/>
          <p:nvPr/>
        </p:nvSpPr>
        <p:spPr>
          <a:xfrm>
            <a:off x="-1886857" y="2607734"/>
            <a:ext cx="6887028" cy="2355958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269E-245E-ADEB-D928-62B6B1A55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2471317"/>
            <a:ext cx="4546600" cy="2492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>
                <a:solidFill>
                  <a:schemeClr val="tx1"/>
                </a:solidFill>
              </a:rPr>
              <a:t>Работим с обекти чрез базовия клас Order, без да знаем точния им тип.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6" name="Graphic 10" descr="An organic corner shape">
            <a:extLst>
              <a:ext uri="{FF2B5EF4-FFF2-40B4-BE49-F238E27FC236}">
                <a16:creationId xmlns:a16="http://schemas.microsoft.com/office/drawing/2014/main" id="{1BC74134-64FB-2887-337F-BA7440080193}"/>
              </a:ext>
            </a:extLst>
          </p:cNvPr>
          <p:cNvSpPr/>
          <p:nvPr/>
        </p:nvSpPr>
        <p:spPr>
          <a:xfrm>
            <a:off x="-3381828" y="6701334"/>
            <a:ext cx="4397828" cy="101300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88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88A290-0610-D22D-B92D-175B4377A045}"/>
              </a:ext>
            </a:extLst>
          </p:cNvPr>
          <p:cNvSpPr/>
          <p:nvPr/>
        </p:nvSpPr>
        <p:spPr>
          <a:xfrm>
            <a:off x="-341368" y="329993"/>
            <a:ext cx="8012622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Graphic 14" descr="An organic corner shape">
            <a:extLst>
              <a:ext uri="{FF2B5EF4-FFF2-40B4-BE49-F238E27FC236}">
                <a16:creationId xmlns:a16="http://schemas.microsoft.com/office/drawing/2014/main" id="{EC9C11F3-C83C-C05B-4BC5-306960A79919}"/>
              </a:ext>
            </a:extLst>
          </p:cNvPr>
          <p:cNvSpPr/>
          <p:nvPr/>
        </p:nvSpPr>
        <p:spPr>
          <a:xfrm>
            <a:off x="-3734223" y="-1456776"/>
            <a:ext cx="4202395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Graphic 10" descr="An organic corner shape">
            <a:extLst>
              <a:ext uri="{FF2B5EF4-FFF2-40B4-BE49-F238E27FC236}">
                <a16:creationId xmlns:a16="http://schemas.microsoft.com/office/drawing/2014/main" id="{21980CCF-57AB-FB9B-AB21-49E570CE19FA}"/>
              </a:ext>
            </a:extLst>
          </p:cNvPr>
          <p:cNvSpPr/>
          <p:nvPr/>
        </p:nvSpPr>
        <p:spPr>
          <a:xfrm>
            <a:off x="0" y="5844991"/>
            <a:ext cx="4397828" cy="101300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Graphic 14" descr="An organic corner shape">
            <a:extLst>
              <a:ext uri="{FF2B5EF4-FFF2-40B4-BE49-F238E27FC236}">
                <a16:creationId xmlns:a16="http://schemas.microsoft.com/office/drawing/2014/main" id="{FCE51561-F121-4A8D-A475-AC13CE9E083F}"/>
              </a:ext>
            </a:extLst>
          </p:cNvPr>
          <p:cNvSpPr/>
          <p:nvPr/>
        </p:nvSpPr>
        <p:spPr>
          <a:xfrm rot="10800000">
            <a:off x="9347200" y="4586514"/>
            <a:ext cx="4216174" cy="2271486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6B968A-1AD3-2B86-E862-85F4E9EE385C}"/>
              </a:ext>
            </a:extLst>
          </p:cNvPr>
          <p:cNvSpPr/>
          <p:nvPr/>
        </p:nvSpPr>
        <p:spPr>
          <a:xfrm>
            <a:off x="-2264228" y="-75293"/>
            <a:ext cx="11437257" cy="4850493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raphic 14" descr="An organic corner shape">
            <a:extLst>
              <a:ext uri="{FF2B5EF4-FFF2-40B4-BE49-F238E27FC236}">
                <a16:creationId xmlns:a16="http://schemas.microsoft.com/office/drawing/2014/main" id="{C4FC2417-4866-4737-5C1B-BD9938E27E27}"/>
              </a:ext>
            </a:extLst>
          </p:cNvPr>
          <p:cNvSpPr/>
          <p:nvPr/>
        </p:nvSpPr>
        <p:spPr>
          <a:xfrm flipH="1">
            <a:off x="9173029" y="0"/>
            <a:ext cx="3018971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72233-D903-427E-C918-446C74431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12" y="0"/>
            <a:ext cx="8534400" cy="1507067"/>
          </a:xfrm>
        </p:spPr>
        <p:txBody>
          <a:bodyPr/>
          <a:lstStyle/>
          <a:p>
            <a:r>
              <a:rPr lang="bg-BG" b="1" dirty="0"/>
              <a:t>Какво е полиморфизъм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B81F-1BDA-B1B4-8A88-9E797AF20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2" y="1540934"/>
            <a:ext cx="8470900" cy="28987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300" dirty="0">
                <a:solidFill>
                  <a:schemeClr val="tx1"/>
                </a:solidFill>
              </a:rPr>
              <a:t>Полиморфизмът позволява:</a:t>
            </a:r>
          </a:p>
          <a:p>
            <a:pPr marL="0" indent="0">
              <a:buNone/>
            </a:pPr>
            <a:r>
              <a:rPr lang="ru-RU" sz="3300" dirty="0">
                <a:solidFill>
                  <a:schemeClr val="tx1"/>
                </a:solidFill>
              </a:rPr>
              <a:t>Един и същ метод да има различно поведение според реалния тип на обекта</a:t>
            </a:r>
          </a:p>
          <a:p>
            <a:pPr marL="0" indent="0">
              <a:buNone/>
            </a:pPr>
            <a:endParaRPr lang="ru-RU" sz="33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3300" dirty="0">
                <a:solidFill>
                  <a:schemeClr val="tx1"/>
                </a:solidFill>
              </a:rPr>
              <a:t>Програмата работи с обектите чрез базовия клас,</a:t>
            </a:r>
            <a:br>
              <a:rPr lang="ru-RU" sz="3300" dirty="0">
                <a:solidFill>
                  <a:schemeClr val="tx1"/>
                </a:solidFill>
              </a:rPr>
            </a:br>
            <a:r>
              <a:rPr lang="ru-RU" sz="3300" dirty="0">
                <a:solidFill>
                  <a:schemeClr val="tx1"/>
                </a:solidFill>
              </a:rPr>
              <a:t>но изпълнява правилната версия на метода.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079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EDB720C-DBA9-E642-0B54-5E06BB8E89CF}"/>
              </a:ext>
            </a:extLst>
          </p:cNvPr>
          <p:cNvSpPr/>
          <p:nvPr/>
        </p:nvSpPr>
        <p:spPr>
          <a:xfrm>
            <a:off x="-341368" y="329993"/>
            <a:ext cx="8012622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Graphic 10" descr="An organic corner shape">
            <a:extLst>
              <a:ext uri="{FF2B5EF4-FFF2-40B4-BE49-F238E27FC236}">
                <a16:creationId xmlns:a16="http://schemas.microsoft.com/office/drawing/2014/main" id="{CC433BAC-5B48-E913-5AC0-BC6CC66D19DC}"/>
              </a:ext>
            </a:extLst>
          </p:cNvPr>
          <p:cNvSpPr/>
          <p:nvPr/>
        </p:nvSpPr>
        <p:spPr>
          <a:xfrm>
            <a:off x="0" y="5558971"/>
            <a:ext cx="4963886" cy="129902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Graphic 14" descr="An organic corner shape">
            <a:extLst>
              <a:ext uri="{FF2B5EF4-FFF2-40B4-BE49-F238E27FC236}">
                <a16:creationId xmlns:a16="http://schemas.microsoft.com/office/drawing/2014/main" id="{43B2D615-B5DD-6AB5-EFCB-771C5428E693}"/>
              </a:ext>
            </a:extLst>
          </p:cNvPr>
          <p:cNvSpPr/>
          <p:nvPr/>
        </p:nvSpPr>
        <p:spPr>
          <a:xfrm rot="10800000">
            <a:off x="7975826" y="4586514"/>
            <a:ext cx="4216174" cy="2271486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5AD14A-FEF2-6E80-715C-22AF0A4D17CD}"/>
              </a:ext>
            </a:extLst>
          </p:cNvPr>
          <p:cNvSpPr/>
          <p:nvPr/>
        </p:nvSpPr>
        <p:spPr>
          <a:xfrm>
            <a:off x="-2264228" y="-75292"/>
            <a:ext cx="11437257" cy="4284436"/>
          </a:xfrm>
          <a:prstGeom prst="round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Graphic 14" descr="An organic corner shape">
            <a:extLst>
              <a:ext uri="{FF2B5EF4-FFF2-40B4-BE49-F238E27FC236}">
                <a16:creationId xmlns:a16="http://schemas.microsoft.com/office/drawing/2014/main" id="{92F8E582-441D-D29B-25EB-FC01241E3C88}"/>
              </a:ext>
            </a:extLst>
          </p:cNvPr>
          <p:cNvSpPr/>
          <p:nvPr/>
        </p:nvSpPr>
        <p:spPr>
          <a:xfrm flipH="1">
            <a:off x="9173029" y="0"/>
            <a:ext cx="3018971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7583-B996-75AA-FD50-AD2FD086F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0"/>
            <a:ext cx="8534400" cy="1507067"/>
          </a:xfrm>
        </p:spPr>
        <p:txBody>
          <a:bodyPr/>
          <a:lstStyle/>
          <a:p>
            <a:r>
              <a:rPr lang="bg-BG" b="1" dirty="0"/>
              <a:t>Предимства на решението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FEBED-6238-DAAA-517E-DB6C3ABE1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893384"/>
            <a:ext cx="8534400" cy="3615267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tx1"/>
                </a:solidFill>
              </a:rPr>
              <a:t>Кодът е по-гъвкав</a:t>
            </a:r>
          </a:p>
          <a:p>
            <a:r>
              <a:rPr lang="ru-RU" sz="2800" dirty="0">
                <a:solidFill>
                  <a:schemeClr val="tx1"/>
                </a:solidFill>
              </a:rPr>
              <a:t>Лесно се добавят нови типове поръчки</a:t>
            </a:r>
          </a:p>
          <a:p>
            <a:r>
              <a:rPr lang="ru-RU" sz="2800" dirty="0">
                <a:solidFill>
                  <a:schemeClr val="tx1"/>
                </a:solidFill>
              </a:rPr>
              <a:t>Не се променя основната логика</a:t>
            </a:r>
          </a:p>
          <a:p>
            <a:r>
              <a:rPr lang="ru-RU" sz="2800" dirty="0">
                <a:solidFill>
                  <a:schemeClr val="tx1"/>
                </a:solidFill>
              </a:rPr>
              <a:t>Подходящо за реални приложения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90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E913CF5-F645-B905-5400-DEDC9E9B9508}"/>
              </a:ext>
            </a:extLst>
          </p:cNvPr>
          <p:cNvSpPr/>
          <p:nvPr/>
        </p:nvSpPr>
        <p:spPr>
          <a:xfrm>
            <a:off x="957575" y="2287029"/>
            <a:ext cx="9884596" cy="776873"/>
          </a:xfrm>
          <a:custGeom>
            <a:avLst/>
            <a:gdLst>
              <a:gd name="csX0" fmla="*/ 3238 w 3239404"/>
              <a:gd name="csY0" fmla="*/ 474902 h 776873"/>
              <a:gd name="csX1" fmla="*/ 4505 w 3239404"/>
              <a:gd name="csY1" fmla="*/ 466920 h 776873"/>
              <a:gd name="csX2" fmla="*/ 8449 w 3239404"/>
              <a:gd name="csY2" fmla="*/ 470482 h 776873"/>
              <a:gd name="csX3" fmla="*/ 13840 w 3239404"/>
              <a:gd name="csY3" fmla="*/ 459548 h 776873"/>
              <a:gd name="csX4" fmla="*/ 32109 w 3239404"/>
              <a:gd name="csY4" fmla="*/ 457757 h 776873"/>
              <a:gd name="csX5" fmla="*/ 54140 w 3239404"/>
              <a:gd name="csY5" fmla="*/ 465910 h 776873"/>
              <a:gd name="csX6" fmla="*/ 41539 w 3239404"/>
              <a:gd name="csY6" fmla="*/ 481122 h 776873"/>
              <a:gd name="csX7" fmla="*/ 72009 w 3239404"/>
              <a:gd name="csY7" fmla="*/ 476997 h 776873"/>
              <a:gd name="csX8" fmla="*/ 82020 w 3239404"/>
              <a:gd name="csY8" fmla="*/ 481027 h 776873"/>
              <a:gd name="csX9" fmla="*/ 78457 w 3239404"/>
              <a:gd name="csY9" fmla="*/ 498543 h 776873"/>
              <a:gd name="csX10" fmla="*/ 83448 w 3239404"/>
              <a:gd name="csY10" fmla="*/ 500553 h 776873"/>
              <a:gd name="csX11" fmla="*/ 83953 w 3239404"/>
              <a:gd name="csY11" fmla="*/ 484408 h 776873"/>
              <a:gd name="csX12" fmla="*/ 105204 w 3239404"/>
              <a:gd name="csY12" fmla="*/ 484437 h 776873"/>
              <a:gd name="csX13" fmla="*/ 87601 w 3239404"/>
              <a:gd name="csY13" fmla="*/ 497638 h 776873"/>
              <a:gd name="csX14" fmla="*/ 109052 w 3239404"/>
              <a:gd name="csY14" fmla="*/ 491199 h 776873"/>
              <a:gd name="csX15" fmla="*/ 120015 w 3239404"/>
              <a:gd name="csY15" fmla="*/ 496924 h 776873"/>
              <a:gd name="csX16" fmla="*/ 120205 w 3239404"/>
              <a:gd name="csY16" fmla="*/ 490456 h 776873"/>
              <a:gd name="csX17" fmla="*/ 123301 w 3239404"/>
              <a:gd name="csY17" fmla="*/ 489066 h 776873"/>
              <a:gd name="csX18" fmla="*/ 124073 w 3239404"/>
              <a:gd name="csY18" fmla="*/ 497200 h 776873"/>
              <a:gd name="csX19" fmla="*/ 149552 w 3239404"/>
              <a:gd name="csY19" fmla="*/ 491133 h 776873"/>
              <a:gd name="csX20" fmla="*/ 150428 w 3239404"/>
              <a:gd name="csY20" fmla="*/ 496009 h 776873"/>
              <a:gd name="csX21" fmla="*/ 129835 w 3239404"/>
              <a:gd name="csY21" fmla="*/ 507363 h 776873"/>
              <a:gd name="csX22" fmla="*/ 150895 w 3239404"/>
              <a:gd name="csY22" fmla="*/ 513859 h 776873"/>
              <a:gd name="csX23" fmla="*/ 147047 w 3239404"/>
              <a:gd name="csY23" fmla="*/ 507106 h 776873"/>
              <a:gd name="csX24" fmla="*/ 152238 w 3239404"/>
              <a:gd name="csY24" fmla="*/ 502620 h 776873"/>
              <a:gd name="csX25" fmla="*/ 157915 w 3239404"/>
              <a:gd name="csY25" fmla="*/ 516031 h 776873"/>
              <a:gd name="csX26" fmla="*/ 161173 w 3239404"/>
              <a:gd name="csY26" fmla="*/ 508201 h 776873"/>
              <a:gd name="csX27" fmla="*/ 158115 w 3239404"/>
              <a:gd name="csY27" fmla="*/ 509564 h 776873"/>
              <a:gd name="csX28" fmla="*/ 154248 w 3239404"/>
              <a:gd name="csY28" fmla="*/ 502791 h 776873"/>
              <a:gd name="csX29" fmla="*/ 159648 w 3239404"/>
              <a:gd name="csY29" fmla="*/ 491895 h 776873"/>
              <a:gd name="csX30" fmla="*/ 161277 w 3239404"/>
              <a:gd name="csY30" fmla="*/ 504934 h 776873"/>
              <a:gd name="csX31" fmla="*/ 169554 w 3239404"/>
              <a:gd name="csY31" fmla="*/ 499134 h 776873"/>
              <a:gd name="csX32" fmla="*/ 162144 w 3239404"/>
              <a:gd name="csY32" fmla="*/ 509897 h 776873"/>
              <a:gd name="csX33" fmla="*/ 161744 w 3239404"/>
              <a:gd name="csY33" fmla="*/ 522794 h 776873"/>
              <a:gd name="csX34" fmla="*/ 172812 w 3239404"/>
              <a:gd name="csY34" fmla="*/ 525280 h 776873"/>
              <a:gd name="csX35" fmla="*/ 166354 w 3239404"/>
              <a:gd name="csY35" fmla="*/ 537719 h 776873"/>
              <a:gd name="csX36" fmla="*/ 177317 w 3239404"/>
              <a:gd name="csY36" fmla="*/ 543434 h 776873"/>
              <a:gd name="csX37" fmla="*/ 171564 w 3239404"/>
              <a:gd name="csY37" fmla="*/ 533271 h 776873"/>
              <a:gd name="csX38" fmla="*/ 180594 w 3239404"/>
              <a:gd name="csY38" fmla="*/ 535614 h 776873"/>
              <a:gd name="csX39" fmla="*/ 180127 w 3239404"/>
              <a:gd name="csY39" fmla="*/ 517774 h 776873"/>
              <a:gd name="csX40" fmla="*/ 183204 w 3239404"/>
              <a:gd name="csY40" fmla="*/ 516383 h 776873"/>
              <a:gd name="csX41" fmla="*/ 184928 w 3239404"/>
              <a:gd name="csY41" fmla="*/ 526242 h 776873"/>
              <a:gd name="csX42" fmla="*/ 210903 w 3239404"/>
              <a:gd name="csY42" fmla="*/ 537967 h 776873"/>
              <a:gd name="csX43" fmla="*/ 217256 w 3239404"/>
              <a:gd name="csY43" fmla="*/ 528718 h 776873"/>
              <a:gd name="csX44" fmla="*/ 221866 w 3239404"/>
              <a:gd name="csY44" fmla="*/ 543634 h 776873"/>
              <a:gd name="csX45" fmla="*/ 206673 w 3239404"/>
              <a:gd name="csY45" fmla="*/ 544092 h 776873"/>
              <a:gd name="csX46" fmla="*/ 227733 w 3239404"/>
              <a:gd name="csY46" fmla="*/ 550588 h 776873"/>
              <a:gd name="csX47" fmla="*/ 229448 w 3239404"/>
              <a:gd name="csY47" fmla="*/ 560417 h 776873"/>
              <a:gd name="csX48" fmla="*/ 244650 w 3239404"/>
              <a:gd name="csY48" fmla="*/ 559979 h 776873"/>
              <a:gd name="csX49" fmla="*/ 247164 w 3239404"/>
              <a:gd name="csY49" fmla="*/ 543987 h 776873"/>
              <a:gd name="csX50" fmla="*/ 259175 w 3239404"/>
              <a:gd name="csY50" fmla="*/ 548159 h 776873"/>
              <a:gd name="csX51" fmla="*/ 267643 w 3239404"/>
              <a:gd name="csY51" fmla="*/ 535862 h 776873"/>
              <a:gd name="csX52" fmla="*/ 268205 w 3239404"/>
              <a:gd name="csY52" fmla="*/ 550473 h 776873"/>
              <a:gd name="csX53" fmla="*/ 277435 w 3239404"/>
              <a:gd name="csY53" fmla="*/ 546321 h 776873"/>
              <a:gd name="csX54" fmla="*/ 276101 w 3239404"/>
              <a:gd name="csY54" fmla="*/ 557541 h 776873"/>
              <a:gd name="csX55" fmla="*/ 247631 w 3239404"/>
              <a:gd name="csY55" fmla="*/ 561808 h 776873"/>
              <a:gd name="csX56" fmla="*/ 254565 w 3239404"/>
              <a:gd name="csY56" fmla="*/ 567199 h 776873"/>
              <a:gd name="csX57" fmla="*/ 294084 w 3239404"/>
              <a:gd name="csY57" fmla="*/ 565428 h 776873"/>
              <a:gd name="csX58" fmla="*/ 336013 w 3239404"/>
              <a:gd name="csY58" fmla="*/ 584868 h 776873"/>
              <a:gd name="csX59" fmla="*/ 348043 w 3239404"/>
              <a:gd name="csY59" fmla="*/ 589021 h 776873"/>
              <a:gd name="csX60" fmla="*/ 362369 w 3239404"/>
              <a:gd name="csY60" fmla="*/ 583658 h 776873"/>
              <a:gd name="csX61" fmla="*/ 363141 w 3239404"/>
              <a:gd name="csY61" fmla="*/ 591812 h 776873"/>
              <a:gd name="csX62" fmla="*/ 370265 w 3239404"/>
              <a:gd name="csY62" fmla="*/ 590764 h 776873"/>
              <a:gd name="csX63" fmla="*/ 403641 w 3239404"/>
              <a:gd name="csY63" fmla="*/ 591726 h 776873"/>
              <a:gd name="csX64" fmla="*/ 407965 w 3239404"/>
              <a:gd name="csY64" fmla="*/ 582354 h 776873"/>
              <a:gd name="csX65" fmla="*/ 404593 w 3239404"/>
              <a:gd name="csY65" fmla="*/ 593422 h 776873"/>
              <a:gd name="csX66" fmla="*/ 432959 w 3239404"/>
              <a:gd name="csY66" fmla="*/ 592402 h 776873"/>
              <a:gd name="csX67" fmla="*/ 445961 w 3239404"/>
              <a:gd name="csY67" fmla="*/ 598251 h 776873"/>
              <a:gd name="csX68" fmla="*/ 451809 w 3239404"/>
              <a:gd name="csY68" fmla="*/ 605175 h 776873"/>
              <a:gd name="csX69" fmla="*/ 489414 w 3239404"/>
              <a:gd name="csY69" fmla="*/ 600013 h 776873"/>
              <a:gd name="csX70" fmla="*/ 521532 w 3239404"/>
              <a:gd name="csY70" fmla="*/ 608976 h 776873"/>
              <a:gd name="csX71" fmla="*/ 512407 w 3239404"/>
              <a:gd name="csY71" fmla="*/ 609881 h 776873"/>
              <a:gd name="csX72" fmla="*/ 532609 w 3239404"/>
              <a:gd name="csY72" fmla="*/ 611472 h 776873"/>
              <a:gd name="csX73" fmla="*/ 547697 w 3239404"/>
              <a:gd name="csY73" fmla="*/ 614243 h 776873"/>
              <a:gd name="csX74" fmla="*/ 553555 w 3239404"/>
              <a:gd name="csY74" fmla="*/ 621168 h 776873"/>
              <a:gd name="csX75" fmla="*/ 575005 w 3239404"/>
              <a:gd name="csY75" fmla="*/ 614748 h 776873"/>
              <a:gd name="csX76" fmla="*/ 614239 w 3239404"/>
              <a:gd name="csY76" fmla="*/ 622654 h 776873"/>
              <a:gd name="csX77" fmla="*/ 1637329 w 3239404"/>
              <a:gd name="csY77" fmla="*/ 666431 h 776873"/>
              <a:gd name="csX78" fmla="*/ 1635966 w 3239404"/>
              <a:gd name="csY78" fmla="*/ 677680 h 776873"/>
              <a:gd name="csX79" fmla="*/ 1559109 w 3239404"/>
              <a:gd name="csY79" fmla="*/ 674937 h 776873"/>
              <a:gd name="csX80" fmla="*/ 1551804 w 3239404"/>
              <a:gd name="csY80" fmla="*/ 682452 h 776873"/>
              <a:gd name="csX81" fmla="*/ 1554994 w 3239404"/>
              <a:gd name="csY81" fmla="*/ 677832 h 776873"/>
              <a:gd name="csX82" fmla="*/ 1542869 w 3239404"/>
              <a:gd name="csY82" fmla="*/ 676889 h 776873"/>
              <a:gd name="csX83" fmla="*/ 1540450 w 3239404"/>
              <a:gd name="csY83" fmla="*/ 689672 h 776873"/>
              <a:gd name="csX84" fmla="*/ 1498044 w 3239404"/>
              <a:gd name="csY84" fmla="*/ 686376 h 776873"/>
              <a:gd name="csX85" fmla="*/ 1463612 w 3239404"/>
              <a:gd name="csY85" fmla="*/ 686919 h 776873"/>
              <a:gd name="csX86" fmla="*/ 1462735 w 3239404"/>
              <a:gd name="csY86" fmla="*/ 682004 h 776873"/>
              <a:gd name="csX87" fmla="*/ 1407814 w 3239404"/>
              <a:gd name="csY87" fmla="*/ 690710 h 776873"/>
              <a:gd name="csX88" fmla="*/ 1403975 w 3239404"/>
              <a:gd name="csY88" fmla="*/ 683938 h 776873"/>
              <a:gd name="csX89" fmla="*/ 1405795 w 3239404"/>
              <a:gd name="csY89" fmla="*/ 690539 h 776873"/>
              <a:gd name="csX90" fmla="*/ 1341168 w 3239404"/>
              <a:gd name="csY90" fmla="*/ 685538 h 776873"/>
              <a:gd name="csX91" fmla="*/ 1321918 w 3239404"/>
              <a:gd name="csY91" fmla="*/ 685652 h 776873"/>
              <a:gd name="csX92" fmla="*/ 1301639 w 3239404"/>
              <a:gd name="csY92" fmla="*/ 687310 h 776873"/>
              <a:gd name="csX93" fmla="*/ 1277398 w 3239404"/>
              <a:gd name="csY93" fmla="*/ 685452 h 776873"/>
              <a:gd name="csX94" fmla="*/ 1275074 w 3239404"/>
              <a:gd name="csY94" fmla="*/ 694968 h 776873"/>
              <a:gd name="csX95" fmla="*/ 1271254 w 3239404"/>
              <a:gd name="csY95" fmla="*/ 688195 h 776873"/>
              <a:gd name="csX96" fmla="*/ 1254881 w 3239404"/>
              <a:gd name="csY96" fmla="*/ 693415 h 776873"/>
              <a:gd name="csX97" fmla="*/ 1255081 w 3239404"/>
              <a:gd name="csY97" fmla="*/ 686947 h 776873"/>
              <a:gd name="csX98" fmla="*/ 1233621 w 3239404"/>
              <a:gd name="csY98" fmla="*/ 693377 h 776873"/>
              <a:gd name="csX99" fmla="*/ 1227754 w 3239404"/>
              <a:gd name="csY99" fmla="*/ 686443 h 776873"/>
              <a:gd name="csX100" fmla="*/ 1222467 w 3239404"/>
              <a:gd name="csY100" fmla="*/ 694139 h 776873"/>
              <a:gd name="csX101" fmla="*/ 1219676 w 3239404"/>
              <a:gd name="csY101" fmla="*/ 685824 h 776873"/>
              <a:gd name="csX102" fmla="*/ 1195159 w 3239404"/>
              <a:gd name="csY102" fmla="*/ 693606 h 776873"/>
              <a:gd name="csX103" fmla="*/ 1194378 w 3239404"/>
              <a:gd name="csY103" fmla="*/ 685481 h 776873"/>
              <a:gd name="csX104" fmla="*/ 1151677 w 3239404"/>
              <a:gd name="csY104" fmla="*/ 691881 h 776873"/>
              <a:gd name="csX105" fmla="*/ 1133399 w 3239404"/>
              <a:gd name="csY105" fmla="*/ 693701 h 776873"/>
              <a:gd name="csX106" fmla="*/ 1115320 w 3239404"/>
              <a:gd name="csY106" fmla="*/ 689043 h 776873"/>
              <a:gd name="csX107" fmla="*/ 1003182 w 3239404"/>
              <a:gd name="csY107" fmla="*/ 681957 h 776873"/>
              <a:gd name="csX108" fmla="*/ 1000973 w 3239404"/>
              <a:gd name="csY108" fmla="*/ 688253 h 776873"/>
              <a:gd name="csX109" fmla="*/ 992134 w 3239404"/>
              <a:gd name="csY109" fmla="*/ 679470 h 776873"/>
              <a:gd name="csX110" fmla="*/ 917105 w 3239404"/>
              <a:gd name="csY110" fmla="*/ 683357 h 776873"/>
              <a:gd name="csX111" fmla="*/ 914324 w 3239404"/>
              <a:gd name="csY111" fmla="*/ 675079 h 776873"/>
              <a:gd name="csX112" fmla="*/ 885939 w 3239404"/>
              <a:gd name="csY112" fmla="*/ 676080 h 776873"/>
              <a:gd name="csX113" fmla="*/ 879205 w 3239404"/>
              <a:gd name="csY113" fmla="*/ 698244 h 776873"/>
              <a:gd name="csX114" fmla="*/ 873538 w 3239404"/>
              <a:gd name="csY114" fmla="*/ 684862 h 776873"/>
              <a:gd name="csX115" fmla="*/ 880748 w 3239404"/>
              <a:gd name="csY115" fmla="*/ 680537 h 776873"/>
              <a:gd name="csX116" fmla="*/ 874795 w 3239404"/>
              <a:gd name="csY116" fmla="*/ 676842 h 776873"/>
              <a:gd name="csX117" fmla="*/ 836609 w 3239404"/>
              <a:gd name="csY117" fmla="*/ 667412 h 776873"/>
              <a:gd name="csX118" fmla="*/ 819493 w 3239404"/>
              <a:gd name="csY118" fmla="*/ 664440 h 776873"/>
              <a:gd name="csX119" fmla="*/ 819293 w 3239404"/>
              <a:gd name="csY119" fmla="*/ 670907 h 776873"/>
              <a:gd name="csX120" fmla="*/ 785155 w 3239404"/>
              <a:gd name="csY120" fmla="*/ 661792 h 776873"/>
              <a:gd name="csX121" fmla="*/ 783898 w 3239404"/>
              <a:gd name="csY121" fmla="*/ 669793 h 776873"/>
              <a:gd name="csX122" fmla="*/ 732653 w 3239404"/>
              <a:gd name="csY122" fmla="*/ 657734 h 776873"/>
              <a:gd name="csX123" fmla="*/ 733501 w 3239404"/>
              <a:gd name="csY123" fmla="*/ 662630 h 776873"/>
              <a:gd name="csX124" fmla="*/ 679171 w 3239404"/>
              <a:gd name="csY124" fmla="*/ 651962 h 776873"/>
              <a:gd name="csX125" fmla="*/ 628660 w 3239404"/>
              <a:gd name="csY125" fmla="*/ 648048 h 776873"/>
              <a:gd name="csX126" fmla="*/ 625316 w 3239404"/>
              <a:gd name="csY126" fmla="*/ 659106 h 776873"/>
              <a:gd name="csX127" fmla="*/ 621268 w 3239404"/>
              <a:gd name="csY127" fmla="*/ 658792 h 776873"/>
              <a:gd name="csX128" fmla="*/ 603485 w 3239404"/>
              <a:gd name="csY128" fmla="*/ 644447 h 776873"/>
              <a:gd name="csX129" fmla="*/ 609333 w 3239404"/>
              <a:gd name="csY129" fmla="*/ 651419 h 776873"/>
              <a:gd name="csX130" fmla="*/ 603085 w 3239404"/>
              <a:gd name="csY130" fmla="*/ 657382 h 776873"/>
              <a:gd name="csX131" fmla="*/ 573272 w 3239404"/>
              <a:gd name="csY131" fmla="*/ 638884 h 776873"/>
              <a:gd name="csX132" fmla="*/ 569900 w 3239404"/>
              <a:gd name="csY132" fmla="*/ 649933 h 776873"/>
              <a:gd name="csX133" fmla="*/ 565871 w 3239404"/>
              <a:gd name="csY133" fmla="*/ 649648 h 776873"/>
              <a:gd name="csX134" fmla="*/ 569128 w 3239404"/>
              <a:gd name="csY134" fmla="*/ 641799 h 776873"/>
              <a:gd name="csX135" fmla="*/ 559994 w 3239404"/>
              <a:gd name="csY135" fmla="*/ 642723 h 776873"/>
              <a:gd name="csX136" fmla="*/ 559698 w 3239404"/>
              <a:gd name="csY136" fmla="*/ 652381 h 776873"/>
              <a:gd name="csX137" fmla="*/ 565652 w 3239404"/>
              <a:gd name="csY137" fmla="*/ 656106 h 776873"/>
              <a:gd name="csX138" fmla="*/ 555365 w 3239404"/>
              <a:gd name="csY138" fmla="*/ 661802 h 776873"/>
              <a:gd name="csX139" fmla="*/ 545459 w 3239404"/>
              <a:gd name="csY139" fmla="*/ 654534 h 776873"/>
              <a:gd name="csX140" fmla="*/ 554679 w 3239404"/>
              <a:gd name="csY140" fmla="*/ 650419 h 776873"/>
              <a:gd name="csX141" fmla="*/ 559975 w 3239404"/>
              <a:gd name="csY141" fmla="*/ 642723 h 776873"/>
              <a:gd name="csX142" fmla="*/ 542001 w 3239404"/>
              <a:gd name="csY142" fmla="*/ 634855 h 776873"/>
              <a:gd name="csX143" fmla="*/ 543716 w 3239404"/>
              <a:gd name="csY143" fmla="*/ 644704 h 776873"/>
              <a:gd name="csX144" fmla="*/ 540734 w 3239404"/>
              <a:gd name="csY144" fmla="*/ 642847 h 776873"/>
              <a:gd name="csX145" fmla="*/ 542582 w 3239404"/>
              <a:gd name="csY145" fmla="*/ 649448 h 776873"/>
              <a:gd name="csX146" fmla="*/ 526990 w 3239404"/>
              <a:gd name="csY146" fmla="*/ 662802 h 776873"/>
              <a:gd name="csX147" fmla="*/ 523246 w 3239404"/>
              <a:gd name="csY147" fmla="*/ 652829 h 776873"/>
              <a:gd name="csX148" fmla="*/ 509864 w 3239404"/>
              <a:gd name="csY148" fmla="*/ 659858 h 776873"/>
              <a:gd name="csX149" fmla="*/ 514188 w 3239404"/>
              <a:gd name="csY149" fmla="*/ 650505 h 776873"/>
              <a:gd name="csX150" fmla="*/ 508902 w 3239404"/>
              <a:gd name="csY150" fmla="*/ 658172 h 776873"/>
              <a:gd name="csX151" fmla="*/ 499862 w 3239404"/>
              <a:gd name="csY151" fmla="*/ 655858 h 776873"/>
              <a:gd name="csX152" fmla="*/ 498129 w 3239404"/>
              <a:gd name="csY152" fmla="*/ 646009 h 776873"/>
              <a:gd name="csX153" fmla="*/ 477850 w 3239404"/>
              <a:gd name="csY153" fmla="*/ 647657 h 776873"/>
              <a:gd name="csX154" fmla="*/ 464572 w 3239404"/>
              <a:gd name="csY154" fmla="*/ 651514 h 776873"/>
              <a:gd name="csX155" fmla="*/ 448704 w 3239404"/>
              <a:gd name="csY155" fmla="*/ 640561 h 776873"/>
              <a:gd name="csX156" fmla="*/ 421291 w 3239404"/>
              <a:gd name="csY156" fmla="*/ 643285 h 776873"/>
              <a:gd name="csX157" fmla="*/ 396192 w 3239404"/>
              <a:gd name="csY157" fmla="*/ 636456 h 776873"/>
              <a:gd name="csX158" fmla="*/ 396392 w 3239404"/>
              <a:gd name="csY158" fmla="*/ 630036 h 776873"/>
              <a:gd name="csX159" fmla="*/ 355902 w 3239404"/>
              <a:gd name="csY159" fmla="*/ 630102 h 776873"/>
              <a:gd name="csX160" fmla="*/ 360797 w 3239404"/>
              <a:gd name="csY160" fmla="*/ 635341 h 776873"/>
              <a:gd name="csX161" fmla="*/ 360597 w 3239404"/>
              <a:gd name="csY161" fmla="*/ 641828 h 776873"/>
              <a:gd name="csX162" fmla="*/ 342709 w 3239404"/>
              <a:gd name="csY162" fmla="*/ 630712 h 776873"/>
              <a:gd name="csX163" fmla="*/ 345586 w 3239404"/>
              <a:gd name="csY163" fmla="*/ 635789 h 776873"/>
              <a:gd name="csX164" fmla="*/ 339338 w 3239404"/>
              <a:gd name="csY164" fmla="*/ 641780 h 776873"/>
              <a:gd name="csX165" fmla="*/ 335509 w 3239404"/>
              <a:gd name="csY165" fmla="*/ 635008 h 776873"/>
              <a:gd name="csX166" fmla="*/ 311077 w 3239404"/>
              <a:gd name="csY166" fmla="*/ 639580 h 776873"/>
              <a:gd name="csX167" fmla="*/ 311448 w 3239404"/>
              <a:gd name="csY167" fmla="*/ 626664 h 776873"/>
              <a:gd name="csX168" fmla="*/ 303476 w 3239404"/>
              <a:gd name="csY168" fmla="*/ 622835 h 776873"/>
              <a:gd name="csX169" fmla="*/ 306276 w 3239404"/>
              <a:gd name="csY169" fmla="*/ 631131 h 776873"/>
              <a:gd name="csX170" fmla="*/ 297990 w 3239404"/>
              <a:gd name="csY170" fmla="*/ 636960 h 776873"/>
              <a:gd name="csX171" fmla="*/ 300295 w 3239404"/>
              <a:gd name="csY171" fmla="*/ 627416 h 776873"/>
              <a:gd name="csX172" fmla="*/ 279044 w 3239404"/>
              <a:gd name="csY172" fmla="*/ 627388 h 776873"/>
              <a:gd name="csX173" fmla="*/ 277320 w 3239404"/>
              <a:gd name="csY173" fmla="*/ 617549 h 776873"/>
              <a:gd name="csX174" fmla="*/ 244602 w 3239404"/>
              <a:gd name="csY174" fmla="*/ 627969 h 776873"/>
              <a:gd name="csX175" fmla="*/ 240963 w 3239404"/>
              <a:gd name="csY175" fmla="*/ 614710 h 776873"/>
              <a:gd name="csX176" fmla="*/ 235668 w 3239404"/>
              <a:gd name="csY176" fmla="*/ 622425 h 776873"/>
              <a:gd name="csX177" fmla="*/ 224800 w 3239404"/>
              <a:gd name="csY177" fmla="*/ 613491 h 776873"/>
              <a:gd name="csX178" fmla="*/ 230753 w 3239404"/>
              <a:gd name="csY178" fmla="*/ 617148 h 776873"/>
              <a:gd name="csX179" fmla="*/ 229610 w 3239404"/>
              <a:gd name="csY179" fmla="*/ 621940 h 776873"/>
              <a:gd name="csX180" fmla="*/ 199215 w 3239404"/>
              <a:gd name="csY180" fmla="*/ 622806 h 776873"/>
              <a:gd name="csX181" fmla="*/ 195653 w 3239404"/>
              <a:gd name="csY181" fmla="*/ 606356 h 776873"/>
              <a:gd name="csX182" fmla="*/ 198234 w 3239404"/>
              <a:gd name="csY182" fmla="*/ 621111 h 776873"/>
              <a:gd name="csX183" fmla="*/ 181994 w 3239404"/>
              <a:gd name="csY183" fmla="*/ 623111 h 776873"/>
              <a:gd name="csX184" fmla="*/ 181518 w 3239404"/>
              <a:gd name="csY184" fmla="*/ 605299 h 776873"/>
              <a:gd name="csX185" fmla="*/ 177946 w 3239404"/>
              <a:gd name="csY185" fmla="*/ 622787 h 776873"/>
              <a:gd name="csX186" fmla="*/ 171993 w 3239404"/>
              <a:gd name="csY186" fmla="*/ 619073 h 776873"/>
              <a:gd name="csX187" fmla="*/ 175279 w 3239404"/>
              <a:gd name="csY187" fmla="*/ 611233 h 776873"/>
              <a:gd name="csX188" fmla="*/ 167973 w 3239404"/>
              <a:gd name="csY188" fmla="*/ 618768 h 776873"/>
              <a:gd name="csX189" fmla="*/ 156248 w 3239404"/>
              <a:gd name="csY189" fmla="*/ 604918 h 776873"/>
              <a:gd name="csX190" fmla="*/ 142094 w 3239404"/>
              <a:gd name="csY190" fmla="*/ 603832 h 776873"/>
              <a:gd name="csX191" fmla="*/ 139684 w 3239404"/>
              <a:gd name="csY191" fmla="*/ 616577 h 776873"/>
              <a:gd name="csX192" fmla="*/ 144504 w 3239404"/>
              <a:gd name="csY192" fmla="*/ 625073 h 776873"/>
              <a:gd name="csX193" fmla="*/ 150562 w 3239404"/>
              <a:gd name="csY193" fmla="*/ 625540 h 776873"/>
              <a:gd name="csX194" fmla="*/ 150762 w 3239404"/>
              <a:gd name="csY194" fmla="*/ 619082 h 776873"/>
              <a:gd name="csX195" fmla="*/ 172583 w 3239404"/>
              <a:gd name="csY195" fmla="*/ 633703 h 776873"/>
              <a:gd name="csX196" fmla="*/ 178822 w 3239404"/>
              <a:gd name="csY196" fmla="*/ 627731 h 776873"/>
              <a:gd name="csX197" fmla="*/ 175365 w 3239404"/>
              <a:gd name="csY197" fmla="*/ 641999 h 776873"/>
              <a:gd name="csX198" fmla="*/ 183652 w 3239404"/>
              <a:gd name="csY198" fmla="*/ 636198 h 776873"/>
              <a:gd name="csX199" fmla="*/ 196920 w 3239404"/>
              <a:gd name="csY199" fmla="*/ 632369 h 776873"/>
              <a:gd name="csX200" fmla="*/ 193548 w 3239404"/>
              <a:gd name="csY200" fmla="*/ 643437 h 776873"/>
              <a:gd name="csX201" fmla="*/ 204416 w 3239404"/>
              <a:gd name="csY201" fmla="*/ 652372 h 776873"/>
              <a:gd name="csX202" fmla="*/ 206635 w 3239404"/>
              <a:gd name="csY202" fmla="*/ 646066 h 776873"/>
              <a:gd name="csX203" fmla="*/ 217599 w 3239404"/>
              <a:gd name="csY203" fmla="*/ 651781 h 776873"/>
              <a:gd name="csX204" fmla="*/ 218846 w 3239404"/>
              <a:gd name="csY204" fmla="*/ 643780 h 776873"/>
              <a:gd name="csX205" fmla="*/ 225971 w 3239404"/>
              <a:gd name="csY205" fmla="*/ 642732 h 776873"/>
              <a:gd name="csX206" fmla="*/ 224714 w 3239404"/>
              <a:gd name="csY206" fmla="*/ 650715 h 776873"/>
              <a:gd name="csX207" fmla="*/ 251079 w 3239404"/>
              <a:gd name="csY207" fmla="*/ 649514 h 776873"/>
              <a:gd name="csX208" fmla="*/ 246840 w 3239404"/>
              <a:gd name="csY208" fmla="*/ 655667 h 776873"/>
              <a:gd name="csX209" fmla="*/ 255775 w 3239404"/>
              <a:gd name="csY209" fmla="*/ 661211 h 776873"/>
              <a:gd name="csX210" fmla="*/ 243745 w 3239404"/>
              <a:gd name="csY210" fmla="*/ 657049 h 776873"/>
              <a:gd name="csX211" fmla="*/ 223361 w 3239404"/>
              <a:gd name="csY211" fmla="*/ 661925 h 776873"/>
              <a:gd name="csX212" fmla="*/ 259623 w 3239404"/>
              <a:gd name="csY212" fmla="*/ 667983 h 776873"/>
              <a:gd name="csX213" fmla="*/ 255784 w 3239404"/>
              <a:gd name="csY213" fmla="*/ 661211 h 776873"/>
              <a:gd name="csX214" fmla="*/ 268757 w 3239404"/>
              <a:gd name="csY214" fmla="*/ 667059 h 776873"/>
              <a:gd name="csX215" fmla="*/ 262804 w 3239404"/>
              <a:gd name="csY215" fmla="*/ 663392 h 776873"/>
              <a:gd name="csX216" fmla="*/ 271082 w 3239404"/>
              <a:gd name="csY216" fmla="*/ 657534 h 776873"/>
              <a:gd name="csX217" fmla="*/ 269824 w 3239404"/>
              <a:gd name="csY217" fmla="*/ 665526 h 776873"/>
              <a:gd name="csX218" fmla="*/ 274825 w 3239404"/>
              <a:gd name="csY218" fmla="*/ 667536 h 776873"/>
              <a:gd name="csX219" fmla="*/ 302133 w 3239404"/>
              <a:gd name="csY219" fmla="*/ 668040 h 776873"/>
              <a:gd name="csX220" fmla="*/ 295989 w 3239404"/>
              <a:gd name="csY220" fmla="*/ 670784 h 776873"/>
              <a:gd name="csX221" fmla="*/ 337337 w 3239404"/>
              <a:gd name="csY221" fmla="*/ 675632 h 776873"/>
              <a:gd name="csX222" fmla="*/ 334080 w 3239404"/>
              <a:gd name="csY222" fmla="*/ 683461 h 776873"/>
              <a:gd name="csX223" fmla="*/ 341386 w 3239404"/>
              <a:gd name="csY223" fmla="*/ 675937 h 776873"/>
              <a:gd name="csX224" fmla="*/ 347053 w 3239404"/>
              <a:gd name="csY224" fmla="*/ 689310 h 776873"/>
              <a:gd name="csX225" fmla="*/ 346386 w 3239404"/>
              <a:gd name="csY225" fmla="*/ 677918 h 776873"/>
              <a:gd name="csX226" fmla="*/ 371570 w 3239404"/>
              <a:gd name="csY226" fmla="*/ 681528 h 776873"/>
              <a:gd name="csX227" fmla="*/ 384000 w 3239404"/>
              <a:gd name="csY227" fmla="*/ 672784 h 776873"/>
              <a:gd name="csX228" fmla="*/ 387734 w 3239404"/>
              <a:gd name="csY228" fmla="*/ 682795 h 776873"/>
              <a:gd name="csX229" fmla="*/ 407070 w 3239404"/>
              <a:gd name="csY229" fmla="*/ 679423 h 776873"/>
              <a:gd name="csX230" fmla="*/ 399840 w 3239404"/>
              <a:gd name="csY230" fmla="*/ 683699 h 776873"/>
              <a:gd name="csX231" fmla="*/ 417147 w 3239404"/>
              <a:gd name="csY231" fmla="*/ 680204 h 776873"/>
              <a:gd name="csX232" fmla="*/ 419852 w 3239404"/>
              <a:gd name="csY232" fmla="*/ 691739 h 776873"/>
              <a:gd name="csX233" fmla="*/ 412518 w 3239404"/>
              <a:gd name="csY233" fmla="*/ 699263 h 776873"/>
              <a:gd name="csX234" fmla="*/ 445237 w 3239404"/>
              <a:gd name="csY234" fmla="*/ 688871 h 776873"/>
              <a:gd name="csX235" fmla="*/ 445799 w 3239404"/>
              <a:gd name="csY235" fmla="*/ 703474 h 776873"/>
              <a:gd name="csX236" fmla="*/ 477936 w 3239404"/>
              <a:gd name="csY236" fmla="*/ 712408 h 776873"/>
              <a:gd name="csX237" fmla="*/ 490033 w 3239404"/>
              <a:gd name="csY237" fmla="*/ 713398 h 776873"/>
              <a:gd name="csX238" fmla="*/ 492347 w 3239404"/>
              <a:gd name="csY238" fmla="*/ 703835 h 776873"/>
              <a:gd name="csX239" fmla="*/ 519370 w 3239404"/>
              <a:gd name="csY239" fmla="*/ 714008 h 776873"/>
              <a:gd name="csX240" fmla="*/ 558803 w 3239404"/>
              <a:gd name="csY240" fmla="*/ 715456 h 776873"/>
              <a:gd name="csX241" fmla="*/ 577653 w 3239404"/>
              <a:gd name="csY241" fmla="*/ 728257 h 776873"/>
              <a:gd name="csX242" fmla="*/ 591131 w 3239404"/>
              <a:gd name="csY242" fmla="*/ 717961 h 776873"/>
              <a:gd name="csX243" fmla="*/ 594874 w 3239404"/>
              <a:gd name="csY243" fmla="*/ 727991 h 776873"/>
              <a:gd name="csX244" fmla="*/ 665369 w 3239404"/>
              <a:gd name="csY244" fmla="*/ 739906 h 776873"/>
              <a:gd name="csX245" fmla="*/ 664597 w 3239404"/>
              <a:gd name="csY245" fmla="*/ 731772 h 776873"/>
              <a:gd name="csX246" fmla="*/ 723081 w 3239404"/>
              <a:gd name="csY246" fmla="*/ 739545 h 776873"/>
              <a:gd name="csX247" fmla="*/ 737025 w 3239404"/>
              <a:gd name="csY247" fmla="*/ 747098 h 776873"/>
              <a:gd name="csX248" fmla="*/ 737216 w 3239404"/>
              <a:gd name="csY248" fmla="*/ 740631 h 776873"/>
              <a:gd name="csX249" fmla="*/ 759428 w 3239404"/>
              <a:gd name="csY249" fmla="*/ 742373 h 776873"/>
              <a:gd name="csX250" fmla="*/ 765191 w 3239404"/>
              <a:gd name="csY250" fmla="*/ 752518 h 776873"/>
              <a:gd name="csX251" fmla="*/ 826751 w 3239404"/>
              <a:gd name="csY251" fmla="*/ 758909 h 776873"/>
              <a:gd name="csX252" fmla="*/ 827913 w 3239404"/>
              <a:gd name="csY252" fmla="*/ 754137 h 776873"/>
              <a:gd name="csX253" fmla="*/ 934860 w 3239404"/>
              <a:gd name="csY253" fmla="*/ 765662 h 776873"/>
              <a:gd name="csX254" fmla="*/ 980370 w 3239404"/>
              <a:gd name="csY254" fmla="*/ 767596 h 776873"/>
              <a:gd name="csX255" fmla="*/ 1001506 w 3239404"/>
              <a:gd name="csY255" fmla="*/ 770872 h 776873"/>
              <a:gd name="csX256" fmla="*/ 1005764 w 3239404"/>
              <a:gd name="csY256" fmla="*/ 764719 h 776873"/>
              <a:gd name="csX257" fmla="*/ 1025757 w 3239404"/>
              <a:gd name="csY257" fmla="*/ 772758 h 776873"/>
              <a:gd name="csX258" fmla="*/ 1087593 w 3239404"/>
              <a:gd name="csY258" fmla="*/ 769463 h 776873"/>
              <a:gd name="csX259" fmla="*/ 1091460 w 3239404"/>
              <a:gd name="csY259" fmla="*/ 776216 h 776873"/>
              <a:gd name="csX260" fmla="*/ 1169565 w 3239404"/>
              <a:gd name="csY260" fmla="*/ 770968 h 776873"/>
              <a:gd name="csX261" fmla="*/ 1203798 w 3239404"/>
              <a:gd name="csY261" fmla="*/ 776854 h 776873"/>
              <a:gd name="csX262" fmla="*/ 1224182 w 3239404"/>
              <a:gd name="csY262" fmla="*/ 771939 h 776873"/>
              <a:gd name="csX263" fmla="*/ 1280836 w 3239404"/>
              <a:gd name="csY263" fmla="*/ 773111 h 776873"/>
              <a:gd name="csX264" fmla="*/ 1406357 w 3239404"/>
              <a:gd name="csY264" fmla="*/ 773139 h 776873"/>
              <a:gd name="csX265" fmla="*/ 1410595 w 3239404"/>
              <a:gd name="csY265" fmla="*/ 766986 h 776873"/>
              <a:gd name="csX266" fmla="*/ 1411453 w 3239404"/>
              <a:gd name="csY266" fmla="*/ 771911 h 776873"/>
              <a:gd name="csX267" fmla="*/ 1472451 w 3239404"/>
              <a:gd name="csY267" fmla="*/ 763719 h 776873"/>
              <a:gd name="csX268" fmla="*/ 1476280 w 3239404"/>
              <a:gd name="csY268" fmla="*/ 770472 h 776873"/>
              <a:gd name="csX269" fmla="*/ 1484557 w 3239404"/>
              <a:gd name="csY269" fmla="*/ 764653 h 776873"/>
              <a:gd name="csX270" fmla="*/ 1481395 w 3239404"/>
              <a:gd name="csY270" fmla="*/ 769234 h 776873"/>
              <a:gd name="csX271" fmla="*/ 1488605 w 3239404"/>
              <a:gd name="csY271" fmla="*/ 764976 h 776873"/>
              <a:gd name="csX272" fmla="*/ 1976561 w 3239404"/>
              <a:gd name="csY272" fmla="*/ 730010 h 776873"/>
              <a:gd name="csX273" fmla="*/ 1979743 w 3239404"/>
              <a:gd name="csY273" fmla="*/ 725410 h 776873"/>
              <a:gd name="csX274" fmla="*/ 2046589 w 3239404"/>
              <a:gd name="csY274" fmla="*/ 724114 h 776873"/>
              <a:gd name="csX275" fmla="*/ 2054762 w 3239404"/>
              <a:gd name="csY275" fmla="*/ 721523 h 776873"/>
              <a:gd name="csX276" fmla="*/ 2073059 w 3239404"/>
              <a:gd name="csY276" fmla="*/ 719723 h 776873"/>
              <a:gd name="csX277" fmla="*/ 2077279 w 3239404"/>
              <a:gd name="csY277" fmla="*/ 713560 h 776873"/>
              <a:gd name="csX278" fmla="*/ 2100653 w 3239404"/>
              <a:gd name="csY278" fmla="*/ 710503 h 776873"/>
              <a:gd name="csX279" fmla="*/ 2212896 w 3239404"/>
              <a:gd name="csY279" fmla="*/ 714370 h 776873"/>
              <a:gd name="csX280" fmla="*/ 2217134 w 3239404"/>
              <a:gd name="csY280" fmla="*/ 708236 h 776873"/>
              <a:gd name="csX281" fmla="*/ 2237432 w 3239404"/>
              <a:gd name="csY281" fmla="*/ 706550 h 776873"/>
              <a:gd name="csX282" fmla="*/ 2240223 w 3239404"/>
              <a:gd name="csY282" fmla="*/ 714865 h 776873"/>
              <a:gd name="csX283" fmla="*/ 2249357 w 3239404"/>
              <a:gd name="csY283" fmla="*/ 713951 h 776873"/>
              <a:gd name="csX284" fmla="*/ 2283971 w 3239404"/>
              <a:gd name="csY284" fmla="*/ 706931 h 776873"/>
              <a:gd name="csX285" fmla="*/ 2284743 w 3239404"/>
              <a:gd name="csY285" fmla="*/ 715094 h 776873"/>
              <a:gd name="csX286" fmla="*/ 2293982 w 3239404"/>
              <a:gd name="csY286" fmla="*/ 710960 h 776873"/>
              <a:gd name="csX287" fmla="*/ 2293125 w 3239404"/>
              <a:gd name="csY287" fmla="*/ 706017 h 776873"/>
              <a:gd name="csX288" fmla="*/ 2302364 w 3239404"/>
              <a:gd name="csY288" fmla="*/ 701892 h 776873"/>
              <a:gd name="csX289" fmla="*/ 2302154 w 3239404"/>
              <a:gd name="csY289" fmla="*/ 708331 h 776873"/>
              <a:gd name="csX290" fmla="*/ 2318604 w 3239404"/>
              <a:gd name="csY290" fmla="*/ 699911 h 776873"/>
              <a:gd name="csX291" fmla="*/ 2312261 w 3239404"/>
              <a:gd name="csY291" fmla="*/ 709122 h 776873"/>
              <a:gd name="csX292" fmla="*/ 2349198 w 3239404"/>
              <a:gd name="csY292" fmla="*/ 692548 h 776873"/>
              <a:gd name="csX293" fmla="*/ 2354018 w 3239404"/>
              <a:gd name="csY293" fmla="*/ 701035 h 776873"/>
              <a:gd name="csX294" fmla="*/ 2352189 w 3239404"/>
              <a:gd name="csY294" fmla="*/ 694425 h 776873"/>
              <a:gd name="csX295" fmla="*/ 2370753 w 3239404"/>
              <a:gd name="csY295" fmla="*/ 682918 h 776873"/>
              <a:gd name="csX296" fmla="*/ 2374516 w 3239404"/>
              <a:gd name="csY296" fmla="*/ 692939 h 776873"/>
              <a:gd name="csX297" fmla="*/ 2384612 w 3239404"/>
              <a:gd name="csY297" fmla="*/ 693701 h 776873"/>
              <a:gd name="csX298" fmla="*/ 2380764 w 3239404"/>
              <a:gd name="csY298" fmla="*/ 686947 h 776873"/>
              <a:gd name="csX299" fmla="*/ 2402310 w 3239404"/>
              <a:gd name="csY299" fmla="*/ 677289 h 776873"/>
              <a:gd name="csX300" fmla="*/ 2400100 w 3239404"/>
              <a:gd name="csY300" fmla="*/ 683576 h 776873"/>
              <a:gd name="csX301" fmla="*/ 2406053 w 3239404"/>
              <a:gd name="csY301" fmla="*/ 687281 h 776873"/>
              <a:gd name="csX302" fmla="*/ 2413454 w 3239404"/>
              <a:gd name="csY302" fmla="*/ 676527 h 776873"/>
              <a:gd name="csX303" fmla="*/ 2466156 w 3239404"/>
              <a:gd name="csY303" fmla="*/ 674146 h 776873"/>
              <a:gd name="csX304" fmla="*/ 2486863 w 3239404"/>
              <a:gd name="csY304" fmla="*/ 659563 h 776873"/>
              <a:gd name="csX305" fmla="*/ 2474443 w 3239404"/>
              <a:gd name="csY305" fmla="*/ 668326 h 776873"/>
              <a:gd name="csX306" fmla="*/ 2479339 w 3239404"/>
              <a:gd name="csY306" fmla="*/ 673556 h 776873"/>
              <a:gd name="csX307" fmla="*/ 2461632 w 3239404"/>
              <a:gd name="csY307" fmla="*/ 689967 h 776873"/>
              <a:gd name="csX308" fmla="*/ 2443363 w 3239404"/>
              <a:gd name="csY308" fmla="*/ 691777 h 776873"/>
              <a:gd name="csX309" fmla="*/ 2485206 w 3239404"/>
              <a:gd name="csY309" fmla="*/ 680471 h 776873"/>
              <a:gd name="csX310" fmla="*/ 2481939 w 3239404"/>
              <a:gd name="csY310" fmla="*/ 688300 h 776873"/>
              <a:gd name="csX311" fmla="*/ 2501665 w 3239404"/>
              <a:gd name="csY311" fmla="*/ 672022 h 776873"/>
              <a:gd name="csX312" fmla="*/ 2506485 w 3239404"/>
              <a:gd name="csY312" fmla="*/ 680509 h 776873"/>
              <a:gd name="csX313" fmla="*/ 2538508 w 3239404"/>
              <a:gd name="csY313" fmla="*/ 658706 h 776873"/>
              <a:gd name="csX314" fmla="*/ 2585561 w 3239404"/>
              <a:gd name="csY314" fmla="*/ 642932 h 776873"/>
              <a:gd name="csX315" fmla="*/ 2615375 w 3239404"/>
              <a:gd name="csY315" fmla="*/ 627445 h 776873"/>
              <a:gd name="csX316" fmla="*/ 2694642 w 3239404"/>
              <a:gd name="csY316" fmla="*/ 617415 h 776873"/>
              <a:gd name="csX317" fmla="*/ 2708701 w 3239404"/>
              <a:gd name="csY317" fmla="*/ 587735 h 776873"/>
              <a:gd name="csX318" fmla="*/ 2725064 w 3239404"/>
              <a:gd name="csY318" fmla="*/ 582554 h 776873"/>
              <a:gd name="csX319" fmla="*/ 2788939 w 3239404"/>
              <a:gd name="csY319" fmla="*/ 579410 h 776873"/>
              <a:gd name="csX320" fmla="*/ 2793463 w 3239404"/>
              <a:gd name="csY320" fmla="*/ 563580 h 776873"/>
              <a:gd name="csX321" fmla="*/ 2803351 w 3239404"/>
              <a:gd name="csY321" fmla="*/ 570819 h 776873"/>
              <a:gd name="csX322" fmla="*/ 2812590 w 3239404"/>
              <a:gd name="csY322" fmla="*/ 566685 h 776873"/>
              <a:gd name="csX323" fmla="*/ 2819133 w 3239404"/>
              <a:gd name="csY323" fmla="*/ 551007 h 776873"/>
              <a:gd name="csX324" fmla="*/ 2813076 w 3239404"/>
              <a:gd name="csY324" fmla="*/ 550569 h 776873"/>
              <a:gd name="csX325" fmla="*/ 2864529 w 3239404"/>
              <a:gd name="csY325" fmla="*/ 556160 h 776873"/>
              <a:gd name="csX326" fmla="*/ 2879055 w 3239404"/>
              <a:gd name="csY326" fmla="*/ 544349 h 776873"/>
              <a:gd name="csX327" fmla="*/ 2924975 w 3239404"/>
              <a:gd name="csY327" fmla="*/ 499315 h 776873"/>
              <a:gd name="csX328" fmla="*/ 2930747 w 3239404"/>
              <a:gd name="csY328" fmla="*/ 509506 h 776873"/>
              <a:gd name="csX329" fmla="*/ 2944301 w 3239404"/>
              <a:gd name="csY329" fmla="*/ 496000 h 776873"/>
              <a:gd name="csX330" fmla="*/ 2944101 w 3239404"/>
              <a:gd name="csY330" fmla="*/ 502448 h 776873"/>
              <a:gd name="csX331" fmla="*/ 2984221 w 3239404"/>
              <a:gd name="csY331" fmla="*/ 481293 h 776873"/>
              <a:gd name="csX332" fmla="*/ 3032617 w 3239404"/>
              <a:gd name="csY332" fmla="*/ 454309 h 776873"/>
              <a:gd name="csX333" fmla="*/ 3070812 w 3239404"/>
              <a:gd name="csY333" fmla="*/ 429754 h 776873"/>
              <a:gd name="csX334" fmla="*/ 3108446 w 3239404"/>
              <a:gd name="csY334" fmla="*/ 390606 h 776873"/>
              <a:gd name="csX335" fmla="*/ 3102674 w 3239404"/>
              <a:gd name="csY335" fmla="*/ 380462 h 776873"/>
              <a:gd name="csX336" fmla="*/ 3110960 w 3239404"/>
              <a:gd name="csY336" fmla="*/ 374623 h 776873"/>
              <a:gd name="csX337" fmla="*/ 3100950 w 3239404"/>
              <a:gd name="csY337" fmla="*/ 370603 h 776873"/>
              <a:gd name="csX338" fmla="*/ 3085557 w 3239404"/>
              <a:gd name="csY338" fmla="*/ 377528 h 776873"/>
              <a:gd name="csX339" fmla="*/ 3078747 w 3239404"/>
              <a:gd name="csY339" fmla="*/ 368908 h 776873"/>
              <a:gd name="csX340" fmla="*/ 3059411 w 3239404"/>
              <a:gd name="csY340" fmla="*/ 372242 h 776873"/>
              <a:gd name="csX341" fmla="*/ 3076261 w 3239404"/>
              <a:gd name="csY341" fmla="*/ 350896 h 776873"/>
              <a:gd name="csX342" fmla="*/ 2991402 w 3239404"/>
              <a:gd name="csY342" fmla="*/ 378299 h 776873"/>
              <a:gd name="csX343" fmla="*/ 2983430 w 3239404"/>
              <a:gd name="csY343" fmla="*/ 374461 h 776873"/>
              <a:gd name="csX344" fmla="*/ 2984183 w 3239404"/>
              <a:gd name="csY344" fmla="*/ 382595 h 776873"/>
              <a:gd name="csX345" fmla="*/ 2974943 w 3239404"/>
              <a:gd name="csY345" fmla="*/ 386739 h 776873"/>
              <a:gd name="csX346" fmla="*/ 2953103 w 3239404"/>
              <a:gd name="csY346" fmla="*/ 406046 h 776873"/>
              <a:gd name="csX347" fmla="*/ 2957646 w 3239404"/>
              <a:gd name="csY347" fmla="*/ 390244 h 776873"/>
              <a:gd name="csX348" fmla="*/ 2950826 w 3239404"/>
              <a:gd name="csY348" fmla="*/ 381624 h 776873"/>
              <a:gd name="csX349" fmla="*/ 2960237 w 3239404"/>
              <a:gd name="csY349" fmla="*/ 371032 h 776873"/>
              <a:gd name="csX350" fmla="*/ 2953131 w 3239404"/>
              <a:gd name="csY350" fmla="*/ 372108 h 776873"/>
              <a:gd name="csX351" fmla="*/ 2948807 w 3239404"/>
              <a:gd name="csY351" fmla="*/ 381481 h 776873"/>
              <a:gd name="csX352" fmla="*/ 2944749 w 3239404"/>
              <a:gd name="csY352" fmla="*/ 381167 h 776873"/>
              <a:gd name="csX353" fmla="*/ 2949293 w 3239404"/>
              <a:gd name="csY353" fmla="*/ 365336 h 776873"/>
              <a:gd name="csX354" fmla="*/ 2952369 w 3239404"/>
              <a:gd name="csY354" fmla="*/ 363955 h 776873"/>
              <a:gd name="csX355" fmla="*/ 2962456 w 3239404"/>
              <a:gd name="csY355" fmla="*/ 364726 h 776873"/>
              <a:gd name="csX356" fmla="*/ 2965256 w 3239404"/>
              <a:gd name="csY356" fmla="*/ 373023 h 776873"/>
              <a:gd name="csX357" fmla="*/ 2984211 w 3239404"/>
              <a:gd name="csY357" fmla="*/ 348610 h 776873"/>
              <a:gd name="csX358" fmla="*/ 2974591 w 3239404"/>
              <a:gd name="csY358" fmla="*/ 365650 h 776873"/>
              <a:gd name="csX359" fmla="*/ 2984011 w 3239404"/>
              <a:gd name="csY359" fmla="*/ 355087 h 776873"/>
              <a:gd name="csX360" fmla="*/ 3013844 w 3239404"/>
              <a:gd name="csY360" fmla="*/ 339580 h 776873"/>
              <a:gd name="csX361" fmla="*/ 2995279 w 3239404"/>
              <a:gd name="csY361" fmla="*/ 351087 h 776873"/>
              <a:gd name="csX362" fmla="*/ 3017872 w 3239404"/>
              <a:gd name="csY362" fmla="*/ 339895 h 776873"/>
              <a:gd name="csX363" fmla="*/ 3041447 w 3239404"/>
              <a:gd name="csY363" fmla="*/ 330417 h 776873"/>
              <a:gd name="csX364" fmla="*/ 3114275 w 3239404"/>
              <a:gd name="csY364" fmla="*/ 298813 h 776873"/>
              <a:gd name="csX365" fmla="*/ 3098511 w 3239404"/>
              <a:gd name="csY365" fmla="*/ 284669 h 776873"/>
              <a:gd name="csX366" fmla="*/ 3081471 w 3239404"/>
              <a:gd name="csY366" fmla="*/ 278487 h 776873"/>
              <a:gd name="csX367" fmla="*/ 3079261 w 3239404"/>
              <a:gd name="csY367" fmla="*/ 284812 h 776873"/>
              <a:gd name="csX368" fmla="*/ 3066298 w 3239404"/>
              <a:gd name="csY368" fmla="*/ 278935 h 776873"/>
              <a:gd name="csX369" fmla="*/ 3069650 w 3239404"/>
              <a:gd name="csY369" fmla="*/ 267857 h 776873"/>
              <a:gd name="csX370" fmla="*/ 3053496 w 3239404"/>
              <a:gd name="csY370" fmla="*/ 266609 h 776873"/>
              <a:gd name="csX371" fmla="*/ 3052848 w 3239404"/>
              <a:gd name="csY371" fmla="*/ 255227 h 776873"/>
              <a:gd name="csX372" fmla="*/ 3031284 w 3239404"/>
              <a:gd name="csY372" fmla="*/ 264857 h 776873"/>
              <a:gd name="csX373" fmla="*/ 3043028 w 3239404"/>
              <a:gd name="csY373" fmla="*/ 244778 h 776873"/>
              <a:gd name="csX374" fmla="*/ 3038113 w 3239404"/>
              <a:gd name="csY374" fmla="*/ 239530 h 776873"/>
              <a:gd name="csX375" fmla="*/ 3038999 w 3239404"/>
              <a:gd name="csY375" fmla="*/ 244445 h 776873"/>
              <a:gd name="csX376" fmla="*/ 3030712 w 3239404"/>
              <a:gd name="csY376" fmla="*/ 250283 h 776873"/>
              <a:gd name="csX377" fmla="*/ 3027931 w 3239404"/>
              <a:gd name="csY377" fmla="*/ 241978 h 776873"/>
              <a:gd name="csX378" fmla="*/ 3007624 w 3239404"/>
              <a:gd name="csY378" fmla="*/ 243635 h 776873"/>
              <a:gd name="csX379" fmla="*/ 3007243 w 3239404"/>
              <a:gd name="csY379" fmla="*/ 256532 h 776873"/>
              <a:gd name="csX380" fmla="*/ 3000985 w 3239404"/>
              <a:gd name="csY380" fmla="*/ 262561 h 776873"/>
              <a:gd name="csX381" fmla="*/ 2997537 w 3239404"/>
              <a:gd name="csY381" fmla="*/ 242854 h 776873"/>
              <a:gd name="csX382" fmla="*/ 3020635 w 3239404"/>
              <a:gd name="csY382" fmla="*/ 215527 h 776873"/>
              <a:gd name="csX383" fmla="*/ 3058154 w 3239404"/>
              <a:gd name="csY383" fmla="*/ 213593 h 776873"/>
              <a:gd name="csX384" fmla="*/ 3069508 w 3239404"/>
              <a:gd name="csY384" fmla="*/ 206373 h 776873"/>
              <a:gd name="csX385" fmla="*/ 3062297 w 3239404"/>
              <a:gd name="csY385" fmla="*/ 210669 h 776873"/>
              <a:gd name="csX386" fmla="*/ 3078737 w 3239404"/>
              <a:gd name="csY386" fmla="*/ 202220 h 776873"/>
              <a:gd name="csX387" fmla="*/ 3081519 w 3239404"/>
              <a:gd name="csY387" fmla="*/ 210526 h 776873"/>
              <a:gd name="csX388" fmla="*/ 3104045 w 3239404"/>
              <a:gd name="csY388" fmla="*/ 202573 h 776873"/>
              <a:gd name="csX389" fmla="*/ 3125572 w 3239404"/>
              <a:gd name="csY389" fmla="*/ 192905 h 776873"/>
              <a:gd name="csX390" fmla="*/ 3115589 w 3239404"/>
              <a:gd name="csY390" fmla="*/ 188895 h 776873"/>
              <a:gd name="csX391" fmla="*/ 3152242 w 3239404"/>
              <a:gd name="csY391" fmla="*/ 182027 h 776873"/>
              <a:gd name="csX392" fmla="*/ 3192552 w 3239404"/>
              <a:gd name="csY392" fmla="*/ 154405 h 776873"/>
              <a:gd name="csX393" fmla="*/ 3208906 w 3239404"/>
              <a:gd name="csY393" fmla="*/ 149195 h 776873"/>
              <a:gd name="csX394" fmla="*/ 3205534 w 3239404"/>
              <a:gd name="csY394" fmla="*/ 160272 h 776873"/>
              <a:gd name="csX395" fmla="*/ 3239405 w 3239404"/>
              <a:gd name="csY395" fmla="*/ 111123 h 776873"/>
              <a:gd name="csX396" fmla="*/ 3230861 w 3239404"/>
              <a:gd name="csY396" fmla="*/ 92654 h 776873"/>
              <a:gd name="csX397" fmla="*/ 3206344 w 3239404"/>
              <a:gd name="csY397" fmla="*/ 66460 h 776873"/>
              <a:gd name="csX398" fmla="*/ 3193733 w 3239404"/>
              <a:gd name="csY398" fmla="*/ 81672 h 776873"/>
              <a:gd name="csX399" fmla="*/ 3197876 w 3239404"/>
              <a:gd name="csY399" fmla="*/ 78757 h 776873"/>
              <a:gd name="csX400" fmla="*/ 3194609 w 3239404"/>
              <a:gd name="csY400" fmla="*/ 86606 h 776873"/>
              <a:gd name="csX401" fmla="*/ 3186732 w 3239404"/>
              <a:gd name="csY401" fmla="*/ 79519 h 776873"/>
              <a:gd name="csX402" fmla="*/ 3188065 w 3239404"/>
              <a:gd name="csY402" fmla="*/ 68299 h 776873"/>
              <a:gd name="csX403" fmla="*/ 3182874 w 3239404"/>
              <a:gd name="csY403" fmla="*/ 72737 h 776873"/>
              <a:gd name="csX404" fmla="*/ 3152375 w 3239404"/>
              <a:gd name="csY404" fmla="*/ 76852 h 776873"/>
              <a:gd name="csX405" fmla="*/ 3117456 w 3239404"/>
              <a:gd name="csY405" fmla="*/ 93578 h 776873"/>
              <a:gd name="csX406" fmla="*/ 3115523 w 3239404"/>
              <a:gd name="csY406" fmla="*/ 90168 h 776873"/>
              <a:gd name="csX407" fmla="*/ 3137687 w 3239404"/>
              <a:gd name="csY407" fmla="*/ 61146 h 776873"/>
              <a:gd name="csX408" fmla="*/ 3131810 w 3239404"/>
              <a:gd name="csY408" fmla="*/ 54211 h 776873"/>
              <a:gd name="csX409" fmla="*/ 3086614 w 3239404"/>
              <a:gd name="csY409" fmla="*/ 76614 h 776873"/>
              <a:gd name="csX410" fmla="*/ 3085738 w 3239404"/>
              <a:gd name="csY410" fmla="*/ 71680 h 776873"/>
              <a:gd name="csX411" fmla="*/ 3104512 w 3239404"/>
              <a:gd name="csY411" fmla="*/ 53706 h 776873"/>
              <a:gd name="csX412" fmla="*/ 3096530 w 3239404"/>
              <a:gd name="csY412" fmla="*/ 49887 h 776873"/>
              <a:gd name="csX413" fmla="*/ 3091329 w 3239404"/>
              <a:gd name="csY413" fmla="*/ 54307 h 776873"/>
              <a:gd name="csX414" fmla="*/ 3090948 w 3239404"/>
              <a:gd name="csY414" fmla="*/ 67251 h 776873"/>
              <a:gd name="csX415" fmla="*/ 3074289 w 3239404"/>
              <a:gd name="csY415" fmla="*/ 82120 h 776873"/>
              <a:gd name="csX416" fmla="*/ 3069393 w 3239404"/>
              <a:gd name="csY416" fmla="*/ 76900 h 776873"/>
              <a:gd name="csX417" fmla="*/ 3071698 w 3239404"/>
              <a:gd name="csY417" fmla="*/ 67356 h 776873"/>
              <a:gd name="csX418" fmla="*/ 3065145 w 3239404"/>
              <a:gd name="csY418" fmla="*/ 83034 h 776873"/>
              <a:gd name="csX419" fmla="*/ 3060430 w 3239404"/>
              <a:gd name="csY419" fmla="*/ 71328 h 776873"/>
              <a:gd name="csX420" fmla="*/ 3054953 w 3239404"/>
              <a:gd name="csY420" fmla="*/ 85463 h 776873"/>
              <a:gd name="csX421" fmla="*/ 3053125 w 3239404"/>
              <a:gd name="csY421" fmla="*/ 78843 h 776873"/>
              <a:gd name="csX422" fmla="*/ 3048800 w 3239404"/>
              <a:gd name="csY422" fmla="*/ 88235 h 776873"/>
              <a:gd name="csX423" fmla="*/ 3043028 w 3239404"/>
              <a:gd name="csY423" fmla="*/ 78091 h 776873"/>
              <a:gd name="csX424" fmla="*/ 3050362 w 3239404"/>
              <a:gd name="csY424" fmla="*/ 70547 h 776873"/>
              <a:gd name="csX425" fmla="*/ 3041876 w 3239404"/>
              <a:gd name="csY425" fmla="*/ 82843 h 776873"/>
              <a:gd name="csX426" fmla="*/ 3023197 w 3239404"/>
              <a:gd name="csY426" fmla="*/ 97569 h 776873"/>
              <a:gd name="csX427" fmla="*/ 3021568 w 3239404"/>
              <a:gd name="csY427" fmla="*/ 84510 h 776873"/>
              <a:gd name="csX428" fmla="*/ 3033884 w 3239404"/>
              <a:gd name="csY428" fmla="*/ 78976 h 776873"/>
              <a:gd name="csX429" fmla="*/ 3034475 w 3239404"/>
              <a:gd name="csY429" fmla="*/ 59621 h 776873"/>
              <a:gd name="csX430" fmla="*/ 3029284 w 3239404"/>
              <a:gd name="csY430" fmla="*/ 64060 h 776873"/>
              <a:gd name="csX431" fmla="*/ 3023521 w 3239404"/>
              <a:gd name="csY431" fmla="*/ 53897 h 776873"/>
              <a:gd name="csX432" fmla="*/ 3005042 w 3239404"/>
              <a:gd name="csY432" fmla="*/ 62203 h 776873"/>
              <a:gd name="csX433" fmla="*/ 3012167 w 3239404"/>
              <a:gd name="csY433" fmla="*/ 61126 h 776873"/>
              <a:gd name="csX434" fmla="*/ 3012281 w 3239404"/>
              <a:gd name="csY434" fmla="*/ 57907 h 776873"/>
              <a:gd name="csX435" fmla="*/ 3014386 w 3239404"/>
              <a:gd name="csY435" fmla="*/ 54850 h 776873"/>
              <a:gd name="csX436" fmla="*/ 3002166 w 3239404"/>
              <a:gd name="csY436" fmla="*/ 57116 h 776873"/>
              <a:gd name="csX437" fmla="*/ 3000747 w 3239404"/>
              <a:gd name="csY437" fmla="*/ 37590 h 776873"/>
              <a:gd name="csX438" fmla="*/ 2994384 w 3239404"/>
              <a:gd name="csY438" fmla="*/ 46801 h 776873"/>
              <a:gd name="csX439" fmla="*/ 2989669 w 3239404"/>
              <a:gd name="csY439" fmla="*/ 35104 h 776873"/>
              <a:gd name="csX440" fmla="*/ 2986412 w 3239404"/>
              <a:gd name="csY440" fmla="*/ 42924 h 776873"/>
              <a:gd name="csX441" fmla="*/ 2982668 w 3239404"/>
              <a:gd name="csY441" fmla="*/ 32923 h 776873"/>
              <a:gd name="csX442" fmla="*/ 2964399 w 3239404"/>
              <a:gd name="csY442" fmla="*/ 34733 h 776873"/>
              <a:gd name="csX443" fmla="*/ 2969771 w 3239404"/>
              <a:gd name="csY443" fmla="*/ 23846 h 776873"/>
              <a:gd name="csX444" fmla="*/ 2960732 w 3239404"/>
              <a:gd name="csY444" fmla="*/ 21531 h 776873"/>
              <a:gd name="csX445" fmla="*/ 2959484 w 3239404"/>
              <a:gd name="csY445" fmla="*/ 29522 h 776873"/>
              <a:gd name="csX446" fmla="*/ 2914860 w 3239404"/>
              <a:gd name="csY446" fmla="*/ 32513 h 776873"/>
              <a:gd name="csX447" fmla="*/ 2916679 w 3239404"/>
              <a:gd name="csY447" fmla="*/ 39124 h 776873"/>
              <a:gd name="csX448" fmla="*/ 2909364 w 3239404"/>
              <a:gd name="csY448" fmla="*/ 46677 h 776873"/>
              <a:gd name="csX449" fmla="*/ 2880998 w 3239404"/>
              <a:gd name="csY449" fmla="*/ 47687 h 776873"/>
              <a:gd name="csX450" fmla="*/ 2903039 w 3239404"/>
              <a:gd name="csY450" fmla="*/ 21874 h 776873"/>
              <a:gd name="csX451" fmla="*/ 2892076 w 3239404"/>
              <a:gd name="csY451" fmla="*/ 16188 h 776873"/>
              <a:gd name="csX452" fmla="*/ 2885713 w 3239404"/>
              <a:gd name="csY452" fmla="*/ 25389 h 776873"/>
              <a:gd name="csX453" fmla="*/ 2882922 w 3239404"/>
              <a:gd name="csY453" fmla="*/ 17083 h 776873"/>
              <a:gd name="csX454" fmla="*/ 2891114 w 3239404"/>
              <a:gd name="csY454" fmla="*/ 14502 h 776873"/>
              <a:gd name="csX455" fmla="*/ 2894476 w 3239404"/>
              <a:gd name="csY455" fmla="*/ 3414 h 776873"/>
              <a:gd name="csX456" fmla="*/ 2880236 w 3239404"/>
              <a:gd name="csY456" fmla="*/ 5577 h 776873"/>
              <a:gd name="csX457" fmla="*/ 2866282 w 3239404"/>
              <a:gd name="csY457" fmla="*/ 31989 h 776873"/>
              <a:gd name="csX458" fmla="*/ 2866682 w 3239404"/>
              <a:gd name="csY458" fmla="*/ 19074 h 776873"/>
              <a:gd name="csX459" fmla="*/ 2856671 w 3239404"/>
              <a:gd name="csY459" fmla="*/ 15054 h 776873"/>
              <a:gd name="csX460" fmla="*/ 2852242 w 3239404"/>
              <a:gd name="csY460" fmla="*/ 27665 h 776873"/>
              <a:gd name="csX461" fmla="*/ 2858214 w 3239404"/>
              <a:gd name="csY461" fmla="*/ 31361 h 776873"/>
              <a:gd name="csX462" fmla="*/ 2848118 w 3239404"/>
              <a:gd name="csY462" fmla="*/ 30580 h 776873"/>
              <a:gd name="csX463" fmla="*/ 2838583 w 3239404"/>
              <a:gd name="csY463" fmla="*/ 44420 h 776873"/>
              <a:gd name="csX464" fmla="*/ 2833773 w 3239404"/>
              <a:gd name="csY464" fmla="*/ 35923 h 776873"/>
              <a:gd name="csX465" fmla="*/ 2832154 w 3239404"/>
              <a:gd name="csY465" fmla="*/ 22865 h 776873"/>
              <a:gd name="csX466" fmla="*/ 2818286 w 3239404"/>
              <a:gd name="csY466" fmla="*/ 46077 h 776873"/>
              <a:gd name="csX467" fmla="*/ 2800293 w 3239404"/>
              <a:gd name="csY467" fmla="*/ 38190 h 776873"/>
              <a:gd name="csX468" fmla="*/ 2782300 w 3239404"/>
              <a:gd name="csY468" fmla="*/ 64327 h 776873"/>
              <a:gd name="csX469" fmla="*/ 2784719 w 3239404"/>
              <a:gd name="csY469" fmla="*/ 51563 h 776873"/>
              <a:gd name="csX470" fmla="*/ 2761421 w 3239404"/>
              <a:gd name="csY470" fmla="*/ 85368 h 776873"/>
              <a:gd name="csX471" fmla="*/ 2780271 w 3239404"/>
              <a:gd name="csY471" fmla="*/ 64165 h 776873"/>
              <a:gd name="csX472" fmla="*/ 2781043 w 3239404"/>
              <a:gd name="csY472" fmla="*/ 72299 h 776873"/>
              <a:gd name="csX473" fmla="*/ 2785386 w 3239404"/>
              <a:gd name="csY473" fmla="*/ 62927 h 776873"/>
              <a:gd name="csX474" fmla="*/ 2822029 w 3239404"/>
              <a:gd name="csY474" fmla="*/ 56059 h 776873"/>
              <a:gd name="csX475" fmla="*/ 2789130 w 3239404"/>
              <a:gd name="csY475" fmla="*/ 72928 h 776873"/>
              <a:gd name="csX476" fmla="*/ 2755068 w 3239404"/>
              <a:gd name="csY476" fmla="*/ 94569 h 776873"/>
              <a:gd name="csX477" fmla="*/ 2762003 w 3239404"/>
              <a:gd name="csY477" fmla="*/ 65975 h 776873"/>
              <a:gd name="csX478" fmla="*/ 2753620 w 3239404"/>
              <a:gd name="csY478" fmla="*/ 75023 h 776873"/>
              <a:gd name="csX479" fmla="*/ 2732561 w 3239404"/>
              <a:gd name="csY479" fmla="*/ 68546 h 776873"/>
              <a:gd name="csX480" fmla="*/ 2717083 w 3239404"/>
              <a:gd name="csY480" fmla="*/ 78652 h 776873"/>
              <a:gd name="csX481" fmla="*/ 2717854 w 3239404"/>
              <a:gd name="csY481" fmla="*/ 86806 h 776873"/>
              <a:gd name="csX482" fmla="*/ 2709567 w 3239404"/>
              <a:gd name="csY482" fmla="*/ 92635 h 776873"/>
              <a:gd name="csX483" fmla="*/ 2713892 w 3239404"/>
              <a:gd name="csY483" fmla="*/ 83272 h 776873"/>
              <a:gd name="csX484" fmla="*/ 2701490 w 3239404"/>
              <a:gd name="csY484" fmla="*/ 92035 h 776873"/>
              <a:gd name="csX485" fmla="*/ 2689460 w 3239404"/>
              <a:gd name="csY485" fmla="*/ 87835 h 776873"/>
              <a:gd name="csX486" fmla="*/ 2671963 w 3239404"/>
              <a:gd name="csY486" fmla="*/ 97836 h 776873"/>
              <a:gd name="csX487" fmla="*/ 2677849 w 3239404"/>
              <a:gd name="csY487" fmla="*/ 70747 h 776873"/>
              <a:gd name="csX488" fmla="*/ 2657256 w 3239404"/>
              <a:gd name="csY488" fmla="*/ 82110 h 776873"/>
              <a:gd name="csX489" fmla="*/ 2651389 w 3239404"/>
              <a:gd name="csY489" fmla="*/ 75176 h 776873"/>
              <a:gd name="csX490" fmla="*/ 2654179 w 3239404"/>
              <a:gd name="csY490" fmla="*/ 83491 h 776873"/>
              <a:gd name="csX491" fmla="*/ 2663304 w 3239404"/>
              <a:gd name="csY491" fmla="*/ 82577 h 776873"/>
              <a:gd name="csX492" fmla="*/ 2669181 w 3239404"/>
              <a:gd name="csY492" fmla="*/ 89521 h 776873"/>
              <a:gd name="csX493" fmla="*/ 2666962 w 3239404"/>
              <a:gd name="csY493" fmla="*/ 95797 h 776873"/>
              <a:gd name="csX494" fmla="*/ 2659085 w 3239404"/>
              <a:gd name="csY494" fmla="*/ 88720 h 776873"/>
              <a:gd name="csX495" fmla="*/ 2657837 w 3239404"/>
              <a:gd name="csY495" fmla="*/ 96702 h 776873"/>
              <a:gd name="csX496" fmla="*/ 2647741 w 3239404"/>
              <a:gd name="csY496" fmla="*/ 95921 h 776873"/>
              <a:gd name="csX497" fmla="*/ 2649950 w 3239404"/>
              <a:gd name="csY497" fmla="*/ 89644 h 776873"/>
              <a:gd name="csX498" fmla="*/ 2652817 w 3239404"/>
              <a:gd name="csY498" fmla="*/ 94702 h 776873"/>
              <a:gd name="csX499" fmla="*/ 2652255 w 3239404"/>
              <a:gd name="csY499" fmla="*/ 80091 h 776873"/>
              <a:gd name="csX500" fmla="*/ 2610688 w 3239404"/>
              <a:gd name="csY500" fmla="*/ 115714 h 776873"/>
              <a:gd name="csX501" fmla="*/ 2608850 w 3239404"/>
              <a:gd name="csY501" fmla="*/ 109075 h 776873"/>
              <a:gd name="csX502" fmla="*/ 2590200 w 3239404"/>
              <a:gd name="csY502" fmla="*/ 123829 h 776873"/>
              <a:gd name="csX503" fmla="*/ 2599820 w 3239404"/>
              <a:gd name="csY503" fmla="*/ 106780 h 776873"/>
              <a:gd name="csX504" fmla="*/ 2600887 w 3239404"/>
              <a:gd name="csY504" fmla="*/ 105256 h 776873"/>
              <a:gd name="csX505" fmla="*/ 2570188 w 3239404"/>
              <a:gd name="csY505" fmla="*/ 115800 h 776873"/>
              <a:gd name="csX506" fmla="*/ 2580866 w 3239404"/>
              <a:gd name="csY506" fmla="*/ 97179 h 776873"/>
              <a:gd name="csX507" fmla="*/ 2573655 w 3239404"/>
              <a:gd name="csY507" fmla="*/ 101474 h 776873"/>
              <a:gd name="csX508" fmla="*/ 2522477 w 3239404"/>
              <a:gd name="csY508" fmla="*/ 120201 h 776873"/>
              <a:gd name="csX509" fmla="*/ 2524897 w 3239404"/>
              <a:gd name="csY509" fmla="*/ 107427 h 776873"/>
              <a:gd name="csX510" fmla="*/ 2513324 w 3239404"/>
              <a:gd name="csY510" fmla="*/ 121105 h 776873"/>
              <a:gd name="csX511" fmla="*/ 2522382 w 3239404"/>
              <a:gd name="csY511" fmla="*/ 123449 h 776873"/>
              <a:gd name="csX512" fmla="*/ 2523230 w 3239404"/>
              <a:gd name="csY512" fmla="*/ 128364 h 776873"/>
              <a:gd name="csX513" fmla="*/ 2504856 w 3239404"/>
              <a:gd name="csY513" fmla="*/ 133393 h 776873"/>
              <a:gd name="csX514" fmla="*/ 2502084 w 3239404"/>
              <a:gd name="csY514" fmla="*/ 125087 h 776873"/>
              <a:gd name="csX515" fmla="*/ 2487740 w 3239404"/>
              <a:gd name="csY515" fmla="*/ 130449 h 776873"/>
              <a:gd name="csX516" fmla="*/ 2486968 w 3239404"/>
              <a:gd name="csY516" fmla="*/ 122306 h 776873"/>
              <a:gd name="csX517" fmla="*/ 2479948 w 3239404"/>
              <a:gd name="csY517" fmla="*/ 120124 h 776873"/>
              <a:gd name="csX518" fmla="*/ 2479758 w 3239404"/>
              <a:gd name="csY518" fmla="*/ 126601 h 776873"/>
              <a:gd name="csX519" fmla="*/ 2430028 w 3239404"/>
              <a:gd name="csY519" fmla="*/ 130849 h 776873"/>
              <a:gd name="csX520" fmla="*/ 2432342 w 3239404"/>
              <a:gd name="csY520" fmla="*/ 121324 h 776873"/>
              <a:gd name="csX521" fmla="*/ 2423189 w 3239404"/>
              <a:gd name="csY521" fmla="*/ 122210 h 776873"/>
              <a:gd name="csX522" fmla="*/ 2420788 w 3239404"/>
              <a:gd name="csY522" fmla="*/ 134964 h 776873"/>
              <a:gd name="csX523" fmla="*/ 2406568 w 3239404"/>
              <a:gd name="csY523" fmla="*/ 137117 h 776873"/>
              <a:gd name="csX524" fmla="*/ 2402796 w 3239404"/>
              <a:gd name="csY524" fmla="*/ 127106 h 776873"/>
              <a:gd name="csX525" fmla="*/ 2401443 w 3239404"/>
              <a:gd name="csY525" fmla="*/ 138327 h 776873"/>
              <a:gd name="csX526" fmla="*/ 2389222 w 3239404"/>
              <a:gd name="csY526" fmla="*/ 140622 h 776873"/>
              <a:gd name="csX527" fmla="*/ 2385479 w 3239404"/>
              <a:gd name="csY527" fmla="*/ 130621 h 776873"/>
              <a:gd name="csX528" fmla="*/ 2386251 w 3239404"/>
              <a:gd name="csY528" fmla="*/ 138793 h 776873"/>
              <a:gd name="csX529" fmla="*/ 2366544 w 3239404"/>
              <a:gd name="csY529" fmla="*/ 121039 h 776873"/>
              <a:gd name="csX530" fmla="*/ 2367982 w 3239404"/>
              <a:gd name="csY530" fmla="*/ 140594 h 776873"/>
              <a:gd name="csX531" fmla="*/ 2361162 w 3239404"/>
              <a:gd name="csY531" fmla="*/ 131983 h 776873"/>
              <a:gd name="csX532" fmla="*/ 2348656 w 3239404"/>
              <a:gd name="csY532" fmla="*/ 143946 h 776873"/>
              <a:gd name="csX533" fmla="*/ 2337778 w 3239404"/>
              <a:gd name="csY533" fmla="*/ 134993 h 776873"/>
              <a:gd name="csX534" fmla="*/ 2332492 w 3239404"/>
              <a:gd name="csY534" fmla="*/ 142689 h 776873"/>
              <a:gd name="csX535" fmla="*/ 2337483 w 3239404"/>
              <a:gd name="csY535" fmla="*/ 144718 h 776873"/>
              <a:gd name="csX536" fmla="*/ 2310832 w 3239404"/>
              <a:gd name="csY536" fmla="*/ 155576 h 776873"/>
              <a:gd name="csX537" fmla="*/ 2316309 w 3239404"/>
              <a:gd name="csY537" fmla="*/ 141432 h 776873"/>
              <a:gd name="csX538" fmla="*/ 2300726 w 3239404"/>
              <a:gd name="csY538" fmla="*/ 154795 h 776873"/>
              <a:gd name="csX539" fmla="*/ 2286496 w 3239404"/>
              <a:gd name="csY539" fmla="*/ 156967 h 776873"/>
              <a:gd name="csX540" fmla="*/ 2269379 w 3239404"/>
              <a:gd name="csY540" fmla="*/ 154005 h 776873"/>
              <a:gd name="csX541" fmla="*/ 2276675 w 3239404"/>
              <a:gd name="csY541" fmla="*/ 146461 h 776873"/>
              <a:gd name="csX542" fmla="*/ 2278142 w 3239404"/>
              <a:gd name="csY542" fmla="*/ 132012 h 776873"/>
              <a:gd name="csX543" fmla="*/ 2259282 w 3239404"/>
              <a:gd name="csY543" fmla="*/ 153195 h 776873"/>
              <a:gd name="csX544" fmla="*/ 2251310 w 3239404"/>
              <a:gd name="csY544" fmla="*/ 149357 h 776873"/>
              <a:gd name="csX545" fmla="*/ 2255730 w 3239404"/>
              <a:gd name="csY545" fmla="*/ 136764 h 776873"/>
              <a:gd name="csX546" fmla="*/ 2264969 w 3239404"/>
              <a:gd name="csY546" fmla="*/ 132612 h 776873"/>
              <a:gd name="csX547" fmla="*/ 2254006 w 3239404"/>
              <a:gd name="csY547" fmla="*/ 126906 h 776873"/>
              <a:gd name="csX548" fmla="*/ 2241576 w 3239404"/>
              <a:gd name="csY548" fmla="*/ 135641 h 776873"/>
              <a:gd name="csX549" fmla="*/ 2230707 w 3239404"/>
              <a:gd name="csY549" fmla="*/ 126706 h 776873"/>
              <a:gd name="csX550" fmla="*/ 2212143 w 3239404"/>
              <a:gd name="csY550" fmla="*/ 138193 h 776873"/>
              <a:gd name="csX551" fmla="*/ 2220030 w 3239404"/>
              <a:gd name="csY551" fmla="*/ 145289 h 776873"/>
              <a:gd name="csX552" fmla="*/ 2206752 w 3239404"/>
              <a:gd name="csY552" fmla="*/ 149118 h 776873"/>
              <a:gd name="csX553" fmla="*/ 2210124 w 3239404"/>
              <a:gd name="csY553" fmla="*/ 138050 h 776873"/>
              <a:gd name="csX554" fmla="*/ 2206466 w 3239404"/>
              <a:gd name="csY554" fmla="*/ 124820 h 776873"/>
              <a:gd name="csX555" fmla="*/ 2194922 w 3239404"/>
              <a:gd name="csY555" fmla="*/ 138498 h 776873"/>
              <a:gd name="csX556" fmla="*/ 2201847 w 3239404"/>
              <a:gd name="csY556" fmla="*/ 143889 h 776873"/>
              <a:gd name="csX557" fmla="*/ 2191750 w 3239404"/>
              <a:gd name="csY557" fmla="*/ 143108 h 776873"/>
              <a:gd name="csX558" fmla="*/ 2194922 w 3239404"/>
              <a:gd name="csY558" fmla="*/ 138498 h 776873"/>
              <a:gd name="csX559" fmla="*/ 2192045 w 3239404"/>
              <a:gd name="csY559" fmla="*/ 133421 h 776873"/>
              <a:gd name="csX560" fmla="*/ 2186950 w 3239404"/>
              <a:gd name="csY560" fmla="*/ 134640 h 776873"/>
              <a:gd name="csX561" fmla="*/ 2186464 w 3239404"/>
              <a:gd name="csY561" fmla="*/ 150776 h 776873"/>
              <a:gd name="csX562" fmla="*/ 2182720 w 3239404"/>
              <a:gd name="csY562" fmla="*/ 140784 h 776873"/>
              <a:gd name="csX563" fmla="*/ 2181368 w 3239404"/>
              <a:gd name="csY563" fmla="*/ 152014 h 776873"/>
              <a:gd name="csX564" fmla="*/ 2176272 w 3239404"/>
              <a:gd name="csY564" fmla="*/ 153233 h 776873"/>
              <a:gd name="csX565" fmla="*/ 2175891 w 3239404"/>
              <a:gd name="csY565" fmla="*/ 132154 h 776873"/>
              <a:gd name="csX566" fmla="*/ 2173481 w 3239404"/>
              <a:gd name="csY566" fmla="*/ 144918 h 776873"/>
              <a:gd name="csX567" fmla="*/ 2163280 w 3239404"/>
              <a:gd name="csY567" fmla="*/ 147366 h 776873"/>
              <a:gd name="csX568" fmla="*/ 2158584 w 3239404"/>
              <a:gd name="csY568" fmla="*/ 135688 h 776873"/>
              <a:gd name="csX569" fmla="*/ 2145392 w 3239404"/>
              <a:gd name="csY569" fmla="*/ 136288 h 776873"/>
              <a:gd name="csX570" fmla="*/ 2130000 w 3239404"/>
              <a:gd name="csY570" fmla="*/ 143175 h 776873"/>
              <a:gd name="csX571" fmla="*/ 2130295 w 3239404"/>
              <a:gd name="csY571" fmla="*/ 133469 h 776873"/>
              <a:gd name="csX572" fmla="*/ 2113950 w 3239404"/>
              <a:gd name="csY572" fmla="*/ 138679 h 776873"/>
              <a:gd name="csX573" fmla="*/ 2112597 w 3239404"/>
              <a:gd name="csY573" fmla="*/ 149909 h 776873"/>
              <a:gd name="csX574" fmla="*/ 2106920 w 3239404"/>
              <a:gd name="csY574" fmla="*/ 136498 h 776873"/>
              <a:gd name="csX575" fmla="*/ 2102691 w 3239404"/>
              <a:gd name="csY575" fmla="*/ 142651 h 776873"/>
              <a:gd name="csX576" fmla="*/ 2072383 w 3239404"/>
              <a:gd name="csY576" fmla="*/ 140289 h 776873"/>
              <a:gd name="csX577" fmla="*/ 2059791 w 3239404"/>
              <a:gd name="csY577" fmla="*/ 155519 h 776873"/>
              <a:gd name="csX578" fmla="*/ 2052857 w 3239404"/>
              <a:gd name="csY578" fmla="*/ 150138 h 776873"/>
              <a:gd name="csX579" fmla="*/ 2061239 w 3239404"/>
              <a:gd name="csY579" fmla="*/ 141089 h 776873"/>
              <a:gd name="csX580" fmla="*/ 2045846 w 3239404"/>
              <a:gd name="csY580" fmla="*/ 147966 h 776873"/>
              <a:gd name="csX581" fmla="*/ 2040169 w 3239404"/>
              <a:gd name="csY581" fmla="*/ 134574 h 776873"/>
              <a:gd name="csX582" fmla="*/ 2031892 w 3239404"/>
              <a:gd name="csY582" fmla="*/ 140394 h 776873"/>
              <a:gd name="csX583" fmla="*/ 2028053 w 3239404"/>
              <a:gd name="csY583" fmla="*/ 133659 h 776873"/>
              <a:gd name="csX584" fmla="*/ 2014880 w 3239404"/>
              <a:gd name="csY584" fmla="*/ 134259 h 776873"/>
              <a:gd name="csX585" fmla="*/ 2003612 w 3239404"/>
              <a:gd name="csY585" fmla="*/ 138222 h 776873"/>
              <a:gd name="csX586" fmla="*/ 2005451 w 3239404"/>
              <a:gd name="csY586" fmla="*/ 144832 h 776873"/>
              <a:gd name="csX587" fmla="*/ 1998326 w 3239404"/>
              <a:gd name="csY587" fmla="*/ 145889 h 776873"/>
              <a:gd name="csX588" fmla="*/ 1998726 w 3239404"/>
              <a:gd name="csY588" fmla="*/ 132993 h 776873"/>
              <a:gd name="csX589" fmla="*/ 1985934 w 3239404"/>
              <a:gd name="csY589" fmla="*/ 120648 h 776873"/>
              <a:gd name="csX590" fmla="*/ 1989010 w 3239404"/>
              <a:gd name="csY590" fmla="*/ 119296 h 776873"/>
              <a:gd name="csX591" fmla="*/ 1974971 w 3239404"/>
              <a:gd name="csY591" fmla="*/ 114971 h 776873"/>
              <a:gd name="csX592" fmla="*/ 1993621 w 3239404"/>
              <a:gd name="csY592" fmla="*/ 134202 h 776873"/>
              <a:gd name="csX593" fmla="*/ 1975628 w 3239404"/>
              <a:gd name="csY593" fmla="*/ 126335 h 776873"/>
              <a:gd name="csX594" fmla="*/ 1982076 w 3239404"/>
              <a:gd name="csY594" fmla="*/ 147880 h 776873"/>
              <a:gd name="csX595" fmla="*/ 1970351 w 3239404"/>
              <a:gd name="csY595" fmla="*/ 134031 h 776873"/>
              <a:gd name="csX596" fmla="*/ 1964665 w 3239404"/>
              <a:gd name="csY596" fmla="*/ 154643 h 776873"/>
              <a:gd name="csX597" fmla="*/ 1957064 w 3239404"/>
              <a:gd name="csY597" fmla="*/ 137841 h 776873"/>
              <a:gd name="csX598" fmla="*/ 1957445 w 3239404"/>
              <a:gd name="csY598" fmla="*/ 124925 h 776873"/>
              <a:gd name="csX599" fmla="*/ 1955035 w 3239404"/>
              <a:gd name="csY599" fmla="*/ 137679 h 776873"/>
              <a:gd name="csX600" fmla="*/ 1950892 w 3239404"/>
              <a:gd name="csY600" fmla="*/ 140613 h 776873"/>
              <a:gd name="csX601" fmla="*/ 1942062 w 3239404"/>
              <a:gd name="csY601" fmla="*/ 131831 h 776873"/>
              <a:gd name="csX602" fmla="*/ 1949472 w 3239404"/>
              <a:gd name="csY602" fmla="*/ 121067 h 776873"/>
              <a:gd name="csX603" fmla="*/ 1924174 w 3239404"/>
              <a:gd name="csY603" fmla="*/ 120734 h 776873"/>
              <a:gd name="csX604" fmla="*/ 1915049 w 3239404"/>
              <a:gd name="csY604" fmla="*/ 121658 h 776873"/>
              <a:gd name="csX605" fmla="*/ 1892217 w 3239404"/>
              <a:gd name="csY605" fmla="*/ 139289 h 776873"/>
              <a:gd name="csX606" fmla="*/ 1886569 w 3239404"/>
              <a:gd name="csY606" fmla="*/ 125897 h 776873"/>
              <a:gd name="csX607" fmla="*/ 1879168 w 3239404"/>
              <a:gd name="csY607" fmla="*/ 136660 h 776873"/>
              <a:gd name="csX608" fmla="*/ 1855775 w 3239404"/>
              <a:gd name="csY608" fmla="*/ 139708 h 776873"/>
              <a:gd name="csX609" fmla="*/ 1847698 w 3239404"/>
              <a:gd name="csY609" fmla="*/ 139070 h 776873"/>
              <a:gd name="csX610" fmla="*/ 1838859 w 3239404"/>
              <a:gd name="csY610" fmla="*/ 130316 h 776873"/>
              <a:gd name="csX611" fmla="*/ 1842516 w 3239404"/>
              <a:gd name="csY611" fmla="*/ 143546 h 776873"/>
              <a:gd name="csX612" fmla="*/ 1832696 w 3239404"/>
              <a:gd name="csY612" fmla="*/ 133059 h 776873"/>
              <a:gd name="csX613" fmla="*/ 1822618 w 3239404"/>
              <a:gd name="csY613" fmla="*/ 132297 h 776873"/>
              <a:gd name="csX614" fmla="*/ 1821351 w 3239404"/>
              <a:gd name="csY614" fmla="*/ 140270 h 776873"/>
              <a:gd name="csX615" fmla="*/ 1834325 w 3239404"/>
              <a:gd name="csY615" fmla="*/ 146118 h 776873"/>
              <a:gd name="csX616" fmla="*/ 1812122 w 3239404"/>
              <a:gd name="csY616" fmla="*/ 144413 h 776873"/>
              <a:gd name="csX617" fmla="*/ 1811245 w 3239404"/>
              <a:gd name="csY617" fmla="*/ 139498 h 776873"/>
              <a:gd name="csX618" fmla="*/ 1821542 w 3239404"/>
              <a:gd name="csY618" fmla="*/ 133812 h 776873"/>
              <a:gd name="csX619" fmla="*/ 1804435 w 3239404"/>
              <a:gd name="csY619" fmla="*/ 130869 h 776873"/>
              <a:gd name="csX620" fmla="*/ 1800292 w 3239404"/>
              <a:gd name="csY620" fmla="*/ 133783 h 776873"/>
              <a:gd name="csX621" fmla="*/ 1801063 w 3239404"/>
              <a:gd name="csY621" fmla="*/ 141937 h 776873"/>
              <a:gd name="csX622" fmla="*/ 1787785 w 3239404"/>
              <a:gd name="csY622" fmla="*/ 145737 h 776873"/>
              <a:gd name="csX623" fmla="*/ 1784023 w 3239404"/>
              <a:gd name="csY623" fmla="*/ 135755 h 776873"/>
              <a:gd name="csX624" fmla="*/ 1780737 w 3239404"/>
              <a:gd name="csY624" fmla="*/ 143556 h 776873"/>
              <a:gd name="csX625" fmla="*/ 1777965 w 3239404"/>
              <a:gd name="csY625" fmla="*/ 135279 h 776873"/>
              <a:gd name="csX626" fmla="*/ 1776708 w 3239404"/>
              <a:gd name="csY626" fmla="*/ 143251 h 776873"/>
              <a:gd name="csX627" fmla="*/ 1729492 w 3239404"/>
              <a:gd name="csY627" fmla="*/ 131507 h 776873"/>
              <a:gd name="csX628" fmla="*/ 1731797 w 3239404"/>
              <a:gd name="csY628" fmla="*/ 121982 h 776873"/>
              <a:gd name="csX629" fmla="*/ 1714681 w 3239404"/>
              <a:gd name="csY629" fmla="*/ 119039 h 776873"/>
              <a:gd name="csX630" fmla="*/ 1715443 w 3239404"/>
              <a:gd name="csY630" fmla="*/ 127201 h 776873"/>
              <a:gd name="csX631" fmla="*/ 1709204 w 3239404"/>
              <a:gd name="csY631" fmla="*/ 133155 h 776873"/>
              <a:gd name="csX632" fmla="*/ 1710461 w 3239404"/>
              <a:gd name="csY632" fmla="*/ 125173 h 776873"/>
              <a:gd name="csX633" fmla="*/ 1701403 w 3239404"/>
              <a:gd name="csY633" fmla="*/ 122877 h 776873"/>
              <a:gd name="csX634" fmla="*/ 1703232 w 3239404"/>
              <a:gd name="csY634" fmla="*/ 129468 h 776873"/>
              <a:gd name="csX635" fmla="*/ 1697069 w 3239404"/>
              <a:gd name="csY635" fmla="*/ 132212 h 776873"/>
              <a:gd name="csX636" fmla="*/ 1696307 w 3239404"/>
              <a:gd name="csY636" fmla="*/ 124077 h 776873"/>
              <a:gd name="csX637" fmla="*/ 1692069 w 3239404"/>
              <a:gd name="csY637" fmla="*/ 130221 h 776873"/>
              <a:gd name="csX638" fmla="*/ 1688325 w 3239404"/>
              <a:gd name="csY638" fmla="*/ 120220 h 776873"/>
              <a:gd name="csX639" fmla="*/ 1658912 w 3239404"/>
              <a:gd name="csY639" fmla="*/ 122801 h 776873"/>
              <a:gd name="csX640" fmla="*/ 1661779 w 3239404"/>
              <a:gd name="csY640" fmla="*/ 127878 h 776873"/>
              <a:gd name="csX641" fmla="*/ 1653607 w 3239404"/>
              <a:gd name="csY641" fmla="*/ 130478 h 776873"/>
              <a:gd name="csX642" fmla="*/ 1654855 w 3239404"/>
              <a:gd name="csY642" fmla="*/ 122477 h 776873"/>
              <a:gd name="csX643" fmla="*/ 1635423 w 3239404"/>
              <a:gd name="csY643" fmla="*/ 129068 h 776873"/>
              <a:gd name="csX644" fmla="*/ 1627451 w 3239404"/>
              <a:gd name="csY644" fmla="*/ 125201 h 776873"/>
              <a:gd name="csX645" fmla="*/ 1625127 w 3239404"/>
              <a:gd name="csY645" fmla="*/ 134726 h 776873"/>
              <a:gd name="csX646" fmla="*/ 1648311 w 3239404"/>
              <a:gd name="csY646" fmla="*/ 138136 h 776873"/>
              <a:gd name="csX647" fmla="*/ 1646406 w 3239404"/>
              <a:gd name="csY647" fmla="*/ 134755 h 776873"/>
              <a:gd name="csX648" fmla="*/ 1652568 w 3239404"/>
              <a:gd name="csY648" fmla="*/ 132002 h 776873"/>
              <a:gd name="csX649" fmla="*/ 1660246 w 3239404"/>
              <a:gd name="csY649" fmla="*/ 145546 h 776873"/>
              <a:gd name="csX650" fmla="*/ 1623984 w 3239404"/>
              <a:gd name="csY650" fmla="*/ 139479 h 776873"/>
              <a:gd name="csX651" fmla="*/ 1622822 w 3239404"/>
              <a:gd name="csY651" fmla="*/ 144251 h 776873"/>
              <a:gd name="csX652" fmla="*/ 1620050 w 3239404"/>
              <a:gd name="csY652" fmla="*/ 135964 h 776873"/>
              <a:gd name="csX653" fmla="*/ 1601753 w 3239404"/>
              <a:gd name="csY653" fmla="*/ 137755 h 776873"/>
              <a:gd name="csX654" fmla="*/ 1591475 w 3239404"/>
              <a:gd name="csY654" fmla="*/ 143461 h 776873"/>
              <a:gd name="csX655" fmla="*/ 1594085 w 3239404"/>
              <a:gd name="csY655" fmla="*/ 124239 h 776873"/>
              <a:gd name="csX656" fmla="*/ 1602372 w 3239404"/>
              <a:gd name="csY656" fmla="*/ 118419 h 776873"/>
              <a:gd name="csX657" fmla="*/ 1596504 w 3239404"/>
              <a:gd name="csY657" fmla="*/ 111485 h 776873"/>
              <a:gd name="csX658" fmla="*/ 1591104 w 3239404"/>
              <a:gd name="csY658" fmla="*/ 122382 h 776873"/>
              <a:gd name="csX659" fmla="*/ 1580893 w 3239404"/>
              <a:gd name="csY659" fmla="*/ 124820 h 776873"/>
              <a:gd name="csX660" fmla="*/ 1560709 w 3239404"/>
              <a:gd name="csY660" fmla="*/ 123277 h 776873"/>
              <a:gd name="csX661" fmla="*/ 1551661 w 3239404"/>
              <a:gd name="csY661" fmla="*/ 120953 h 776873"/>
              <a:gd name="csX662" fmla="*/ 1552927 w 3239404"/>
              <a:gd name="csY662" fmla="*/ 112952 h 776873"/>
              <a:gd name="csX663" fmla="*/ 1532620 w 3239404"/>
              <a:gd name="csY663" fmla="*/ 114628 h 776873"/>
              <a:gd name="csX664" fmla="*/ 1532325 w 3239404"/>
              <a:gd name="csY664" fmla="*/ 124296 h 776873"/>
              <a:gd name="csX665" fmla="*/ 1526267 w 3239404"/>
              <a:gd name="csY665" fmla="*/ 123839 h 776873"/>
              <a:gd name="csX666" fmla="*/ 1525505 w 3239404"/>
              <a:gd name="csY666" fmla="*/ 115667 h 776873"/>
              <a:gd name="csX667" fmla="*/ 1520304 w 3239404"/>
              <a:gd name="csY667" fmla="*/ 120143 h 776873"/>
              <a:gd name="csX668" fmla="*/ 1518580 w 3239404"/>
              <a:gd name="csY668" fmla="*/ 110314 h 776873"/>
              <a:gd name="csX669" fmla="*/ 1502216 w 3239404"/>
              <a:gd name="csY669" fmla="*/ 115495 h 776873"/>
              <a:gd name="csX670" fmla="*/ 1498463 w 3239404"/>
              <a:gd name="csY670" fmla="*/ 105522 h 776873"/>
              <a:gd name="csX671" fmla="*/ 1493377 w 3239404"/>
              <a:gd name="csY671" fmla="*/ 106732 h 776873"/>
              <a:gd name="csX672" fmla="*/ 1476061 w 3239404"/>
              <a:gd name="csY672" fmla="*/ 110237 h 776873"/>
              <a:gd name="csX673" fmla="*/ 1461726 w 3239404"/>
              <a:gd name="csY673" fmla="*/ 115600 h 776873"/>
              <a:gd name="csX674" fmla="*/ 1460954 w 3239404"/>
              <a:gd name="csY674" fmla="*/ 107446 h 776873"/>
              <a:gd name="csX675" fmla="*/ 1447476 w 3239404"/>
              <a:gd name="csY675" fmla="*/ 117714 h 776873"/>
              <a:gd name="csX676" fmla="*/ 1454401 w 3239404"/>
              <a:gd name="csY676" fmla="*/ 123115 h 776873"/>
              <a:gd name="csX677" fmla="*/ 1448152 w 3239404"/>
              <a:gd name="csY677" fmla="*/ 129125 h 776873"/>
              <a:gd name="csX678" fmla="*/ 1454106 w 3239404"/>
              <a:gd name="csY678" fmla="*/ 132802 h 776873"/>
              <a:gd name="csX679" fmla="*/ 1450829 w 3239404"/>
              <a:gd name="csY679" fmla="*/ 140641 h 776873"/>
              <a:gd name="csX680" fmla="*/ 1440742 w 3239404"/>
              <a:gd name="csY680" fmla="*/ 139870 h 776873"/>
              <a:gd name="csX681" fmla="*/ 1438046 w 3239404"/>
              <a:gd name="csY681" fmla="*/ 128325 h 776873"/>
              <a:gd name="csX682" fmla="*/ 1427083 w 3239404"/>
              <a:gd name="csY682" fmla="*/ 122610 h 776873"/>
              <a:gd name="csX683" fmla="*/ 1422759 w 3239404"/>
              <a:gd name="csY683" fmla="*/ 131993 h 776873"/>
              <a:gd name="csX684" fmla="*/ 1440752 w 3239404"/>
              <a:gd name="csY684" fmla="*/ 105875 h 776873"/>
              <a:gd name="csX685" fmla="*/ 1430865 w 3239404"/>
              <a:gd name="csY685" fmla="*/ 98636 h 776873"/>
              <a:gd name="csX686" fmla="*/ 1425673 w 3239404"/>
              <a:gd name="csY686" fmla="*/ 103094 h 776873"/>
              <a:gd name="csX687" fmla="*/ 1424416 w 3239404"/>
              <a:gd name="csY687" fmla="*/ 111085 h 776873"/>
              <a:gd name="csX688" fmla="*/ 1417596 w 3239404"/>
              <a:gd name="csY688" fmla="*/ 102465 h 776873"/>
              <a:gd name="csX689" fmla="*/ 1398346 w 3239404"/>
              <a:gd name="csY689" fmla="*/ 102608 h 776873"/>
              <a:gd name="csX690" fmla="*/ 1391041 w 3239404"/>
              <a:gd name="csY690" fmla="*/ 110104 h 776873"/>
              <a:gd name="csX691" fmla="*/ 1401023 w 3239404"/>
              <a:gd name="csY691" fmla="*/ 114152 h 776873"/>
              <a:gd name="csX692" fmla="*/ 1388926 w 3239404"/>
              <a:gd name="csY692" fmla="*/ 113181 h 776873"/>
              <a:gd name="csX693" fmla="*/ 1384583 w 3239404"/>
              <a:gd name="csY693" fmla="*/ 122563 h 776873"/>
              <a:gd name="csX694" fmla="*/ 1384783 w 3239404"/>
              <a:gd name="csY694" fmla="*/ 116086 h 776873"/>
              <a:gd name="csX695" fmla="*/ 1383420 w 3239404"/>
              <a:gd name="csY695" fmla="*/ 127316 h 776873"/>
              <a:gd name="csX696" fmla="*/ 1390622 w 3239404"/>
              <a:gd name="csY696" fmla="*/ 123020 h 776873"/>
              <a:gd name="csX697" fmla="*/ 1392365 w 3239404"/>
              <a:gd name="csY697" fmla="*/ 132869 h 776873"/>
              <a:gd name="csX698" fmla="*/ 1378239 w 3239404"/>
              <a:gd name="csY698" fmla="*/ 131773 h 776873"/>
              <a:gd name="csX699" fmla="*/ 1378820 w 3239404"/>
              <a:gd name="csY699" fmla="*/ 112400 h 776873"/>
              <a:gd name="csX700" fmla="*/ 1373515 w 3239404"/>
              <a:gd name="csY700" fmla="*/ 120096 h 776873"/>
              <a:gd name="csX701" fmla="*/ 1369771 w 3239404"/>
              <a:gd name="csY701" fmla="*/ 110085 h 776873"/>
              <a:gd name="csX702" fmla="*/ 1364380 w 3239404"/>
              <a:gd name="csY702" fmla="*/ 120991 h 776873"/>
              <a:gd name="csX703" fmla="*/ 1352464 w 3239404"/>
              <a:gd name="csY703" fmla="*/ 113628 h 776873"/>
              <a:gd name="csX704" fmla="*/ 1387955 w 3239404"/>
              <a:gd name="csY704" fmla="*/ 111514 h 776873"/>
              <a:gd name="csX705" fmla="*/ 1395555 w 3239404"/>
              <a:gd name="csY705" fmla="*/ 94302 h 776873"/>
              <a:gd name="csX706" fmla="*/ 1390669 w 3239404"/>
              <a:gd name="csY706" fmla="*/ 89054 h 776873"/>
              <a:gd name="csX707" fmla="*/ 1378639 w 3239404"/>
              <a:gd name="csY707" fmla="*/ 84882 h 776873"/>
              <a:gd name="csX708" fmla="*/ 1377105 w 3239404"/>
              <a:gd name="csY708" fmla="*/ 102541 h 776873"/>
              <a:gd name="csX709" fmla="*/ 1369009 w 3239404"/>
              <a:gd name="csY709" fmla="*/ 101941 h 776873"/>
              <a:gd name="csX710" fmla="*/ 1370276 w 3239404"/>
              <a:gd name="csY710" fmla="*/ 93940 h 776873"/>
              <a:gd name="csX711" fmla="*/ 1376429 w 3239404"/>
              <a:gd name="csY711" fmla="*/ 91197 h 776873"/>
              <a:gd name="csX712" fmla="*/ 1373648 w 3239404"/>
              <a:gd name="csY712" fmla="*/ 82891 h 776873"/>
              <a:gd name="csX713" fmla="*/ 1364685 w 3239404"/>
              <a:gd name="csY713" fmla="*/ 77329 h 776873"/>
              <a:gd name="csX714" fmla="*/ 1345263 w 3239404"/>
              <a:gd name="csY714" fmla="*/ 83891 h 776873"/>
              <a:gd name="csX715" fmla="*/ 1348054 w 3239404"/>
              <a:gd name="csY715" fmla="*/ 92207 h 776873"/>
              <a:gd name="csX716" fmla="*/ 1326509 w 3239404"/>
              <a:gd name="csY716" fmla="*/ 101865 h 776873"/>
              <a:gd name="csX717" fmla="*/ 1325832 w 3239404"/>
              <a:gd name="csY717" fmla="*/ 90492 h 776873"/>
              <a:gd name="csX718" fmla="*/ 1341987 w 3239404"/>
              <a:gd name="csY718" fmla="*/ 91749 h 776873"/>
              <a:gd name="csX719" fmla="*/ 1342387 w 3239404"/>
              <a:gd name="csY719" fmla="*/ 78843 h 776873"/>
              <a:gd name="csX720" fmla="*/ 1338358 w 3239404"/>
              <a:gd name="csY720" fmla="*/ 78510 h 776873"/>
              <a:gd name="csX721" fmla="*/ 1338139 w 3239404"/>
              <a:gd name="csY721" fmla="*/ 85006 h 776873"/>
              <a:gd name="csX722" fmla="*/ 1313612 w 3239404"/>
              <a:gd name="csY722" fmla="*/ 92816 h 776873"/>
              <a:gd name="csX723" fmla="*/ 1304106 w 3239404"/>
              <a:gd name="csY723" fmla="*/ 72623 h 776873"/>
              <a:gd name="csX724" fmla="*/ 1299000 w 3239404"/>
              <a:gd name="csY724" fmla="*/ 73861 h 776873"/>
              <a:gd name="csX725" fmla="*/ 1304868 w 3239404"/>
              <a:gd name="csY725" fmla="*/ 80796 h 776873"/>
              <a:gd name="csX726" fmla="*/ 1295143 w 3239404"/>
              <a:gd name="csY726" fmla="*/ 101065 h 776873"/>
              <a:gd name="csX727" fmla="*/ 1299667 w 3239404"/>
              <a:gd name="csY727" fmla="*/ 85234 h 776873"/>
              <a:gd name="csX728" fmla="*/ 1290428 w 3239404"/>
              <a:gd name="csY728" fmla="*/ 89387 h 776873"/>
              <a:gd name="csX729" fmla="*/ 1291104 w 3239404"/>
              <a:gd name="csY729" fmla="*/ 100770 h 776873"/>
              <a:gd name="csX730" fmla="*/ 1283980 w 3239404"/>
              <a:gd name="csY730" fmla="*/ 101846 h 776873"/>
              <a:gd name="csX731" fmla="*/ 1296962 w 3239404"/>
              <a:gd name="csY731" fmla="*/ 107685 h 776873"/>
              <a:gd name="csX732" fmla="*/ 1312459 w 3239404"/>
              <a:gd name="csY732" fmla="*/ 97560 h 776873"/>
              <a:gd name="csX733" fmla="*/ 1306306 w 3239404"/>
              <a:gd name="csY733" fmla="*/ 100312 h 776873"/>
              <a:gd name="csX734" fmla="*/ 1310354 w 3239404"/>
              <a:gd name="csY734" fmla="*/ 100617 h 776873"/>
              <a:gd name="csX735" fmla="*/ 1265415 w 3239404"/>
              <a:gd name="csY735" fmla="*/ 113314 h 776873"/>
              <a:gd name="csX736" fmla="*/ 1267235 w 3239404"/>
              <a:gd name="csY736" fmla="*/ 119924 h 776873"/>
              <a:gd name="csX737" fmla="*/ 1274264 w 3239404"/>
              <a:gd name="csY737" fmla="*/ 122115 h 776873"/>
              <a:gd name="csX738" fmla="*/ 1264063 w 3239404"/>
              <a:gd name="csY738" fmla="*/ 124525 h 776873"/>
              <a:gd name="csX739" fmla="*/ 1253681 w 3239404"/>
              <a:gd name="csY739" fmla="*/ 133459 h 776873"/>
              <a:gd name="csX740" fmla="*/ 1261853 w 3239404"/>
              <a:gd name="csY740" fmla="*/ 130849 h 776873"/>
              <a:gd name="csX741" fmla="*/ 1265425 w 3239404"/>
              <a:gd name="csY741" fmla="*/ 113314 h 776873"/>
              <a:gd name="csX742" fmla="*/ 1257624 w 3239404"/>
              <a:gd name="csY742" fmla="*/ 103008 h 776873"/>
              <a:gd name="csX743" fmla="*/ 1278131 w 3239404"/>
              <a:gd name="csY743" fmla="*/ 94883 h 776873"/>
              <a:gd name="csX744" fmla="*/ 1272454 w 3239404"/>
              <a:gd name="csY744" fmla="*/ 81491 h 776873"/>
              <a:gd name="csX745" fmla="*/ 1269968 w 3239404"/>
              <a:gd name="csY745" fmla="*/ 97512 h 776873"/>
              <a:gd name="csX746" fmla="*/ 1249766 w 3239404"/>
              <a:gd name="csY746" fmla="*/ 95950 h 776873"/>
              <a:gd name="csX747" fmla="*/ 1251490 w 3239404"/>
              <a:gd name="csY747" fmla="*/ 105780 h 776873"/>
              <a:gd name="csX748" fmla="*/ 1260519 w 3239404"/>
              <a:gd name="csY748" fmla="*/ 108085 h 776873"/>
              <a:gd name="csX749" fmla="*/ 1254166 w 3239404"/>
              <a:gd name="csY749" fmla="*/ 117324 h 776873"/>
              <a:gd name="csX750" fmla="*/ 1254366 w 3239404"/>
              <a:gd name="csY750" fmla="*/ 110856 h 776873"/>
              <a:gd name="csX751" fmla="*/ 1246089 w 3239404"/>
              <a:gd name="csY751" fmla="*/ 116695 h 776873"/>
              <a:gd name="csX752" fmla="*/ 1247556 w 3239404"/>
              <a:gd name="csY752" fmla="*/ 102208 h 776873"/>
              <a:gd name="csX753" fmla="*/ 1218876 w 3239404"/>
              <a:gd name="csY753" fmla="*/ 112952 h 776873"/>
              <a:gd name="csX754" fmla="*/ 1216200 w 3239404"/>
              <a:gd name="csY754" fmla="*/ 101398 h 776873"/>
              <a:gd name="csX755" fmla="*/ 1204827 w 3239404"/>
              <a:gd name="csY755" fmla="*/ 108628 h 776873"/>
              <a:gd name="csX756" fmla="*/ 1208599 w 3239404"/>
              <a:gd name="csY756" fmla="*/ 118629 h 776873"/>
              <a:gd name="csX757" fmla="*/ 1194254 w 3239404"/>
              <a:gd name="csY757" fmla="*/ 123963 h 776873"/>
              <a:gd name="csX758" fmla="*/ 1202617 w 3239404"/>
              <a:gd name="csY758" fmla="*/ 114914 h 776873"/>
              <a:gd name="csX759" fmla="*/ 1202055 w 3239404"/>
              <a:gd name="csY759" fmla="*/ 100312 h 776873"/>
              <a:gd name="csX760" fmla="*/ 1184453 w 3239404"/>
              <a:gd name="csY760" fmla="*/ 113504 h 776873"/>
              <a:gd name="csX761" fmla="*/ 1191482 w 3239404"/>
              <a:gd name="csY761" fmla="*/ 115686 h 776873"/>
              <a:gd name="csX762" fmla="*/ 1182148 w 3239404"/>
              <a:gd name="csY762" fmla="*/ 123039 h 776873"/>
              <a:gd name="csX763" fmla="*/ 1179357 w 3239404"/>
              <a:gd name="csY763" fmla="*/ 114733 h 776873"/>
              <a:gd name="csX764" fmla="*/ 1161945 w 3239404"/>
              <a:gd name="csY764" fmla="*/ 121458 h 776873"/>
              <a:gd name="csX765" fmla="*/ 1170508 w 3239404"/>
              <a:gd name="csY765" fmla="*/ 105942 h 776873"/>
              <a:gd name="csX766" fmla="*/ 1167441 w 3239404"/>
              <a:gd name="csY766" fmla="*/ 107342 h 776873"/>
              <a:gd name="csX767" fmla="*/ 1165708 w 3239404"/>
              <a:gd name="csY767" fmla="*/ 97493 h 776873"/>
              <a:gd name="csX768" fmla="*/ 1158392 w 3239404"/>
              <a:gd name="csY768" fmla="*/ 105037 h 776873"/>
              <a:gd name="csX769" fmla="*/ 1148296 w 3239404"/>
              <a:gd name="csY769" fmla="*/ 104237 h 776873"/>
              <a:gd name="csX770" fmla="*/ 1152516 w 3239404"/>
              <a:gd name="csY770" fmla="*/ 98084 h 776873"/>
              <a:gd name="csX771" fmla="*/ 1138571 w 3239404"/>
              <a:gd name="csY771" fmla="*/ 90540 h 776873"/>
              <a:gd name="csX772" fmla="*/ 1132227 w 3239404"/>
              <a:gd name="csY772" fmla="*/ 99750 h 776873"/>
              <a:gd name="csX773" fmla="*/ 1135018 w 3239404"/>
              <a:gd name="csY773" fmla="*/ 108066 h 776873"/>
              <a:gd name="csX774" fmla="*/ 1129151 w 3239404"/>
              <a:gd name="csY774" fmla="*/ 101112 h 776873"/>
              <a:gd name="csX775" fmla="*/ 1106062 w 3239404"/>
              <a:gd name="csY775" fmla="*/ 94473 h 776873"/>
              <a:gd name="csX776" fmla="*/ 1077697 w 3239404"/>
              <a:gd name="csY776" fmla="*/ 95521 h 776873"/>
              <a:gd name="csX777" fmla="*/ 1084621 w 3239404"/>
              <a:gd name="csY777" fmla="*/ 100893 h 776873"/>
              <a:gd name="csX778" fmla="*/ 1068276 w 3239404"/>
              <a:gd name="csY778" fmla="*/ 106113 h 776873"/>
              <a:gd name="csX779" fmla="*/ 1073563 w 3239404"/>
              <a:gd name="csY779" fmla="*/ 98407 h 776873"/>
              <a:gd name="csX780" fmla="*/ 1067800 w 3239404"/>
              <a:gd name="csY780" fmla="*/ 88282 h 776873"/>
              <a:gd name="csX781" fmla="*/ 1057104 w 3239404"/>
              <a:gd name="csY781" fmla="*/ 106866 h 776873"/>
              <a:gd name="csX782" fmla="*/ 1050379 w 3239404"/>
              <a:gd name="csY782" fmla="*/ 94997 h 776873"/>
              <a:gd name="csX783" fmla="*/ 1041349 w 3239404"/>
              <a:gd name="csY783" fmla="*/ 92683 h 776873"/>
              <a:gd name="csX784" fmla="*/ 1017975 w 3239404"/>
              <a:gd name="csY784" fmla="*/ 95712 h 776873"/>
              <a:gd name="csX785" fmla="*/ 1017394 w 3239404"/>
              <a:gd name="csY785" fmla="*/ 81119 h 776873"/>
              <a:gd name="csX786" fmla="*/ 1013927 w 3239404"/>
              <a:gd name="csY786" fmla="*/ 95426 h 776873"/>
              <a:gd name="csX787" fmla="*/ 1006231 w 3239404"/>
              <a:gd name="csY787" fmla="*/ 81862 h 776873"/>
              <a:gd name="csX788" fmla="*/ 998153 w 3239404"/>
              <a:gd name="csY788" fmla="*/ 81253 h 776873"/>
              <a:gd name="csX789" fmla="*/ 994524 w 3239404"/>
              <a:gd name="csY789" fmla="*/ 68023 h 776873"/>
              <a:gd name="csX790" fmla="*/ 991333 w 3239404"/>
              <a:gd name="csY790" fmla="*/ 72623 h 776873"/>
              <a:gd name="csX791" fmla="*/ 995172 w 3239404"/>
              <a:gd name="csY791" fmla="*/ 79376 h 776873"/>
              <a:gd name="csX792" fmla="*/ 987104 w 3239404"/>
              <a:gd name="csY792" fmla="*/ 78767 h 776873"/>
              <a:gd name="csX793" fmla="*/ 992010 w 3239404"/>
              <a:gd name="csY793" fmla="*/ 83996 h 776873"/>
              <a:gd name="csX794" fmla="*/ 990657 w 3239404"/>
              <a:gd name="csY794" fmla="*/ 95235 h 776873"/>
              <a:gd name="csX795" fmla="*/ 984504 w 3239404"/>
              <a:gd name="csY795" fmla="*/ 97979 h 776873"/>
              <a:gd name="csX796" fmla="*/ 985837 w 3239404"/>
              <a:gd name="csY796" fmla="*/ 86758 h 776873"/>
              <a:gd name="csX797" fmla="*/ 980551 w 3239404"/>
              <a:gd name="csY797" fmla="*/ 94445 h 776873"/>
              <a:gd name="csX798" fmla="*/ 966397 w 3239404"/>
              <a:gd name="csY798" fmla="*/ 93350 h 776873"/>
              <a:gd name="csX799" fmla="*/ 969874 w 3239404"/>
              <a:gd name="csY799" fmla="*/ 79053 h 776873"/>
              <a:gd name="csX800" fmla="*/ 956024 w 3239404"/>
              <a:gd name="csY800" fmla="*/ 68289 h 776873"/>
              <a:gd name="csX801" fmla="*/ 942375 w 3239404"/>
              <a:gd name="csY801" fmla="*/ 51020 h 776873"/>
              <a:gd name="csX802" fmla="*/ 948147 w 3239404"/>
              <a:gd name="csY802" fmla="*/ 61193 h 776873"/>
              <a:gd name="csX803" fmla="*/ 939003 w 3239404"/>
              <a:gd name="csY803" fmla="*/ 62079 h 776873"/>
              <a:gd name="csX804" fmla="*/ 936698 w 3239404"/>
              <a:gd name="csY804" fmla="*/ 71604 h 776873"/>
              <a:gd name="csX805" fmla="*/ 948814 w 3239404"/>
              <a:gd name="csY805" fmla="*/ 72556 h 776873"/>
              <a:gd name="csX806" fmla="*/ 947452 w 3239404"/>
              <a:gd name="csY806" fmla="*/ 83786 h 776873"/>
              <a:gd name="csX807" fmla="*/ 940346 w 3239404"/>
              <a:gd name="csY807" fmla="*/ 84834 h 776873"/>
              <a:gd name="csX808" fmla="*/ 938632 w 3239404"/>
              <a:gd name="csY808" fmla="*/ 75023 h 776873"/>
              <a:gd name="csX809" fmla="*/ 929383 w 3239404"/>
              <a:gd name="csY809" fmla="*/ 79157 h 776873"/>
              <a:gd name="csX810" fmla="*/ 933221 w 3239404"/>
              <a:gd name="csY810" fmla="*/ 85911 h 776873"/>
              <a:gd name="csX811" fmla="*/ 928021 w 3239404"/>
              <a:gd name="csY811" fmla="*/ 90397 h 776873"/>
              <a:gd name="csX812" fmla="*/ 923315 w 3239404"/>
              <a:gd name="csY812" fmla="*/ 78691 h 776873"/>
              <a:gd name="csX813" fmla="*/ 916295 w 3239404"/>
              <a:gd name="csY813" fmla="*/ 76528 h 776873"/>
              <a:gd name="csX814" fmla="*/ 905904 w 3239404"/>
              <a:gd name="csY814" fmla="*/ 85434 h 776873"/>
              <a:gd name="csX815" fmla="*/ 909171 w 3239404"/>
              <a:gd name="csY815" fmla="*/ 77595 h 776873"/>
              <a:gd name="csX816" fmla="*/ 893016 w 3239404"/>
              <a:gd name="csY816" fmla="*/ 76319 h 776873"/>
              <a:gd name="csX817" fmla="*/ 889178 w 3239404"/>
              <a:gd name="csY817" fmla="*/ 69585 h 776873"/>
              <a:gd name="csX818" fmla="*/ 865022 w 3239404"/>
              <a:gd name="csY818" fmla="*/ 98445 h 776873"/>
              <a:gd name="csX819" fmla="*/ 857898 w 3239404"/>
              <a:gd name="csY819" fmla="*/ 99493 h 776873"/>
              <a:gd name="csX820" fmla="*/ 856383 w 3239404"/>
              <a:gd name="csY820" fmla="*/ 83205 h 776873"/>
              <a:gd name="csX821" fmla="*/ 864432 w 3239404"/>
              <a:gd name="csY821" fmla="*/ 83805 h 776873"/>
              <a:gd name="csX822" fmla="*/ 866946 w 3239404"/>
              <a:gd name="csY822" fmla="*/ 67832 h 776873"/>
              <a:gd name="csX823" fmla="*/ 867823 w 3239404"/>
              <a:gd name="csY823" fmla="*/ 72775 h 776873"/>
              <a:gd name="csX824" fmla="*/ 858679 w 3239404"/>
              <a:gd name="csY824" fmla="*/ 73680 h 776873"/>
              <a:gd name="csX825" fmla="*/ 862917 w 3239404"/>
              <a:gd name="csY825" fmla="*/ 67527 h 776873"/>
              <a:gd name="csX826" fmla="*/ 854935 w 3239404"/>
              <a:gd name="csY826" fmla="*/ 63679 h 776873"/>
              <a:gd name="csX827" fmla="*/ 834838 w 3239404"/>
              <a:gd name="csY827" fmla="*/ 58859 h 776873"/>
              <a:gd name="csX828" fmla="*/ 835295 w 3239404"/>
              <a:gd name="csY828" fmla="*/ 76700 h 776873"/>
              <a:gd name="csX829" fmla="*/ 841467 w 3239404"/>
              <a:gd name="csY829" fmla="*/ 73947 h 776873"/>
              <a:gd name="csX830" fmla="*/ 838390 w 3239404"/>
              <a:gd name="csY830" fmla="*/ 75338 h 776873"/>
              <a:gd name="csX831" fmla="*/ 855402 w 3239404"/>
              <a:gd name="csY831" fmla="*/ 81491 h 776873"/>
              <a:gd name="csX832" fmla="*/ 794518 w 3239404"/>
              <a:gd name="csY832" fmla="*/ 86482 h 776873"/>
              <a:gd name="csX833" fmla="*/ 796728 w 3239404"/>
              <a:gd name="csY833" fmla="*/ 80196 h 776873"/>
              <a:gd name="csX834" fmla="*/ 788556 w 3239404"/>
              <a:gd name="csY834" fmla="*/ 82796 h 776873"/>
              <a:gd name="csX835" fmla="*/ 780669 w 3239404"/>
              <a:gd name="csY835" fmla="*/ 75690 h 776873"/>
              <a:gd name="csX836" fmla="*/ 782022 w 3239404"/>
              <a:gd name="csY836" fmla="*/ 64489 h 776873"/>
              <a:gd name="csX837" fmla="*/ 768839 w 3239404"/>
              <a:gd name="csY837" fmla="*/ 65070 h 776873"/>
              <a:gd name="csX838" fmla="*/ 756628 w 3239404"/>
              <a:gd name="csY838" fmla="*/ 67365 h 776873"/>
              <a:gd name="csX839" fmla="*/ 746236 w 3239404"/>
              <a:gd name="csY839" fmla="*/ 76243 h 776873"/>
              <a:gd name="csX840" fmla="*/ 698259 w 3239404"/>
              <a:gd name="csY840" fmla="*/ 56354 h 776873"/>
              <a:gd name="csX841" fmla="*/ 692086 w 3239404"/>
              <a:gd name="csY841" fmla="*/ 59117 h 776873"/>
              <a:gd name="csX842" fmla="*/ 688705 w 3239404"/>
              <a:gd name="csY842" fmla="*/ 70204 h 776873"/>
              <a:gd name="csX843" fmla="*/ 684686 w 3239404"/>
              <a:gd name="csY843" fmla="*/ 69870 h 776873"/>
              <a:gd name="csX844" fmla="*/ 688153 w 3239404"/>
              <a:gd name="csY844" fmla="*/ 55564 h 776873"/>
              <a:gd name="csX845" fmla="*/ 679971 w 3239404"/>
              <a:gd name="csY845" fmla="*/ 58183 h 776873"/>
              <a:gd name="csX846" fmla="*/ 670636 w 3239404"/>
              <a:gd name="csY846" fmla="*/ 65537 h 776873"/>
              <a:gd name="csX847" fmla="*/ 673998 w 3239404"/>
              <a:gd name="csY847" fmla="*/ 54478 h 776873"/>
              <a:gd name="csX848" fmla="*/ 642071 w 3239404"/>
              <a:gd name="csY848" fmla="*/ 73023 h 776873"/>
              <a:gd name="csX849" fmla="*/ 634089 w 3239404"/>
              <a:gd name="csY849" fmla="*/ 69194 h 776873"/>
              <a:gd name="csX850" fmla="*/ 633508 w 3239404"/>
              <a:gd name="csY850" fmla="*/ 54564 h 776873"/>
              <a:gd name="csX851" fmla="*/ 631108 w 3239404"/>
              <a:gd name="csY851" fmla="*/ 67337 h 776873"/>
              <a:gd name="csX852" fmla="*/ 622821 w 3239404"/>
              <a:gd name="csY852" fmla="*/ 73157 h 776873"/>
              <a:gd name="csX853" fmla="*/ 631498 w 3239404"/>
              <a:gd name="csY853" fmla="*/ 54411 h 776873"/>
              <a:gd name="csX854" fmla="*/ 631584 w 3239404"/>
              <a:gd name="csY854" fmla="*/ 51182 h 776873"/>
              <a:gd name="csX855" fmla="*/ 604361 w 3239404"/>
              <a:gd name="csY855" fmla="*/ 47439 h 776873"/>
              <a:gd name="csX856" fmla="*/ 604761 w 3239404"/>
              <a:gd name="csY856" fmla="*/ 34542 h 776873"/>
              <a:gd name="csX857" fmla="*/ 584559 w 3239404"/>
              <a:gd name="csY857" fmla="*/ 32961 h 776873"/>
              <a:gd name="csX858" fmla="*/ 581273 w 3239404"/>
              <a:gd name="csY858" fmla="*/ 40791 h 776873"/>
              <a:gd name="csX859" fmla="*/ 580530 w 3239404"/>
              <a:gd name="csY859" fmla="*/ 32637 h 776873"/>
              <a:gd name="csX860" fmla="*/ 576281 w 3239404"/>
              <a:gd name="csY860" fmla="*/ 38790 h 776873"/>
              <a:gd name="csX861" fmla="*/ 576472 w 3239404"/>
              <a:gd name="csY861" fmla="*/ 32313 h 776873"/>
              <a:gd name="csX862" fmla="*/ 568195 w 3239404"/>
              <a:gd name="csY862" fmla="*/ 38162 h 776873"/>
              <a:gd name="csX863" fmla="*/ 565214 w 3239404"/>
              <a:gd name="csY863" fmla="*/ 36304 h 776873"/>
              <a:gd name="csX864" fmla="*/ 567423 w 3239404"/>
              <a:gd name="csY864" fmla="*/ 30008 h 776873"/>
              <a:gd name="csX865" fmla="*/ 537143 w 3239404"/>
              <a:gd name="csY865" fmla="*/ 27665 h 776873"/>
              <a:gd name="csX866" fmla="*/ 525123 w 3239404"/>
              <a:gd name="csY866" fmla="*/ 23493 h 776873"/>
              <a:gd name="csX867" fmla="*/ 509426 w 3239404"/>
              <a:gd name="csY867" fmla="*/ 40076 h 776873"/>
              <a:gd name="csX868" fmla="*/ 516360 w 3239404"/>
              <a:gd name="csY868" fmla="*/ 45448 h 776873"/>
              <a:gd name="csX869" fmla="*/ 507225 w 3239404"/>
              <a:gd name="csY869" fmla="*/ 46372 h 776873"/>
              <a:gd name="csX870" fmla="*/ 509426 w 3239404"/>
              <a:gd name="csY870" fmla="*/ 40076 h 776873"/>
              <a:gd name="csX871" fmla="*/ 490480 w 3239404"/>
              <a:gd name="csY871" fmla="*/ 30523 h 776873"/>
              <a:gd name="csX872" fmla="*/ 492719 w 3239404"/>
              <a:gd name="csY872" fmla="*/ 24198 h 776873"/>
              <a:gd name="csX873" fmla="*/ 483565 w 3239404"/>
              <a:gd name="csY873" fmla="*/ 25131 h 776873"/>
              <a:gd name="csX874" fmla="*/ 450085 w 3239404"/>
              <a:gd name="csY874" fmla="*/ 27379 h 776873"/>
              <a:gd name="csX875" fmla="*/ 485203 w 3239404"/>
              <a:gd name="csY875" fmla="*/ 38190 h 776873"/>
              <a:gd name="csX876" fmla="*/ 473078 w 3239404"/>
              <a:gd name="csY876" fmla="*/ 37257 h 776873"/>
              <a:gd name="csX877" fmla="*/ 479993 w 3239404"/>
              <a:gd name="csY877" fmla="*/ 42648 h 776873"/>
              <a:gd name="csX878" fmla="*/ 473640 w 3239404"/>
              <a:gd name="csY878" fmla="*/ 51859 h 776873"/>
              <a:gd name="csX879" fmla="*/ 470868 w 3239404"/>
              <a:gd name="csY879" fmla="*/ 43553 h 776873"/>
              <a:gd name="csX880" fmla="*/ 452295 w 3239404"/>
              <a:gd name="csY880" fmla="*/ 55059 h 776873"/>
              <a:gd name="csX881" fmla="*/ 461724 w 3239404"/>
              <a:gd name="csY881" fmla="*/ 44467 h 776873"/>
              <a:gd name="csX882" fmla="*/ 461058 w 3239404"/>
              <a:gd name="csY882" fmla="*/ 33085 h 776873"/>
              <a:gd name="csX883" fmla="*/ 445465 w 3239404"/>
              <a:gd name="csY883" fmla="*/ 46448 h 776873"/>
              <a:gd name="csX884" fmla="*/ 447780 w 3239404"/>
              <a:gd name="csY884" fmla="*/ 36904 h 776873"/>
              <a:gd name="csX885" fmla="*/ 433349 w 3239404"/>
              <a:gd name="csY885" fmla="*/ 45496 h 776873"/>
              <a:gd name="csX886" fmla="*/ 431721 w 3239404"/>
              <a:gd name="csY886" fmla="*/ 32428 h 776873"/>
              <a:gd name="csX887" fmla="*/ 431625 w 3239404"/>
              <a:gd name="csY887" fmla="*/ 35638 h 776873"/>
              <a:gd name="csX888" fmla="*/ 427272 w 3239404"/>
              <a:gd name="csY888" fmla="*/ 45010 h 776873"/>
              <a:gd name="csX889" fmla="*/ 420072 w 3239404"/>
              <a:gd name="csY889" fmla="*/ 49306 h 776873"/>
              <a:gd name="csX890" fmla="*/ 413052 w 3239404"/>
              <a:gd name="csY890" fmla="*/ 47134 h 776873"/>
              <a:gd name="csX891" fmla="*/ 418633 w 3239404"/>
              <a:gd name="csY891" fmla="*/ 29780 h 776873"/>
              <a:gd name="csX892" fmla="*/ 409299 w 3239404"/>
              <a:gd name="csY892" fmla="*/ 37162 h 776873"/>
              <a:gd name="csX893" fmla="*/ 405555 w 3239404"/>
              <a:gd name="csY893" fmla="*/ 27151 h 776873"/>
              <a:gd name="csX894" fmla="*/ 387372 w 3239404"/>
              <a:gd name="csY894" fmla="*/ 25741 h 776873"/>
              <a:gd name="csX895" fmla="*/ 392678 w 3239404"/>
              <a:gd name="csY895" fmla="*/ 18026 h 776873"/>
              <a:gd name="csX896" fmla="*/ 375371 w 3239404"/>
              <a:gd name="csY896" fmla="*/ 21560 h 776873"/>
              <a:gd name="csX897" fmla="*/ 369094 w 3239404"/>
              <a:gd name="csY897" fmla="*/ 27551 h 776873"/>
              <a:gd name="csX898" fmla="*/ 372932 w 3239404"/>
              <a:gd name="csY898" fmla="*/ 34342 h 776873"/>
              <a:gd name="csX899" fmla="*/ 369761 w 3239404"/>
              <a:gd name="csY899" fmla="*/ 38933 h 776873"/>
              <a:gd name="csX900" fmla="*/ 351796 w 3239404"/>
              <a:gd name="csY900" fmla="*/ 31066 h 776873"/>
              <a:gd name="csX901" fmla="*/ 362941 w 3239404"/>
              <a:gd name="csY901" fmla="*/ 30323 h 776873"/>
              <a:gd name="csX902" fmla="*/ 371227 w 3239404"/>
              <a:gd name="csY902" fmla="*/ 24493 h 776873"/>
              <a:gd name="csX903" fmla="*/ 355044 w 3239404"/>
              <a:gd name="csY903" fmla="*/ 23207 h 776873"/>
              <a:gd name="csX904" fmla="*/ 352463 w 3239404"/>
              <a:gd name="csY904" fmla="*/ 8453 h 776873"/>
              <a:gd name="csX905" fmla="*/ 326879 w 3239404"/>
              <a:gd name="csY905" fmla="*/ 17788 h 776873"/>
              <a:gd name="csX906" fmla="*/ 331098 w 3239404"/>
              <a:gd name="csY906" fmla="*/ 11644 h 776873"/>
              <a:gd name="csX907" fmla="*/ 325336 w 3239404"/>
              <a:gd name="csY907" fmla="*/ 1500 h 776873"/>
              <a:gd name="csX908" fmla="*/ 308991 w 3239404"/>
              <a:gd name="csY908" fmla="*/ 6710 h 776873"/>
              <a:gd name="csX909" fmla="*/ 290417 w 3239404"/>
              <a:gd name="csY909" fmla="*/ 18207 h 776873"/>
              <a:gd name="csX910" fmla="*/ 303590 w 3239404"/>
              <a:gd name="csY910" fmla="*/ 17607 h 776873"/>
              <a:gd name="csX911" fmla="*/ 303800 w 3239404"/>
              <a:gd name="csY911" fmla="*/ 11139 h 776873"/>
              <a:gd name="csX912" fmla="*/ 311868 w 3239404"/>
              <a:gd name="csY912" fmla="*/ 11777 h 776873"/>
              <a:gd name="csX913" fmla="*/ 307734 w 3239404"/>
              <a:gd name="csY913" fmla="*/ 14673 h 776873"/>
              <a:gd name="csX914" fmla="*/ 323602 w 3239404"/>
              <a:gd name="csY914" fmla="*/ 25636 h 776873"/>
              <a:gd name="csX915" fmla="*/ 344662 w 3239404"/>
              <a:gd name="csY915" fmla="*/ 32123 h 776873"/>
              <a:gd name="csX916" fmla="*/ 349653 w 3239404"/>
              <a:gd name="csY916" fmla="*/ 34123 h 776873"/>
              <a:gd name="csX917" fmla="*/ 380714 w 3239404"/>
              <a:gd name="csY917" fmla="*/ 44639 h 776873"/>
              <a:gd name="csX918" fmla="*/ 388391 w 3239404"/>
              <a:gd name="csY918" fmla="*/ 58183 h 776873"/>
              <a:gd name="csX919" fmla="*/ 397659 w 3239404"/>
              <a:gd name="csY919" fmla="*/ 54011 h 776873"/>
              <a:gd name="csX920" fmla="*/ 392744 w 3239404"/>
              <a:gd name="csY920" fmla="*/ 48782 h 776873"/>
              <a:gd name="csX921" fmla="*/ 398888 w 3239404"/>
              <a:gd name="csY921" fmla="*/ 46020 h 776873"/>
              <a:gd name="csX922" fmla="*/ 397659 w 3239404"/>
              <a:gd name="csY922" fmla="*/ 54011 h 776873"/>
              <a:gd name="csX923" fmla="*/ 405527 w 3239404"/>
              <a:gd name="csY923" fmla="*/ 61107 h 776873"/>
              <a:gd name="csX924" fmla="*/ 407746 w 3239404"/>
              <a:gd name="csY924" fmla="*/ 54802 h 776873"/>
              <a:gd name="csX925" fmla="*/ 414766 w 3239404"/>
              <a:gd name="csY925" fmla="*/ 56983 h 776873"/>
              <a:gd name="csX926" fmla="*/ 419681 w 3239404"/>
              <a:gd name="csY926" fmla="*/ 62212 h 776873"/>
              <a:gd name="csX927" fmla="*/ 419376 w 3239404"/>
              <a:gd name="csY927" fmla="*/ 71909 h 776873"/>
              <a:gd name="csX928" fmla="*/ 444579 w 3239404"/>
              <a:gd name="csY928" fmla="*/ 75509 h 776873"/>
              <a:gd name="csX929" fmla="*/ 448818 w 3239404"/>
              <a:gd name="csY929" fmla="*/ 69356 h 776873"/>
              <a:gd name="csX930" fmla="*/ 451885 w 3239404"/>
              <a:gd name="csY930" fmla="*/ 67956 h 776873"/>
              <a:gd name="csX931" fmla="*/ 456590 w 3239404"/>
              <a:gd name="csY931" fmla="*/ 79662 h 776873"/>
              <a:gd name="csX932" fmla="*/ 485832 w 3239404"/>
              <a:gd name="csY932" fmla="*/ 83539 h 776873"/>
              <a:gd name="csX933" fmla="*/ 493147 w 3239404"/>
              <a:gd name="csY933" fmla="*/ 76043 h 776873"/>
              <a:gd name="csX934" fmla="*/ 484003 w 3239404"/>
              <a:gd name="csY934" fmla="*/ 76928 h 776873"/>
              <a:gd name="csX935" fmla="*/ 483356 w 3239404"/>
              <a:gd name="csY935" fmla="*/ 65565 h 776873"/>
              <a:gd name="csX936" fmla="*/ 497386 w 3239404"/>
              <a:gd name="csY936" fmla="*/ 69889 h 776873"/>
              <a:gd name="csX937" fmla="*/ 489299 w 3239404"/>
              <a:gd name="csY937" fmla="*/ 69270 h 776873"/>
              <a:gd name="csX938" fmla="*/ 491890 w 3239404"/>
              <a:gd name="csY938" fmla="*/ 84034 h 776873"/>
              <a:gd name="csX939" fmla="*/ 510921 w 3239404"/>
              <a:gd name="csY939" fmla="*/ 90368 h 776873"/>
              <a:gd name="csX940" fmla="*/ 514674 w 3239404"/>
              <a:gd name="csY940" fmla="*/ 100360 h 776873"/>
              <a:gd name="csX941" fmla="*/ 504758 w 3239404"/>
              <a:gd name="csY941" fmla="*/ 93121 h 776873"/>
              <a:gd name="csX942" fmla="*/ 504473 w 3239404"/>
              <a:gd name="csY942" fmla="*/ 102817 h 776873"/>
              <a:gd name="csX943" fmla="*/ 515531 w 3239404"/>
              <a:gd name="csY943" fmla="*/ 105294 h 776873"/>
              <a:gd name="csX944" fmla="*/ 511902 w 3239404"/>
              <a:gd name="csY944" fmla="*/ 92064 h 776873"/>
              <a:gd name="csX945" fmla="*/ 529209 w 3239404"/>
              <a:gd name="csY945" fmla="*/ 88540 h 776873"/>
              <a:gd name="csX946" fmla="*/ 529609 w 3239404"/>
              <a:gd name="csY946" fmla="*/ 75643 h 776873"/>
              <a:gd name="csX947" fmla="*/ 534295 w 3239404"/>
              <a:gd name="csY947" fmla="*/ 87349 h 776873"/>
              <a:gd name="csX948" fmla="*/ 531133 w 3239404"/>
              <a:gd name="csY948" fmla="*/ 91949 h 776873"/>
              <a:gd name="csX949" fmla="*/ 556908 w 3239404"/>
              <a:gd name="csY949" fmla="*/ 110094 h 776873"/>
              <a:gd name="csX950" fmla="*/ 581225 w 3239404"/>
              <a:gd name="csY950" fmla="*/ 108761 h 776873"/>
              <a:gd name="csX951" fmla="*/ 574672 w 3239404"/>
              <a:gd name="csY951" fmla="*/ 124439 h 776873"/>
              <a:gd name="csX952" fmla="*/ 583635 w 3239404"/>
              <a:gd name="csY952" fmla="*/ 129973 h 776873"/>
              <a:gd name="csX953" fmla="*/ 584121 w 3239404"/>
              <a:gd name="csY953" fmla="*/ 113838 h 776873"/>
              <a:gd name="csX954" fmla="*/ 605266 w 3239404"/>
              <a:gd name="csY954" fmla="*/ 117115 h 776873"/>
              <a:gd name="csX955" fmla="*/ 619611 w 3239404"/>
              <a:gd name="csY955" fmla="*/ 111723 h 776873"/>
              <a:gd name="csX956" fmla="*/ 617401 w 3239404"/>
              <a:gd name="csY956" fmla="*/ 118048 h 776873"/>
              <a:gd name="csX957" fmla="*/ 612486 w 3239404"/>
              <a:gd name="csY957" fmla="*/ 112800 h 776873"/>
              <a:gd name="csX958" fmla="*/ 611324 w 3239404"/>
              <a:gd name="csY958" fmla="*/ 117572 h 776873"/>
              <a:gd name="csX959" fmla="*/ 609209 w 3239404"/>
              <a:gd name="csY959" fmla="*/ 120639 h 776873"/>
              <a:gd name="csX960" fmla="*/ 620163 w 3239404"/>
              <a:gd name="csY960" fmla="*/ 126354 h 776873"/>
              <a:gd name="csX961" fmla="*/ 613058 w 3239404"/>
              <a:gd name="csY961" fmla="*/ 127401 h 776873"/>
              <a:gd name="csX962" fmla="*/ 620944 w 3239404"/>
              <a:gd name="csY962" fmla="*/ 134498 h 776873"/>
              <a:gd name="csX963" fmla="*/ 633822 w 3239404"/>
              <a:gd name="csY963" fmla="*/ 143584 h 776873"/>
              <a:gd name="csX964" fmla="*/ 639289 w 3239404"/>
              <a:gd name="csY964" fmla="*/ 129459 h 776873"/>
              <a:gd name="csX965" fmla="*/ 641795 w 3239404"/>
              <a:gd name="csY965" fmla="*/ 147433 h 776873"/>
              <a:gd name="csX966" fmla="*/ 644881 w 3239404"/>
              <a:gd name="csY966" fmla="*/ 146070 h 776873"/>
              <a:gd name="csX967" fmla="*/ 651434 w 3239404"/>
              <a:gd name="csY967" fmla="*/ 130392 h 776873"/>
              <a:gd name="csX968" fmla="*/ 668550 w 3239404"/>
              <a:gd name="csY968" fmla="*/ 133326 h 776873"/>
              <a:gd name="csX969" fmla="*/ 668150 w 3239404"/>
              <a:gd name="csY969" fmla="*/ 146280 h 776873"/>
              <a:gd name="csX970" fmla="*/ 681999 w 3239404"/>
              <a:gd name="csY970" fmla="*/ 157043 h 776873"/>
              <a:gd name="csX971" fmla="*/ 686238 w 3239404"/>
              <a:gd name="csY971" fmla="*/ 150900 h 776873"/>
              <a:gd name="csX972" fmla="*/ 682400 w 3239404"/>
              <a:gd name="csY972" fmla="*/ 144118 h 776873"/>
              <a:gd name="csX973" fmla="*/ 671332 w 3239404"/>
              <a:gd name="csY973" fmla="*/ 141632 h 776873"/>
              <a:gd name="csX974" fmla="*/ 685562 w 3239404"/>
              <a:gd name="csY974" fmla="*/ 139517 h 776873"/>
              <a:gd name="csX975" fmla="*/ 704202 w 3239404"/>
              <a:gd name="csY975" fmla="*/ 158748 h 776873"/>
              <a:gd name="csX976" fmla="*/ 695173 w 3239404"/>
              <a:gd name="csY976" fmla="*/ 156434 h 776873"/>
              <a:gd name="csX977" fmla="*/ 706136 w 3239404"/>
              <a:gd name="csY977" fmla="*/ 162168 h 776873"/>
              <a:gd name="csX978" fmla="*/ 708555 w 3239404"/>
              <a:gd name="csY978" fmla="*/ 149395 h 776873"/>
              <a:gd name="csX979" fmla="*/ 713261 w 3239404"/>
              <a:gd name="csY979" fmla="*/ 161101 h 776873"/>
              <a:gd name="csX980" fmla="*/ 717299 w 3239404"/>
              <a:gd name="csY980" fmla="*/ 161396 h 776873"/>
              <a:gd name="csX981" fmla="*/ 727396 w 3239404"/>
              <a:gd name="csY981" fmla="*/ 162177 h 776873"/>
              <a:gd name="csX982" fmla="*/ 733844 w 3239404"/>
              <a:gd name="csY982" fmla="*/ 149718 h 776873"/>
              <a:gd name="csX983" fmla="*/ 733368 w 3239404"/>
              <a:gd name="csY983" fmla="*/ 165873 h 776873"/>
              <a:gd name="csX984" fmla="*/ 741940 w 3239404"/>
              <a:gd name="csY984" fmla="*/ 150357 h 776873"/>
              <a:gd name="csX985" fmla="*/ 737492 w 3239404"/>
              <a:gd name="csY985" fmla="*/ 162939 h 776873"/>
              <a:gd name="csX986" fmla="*/ 746836 w 3239404"/>
              <a:gd name="csY986" fmla="*/ 155586 h 776873"/>
              <a:gd name="csX987" fmla="*/ 744522 w 3239404"/>
              <a:gd name="csY987" fmla="*/ 165130 h 776873"/>
              <a:gd name="csX988" fmla="*/ 764924 w 3239404"/>
              <a:gd name="csY988" fmla="*/ 160234 h 776873"/>
              <a:gd name="csX989" fmla="*/ 769630 w 3239404"/>
              <a:gd name="csY989" fmla="*/ 171921 h 776873"/>
              <a:gd name="csX990" fmla="*/ 782898 w 3239404"/>
              <a:gd name="csY990" fmla="*/ 168121 h 776873"/>
              <a:gd name="csX991" fmla="*/ 782498 w 3239404"/>
              <a:gd name="csY991" fmla="*/ 181018 h 776873"/>
              <a:gd name="csX992" fmla="*/ 778364 w 3239404"/>
              <a:gd name="csY992" fmla="*/ 183932 h 776873"/>
              <a:gd name="csX993" fmla="*/ 778659 w 3239404"/>
              <a:gd name="csY993" fmla="*/ 174245 h 776873"/>
              <a:gd name="csX994" fmla="*/ 763352 w 3239404"/>
              <a:gd name="csY994" fmla="*/ 177922 h 776873"/>
              <a:gd name="csX995" fmla="*/ 776354 w 3239404"/>
              <a:gd name="csY995" fmla="*/ 183761 h 776873"/>
              <a:gd name="csX996" fmla="*/ 774116 w 3239404"/>
              <a:gd name="csY996" fmla="*/ 190085 h 776873"/>
              <a:gd name="csX997" fmla="*/ 760086 w 3239404"/>
              <a:gd name="csY997" fmla="*/ 185742 h 776873"/>
              <a:gd name="csX998" fmla="*/ 759895 w 3239404"/>
              <a:gd name="csY998" fmla="*/ 192200 h 776873"/>
              <a:gd name="csX999" fmla="*/ 755075 w 3239404"/>
              <a:gd name="csY999" fmla="*/ 183742 h 776873"/>
              <a:gd name="csX1000" fmla="*/ 749979 w 3239404"/>
              <a:gd name="csY1000" fmla="*/ 184961 h 776873"/>
              <a:gd name="csX1001" fmla="*/ 734597 w 3239404"/>
              <a:gd name="csY1001" fmla="*/ 191867 h 776873"/>
              <a:gd name="csX1002" fmla="*/ 730834 w 3239404"/>
              <a:gd name="csY1002" fmla="*/ 181884 h 776873"/>
              <a:gd name="csX1003" fmla="*/ 728243 w 3239404"/>
              <a:gd name="csY1003" fmla="*/ 201125 h 776873"/>
              <a:gd name="csX1004" fmla="*/ 736225 w 3239404"/>
              <a:gd name="csY1004" fmla="*/ 204944 h 776873"/>
              <a:gd name="csX1005" fmla="*/ 734387 w 3239404"/>
              <a:gd name="csY1005" fmla="*/ 198344 h 776873"/>
              <a:gd name="csX1006" fmla="*/ 744484 w 3239404"/>
              <a:gd name="csY1006" fmla="*/ 199125 h 776873"/>
              <a:gd name="csX1007" fmla="*/ 740159 w 3239404"/>
              <a:gd name="csY1007" fmla="*/ 208478 h 776873"/>
              <a:gd name="csX1008" fmla="*/ 727958 w 3239404"/>
              <a:gd name="csY1008" fmla="*/ 210764 h 776873"/>
              <a:gd name="csX1009" fmla="*/ 724214 w 3239404"/>
              <a:gd name="csY1009" fmla="*/ 200763 h 776873"/>
              <a:gd name="csX1010" fmla="*/ 682571 w 3239404"/>
              <a:gd name="csY1010" fmla="*/ 205630 h 776873"/>
              <a:gd name="csX1011" fmla="*/ 684981 w 3239404"/>
              <a:gd name="csY1011" fmla="*/ 192857 h 776873"/>
              <a:gd name="csX1012" fmla="*/ 721138 w 3239404"/>
              <a:gd name="csY1012" fmla="*/ 202144 h 776873"/>
              <a:gd name="csX1013" fmla="*/ 715089 w 3239404"/>
              <a:gd name="csY1013" fmla="*/ 201696 h 776873"/>
              <a:gd name="csX1014" fmla="*/ 712394 w 3239404"/>
              <a:gd name="csY1014" fmla="*/ 190162 h 776873"/>
              <a:gd name="csX1015" fmla="*/ 702202 w 3239404"/>
              <a:gd name="csY1015" fmla="*/ 192572 h 776873"/>
              <a:gd name="csX1016" fmla="*/ 700573 w 3239404"/>
              <a:gd name="csY1016" fmla="*/ 179541 h 776873"/>
              <a:gd name="csX1017" fmla="*/ 691334 w 3239404"/>
              <a:gd name="csY1017" fmla="*/ 183656 h 776873"/>
              <a:gd name="csX1018" fmla="*/ 688657 w 3239404"/>
              <a:gd name="csY1018" fmla="*/ 172131 h 776873"/>
              <a:gd name="csX1019" fmla="*/ 668169 w 3239404"/>
              <a:gd name="csY1019" fmla="*/ 180265 h 776873"/>
              <a:gd name="csX1020" fmla="*/ 667398 w 3239404"/>
              <a:gd name="csY1020" fmla="*/ 172102 h 776873"/>
              <a:gd name="csX1021" fmla="*/ 671436 w 3239404"/>
              <a:gd name="csY1021" fmla="*/ 172417 h 776873"/>
              <a:gd name="csX1022" fmla="*/ 653453 w 3239404"/>
              <a:gd name="csY1022" fmla="*/ 164539 h 776873"/>
              <a:gd name="csX1023" fmla="*/ 646033 w 3239404"/>
              <a:gd name="csY1023" fmla="*/ 175322 h 776873"/>
              <a:gd name="csX1024" fmla="*/ 640366 w 3239404"/>
              <a:gd name="csY1024" fmla="*/ 161920 h 776873"/>
              <a:gd name="csX1025" fmla="*/ 643928 w 3239404"/>
              <a:gd name="csY1025" fmla="*/ 178389 h 776873"/>
              <a:gd name="csX1026" fmla="*/ 632860 w 3239404"/>
              <a:gd name="csY1026" fmla="*/ 175912 h 776873"/>
              <a:gd name="csX1027" fmla="*/ 631441 w 3239404"/>
              <a:gd name="csY1027" fmla="*/ 156376 h 776873"/>
              <a:gd name="csX1028" fmla="*/ 632289 w 3239404"/>
              <a:gd name="csY1028" fmla="*/ 161291 h 776873"/>
              <a:gd name="csX1029" fmla="*/ 609105 w 3239404"/>
              <a:gd name="csY1029" fmla="*/ 157891 h 776873"/>
              <a:gd name="csX1030" fmla="*/ 614782 w 3239404"/>
              <a:gd name="csY1030" fmla="*/ 171283 h 776873"/>
              <a:gd name="csX1031" fmla="*/ 603314 w 3239404"/>
              <a:gd name="csY1031" fmla="*/ 181684 h 776873"/>
              <a:gd name="csX1032" fmla="*/ 606590 w 3239404"/>
              <a:gd name="csY1032" fmla="*/ 173864 h 776873"/>
              <a:gd name="csX1033" fmla="*/ 600637 w 3239404"/>
              <a:gd name="csY1033" fmla="*/ 170188 h 776873"/>
              <a:gd name="csX1034" fmla="*/ 595236 w 3239404"/>
              <a:gd name="csY1034" fmla="*/ 181094 h 776873"/>
              <a:gd name="csX1035" fmla="*/ 595541 w 3239404"/>
              <a:gd name="csY1035" fmla="*/ 171397 h 776873"/>
              <a:gd name="csX1036" fmla="*/ 585235 w 3239404"/>
              <a:gd name="csY1036" fmla="*/ 177065 h 776873"/>
              <a:gd name="csX1037" fmla="*/ 586702 w 3239404"/>
              <a:gd name="csY1037" fmla="*/ 162625 h 776873"/>
              <a:gd name="csX1038" fmla="*/ 581311 w 3239404"/>
              <a:gd name="csY1038" fmla="*/ 173531 h 776873"/>
              <a:gd name="csX1039" fmla="*/ 577272 w 3239404"/>
              <a:gd name="csY1039" fmla="*/ 173217 h 776873"/>
              <a:gd name="csX1040" fmla="*/ 581692 w 3239404"/>
              <a:gd name="csY1040" fmla="*/ 160615 h 776873"/>
              <a:gd name="csX1041" fmla="*/ 572938 w 3239404"/>
              <a:gd name="csY1041" fmla="*/ 148614 h 776873"/>
              <a:gd name="csX1042" fmla="*/ 546602 w 3239404"/>
              <a:gd name="csY1042" fmla="*/ 149804 h 776873"/>
              <a:gd name="csX1043" fmla="*/ 523704 w 3239404"/>
              <a:gd name="csY1043" fmla="*/ 136688 h 776873"/>
              <a:gd name="csX1044" fmla="*/ 537086 w 3239404"/>
              <a:gd name="csY1044" fmla="*/ 129640 h 776873"/>
              <a:gd name="csX1045" fmla="*/ 515912 w 3239404"/>
              <a:gd name="csY1045" fmla="*/ 126363 h 776873"/>
              <a:gd name="csX1046" fmla="*/ 517741 w 3239404"/>
              <a:gd name="csY1046" fmla="*/ 132974 h 776873"/>
              <a:gd name="csX1047" fmla="*/ 509464 w 3239404"/>
              <a:gd name="csY1047" fmla="*/ 138831 h 776873"/>
              <a:gd name="csX1048" fmla="*/ 487632 w 3239404"/>
              <a:gd name="csY1048" fmla="*/ 124182 h 776873"/>
              <a:gd name="csX1049" fmla="*/ 465134 w 3239404"/>
              <a:gd name="csY1049" fmla="*/ 132135 h 776873"/>
              <a:gd name="csX1050" fmla="*/ 468963 w 3239404"/>
              <a:gd name="csY1050" fmla="*/ 138917 h 776873"/>
              <a:gd name="csX1051" fmla="*/ 454466 w 3239404"/>
              <a:gd name="csY1051" fmla="*/ 116762 h 776873"/>
              <a:gd name="csX1052" fmla="*/ 451856 w 3239404"/>
              <a:gd name="csY1052" fmla="*/ 136002 h 776873"/>
              <a:gd name="csX1053" fmla="*/ 438893 w 3239404"/>
              <a:gd name="csY1053" fmla="*/ 130116 h 776873"/>
              <a:gd name="csX1054" fmla="*/ 446189 w 3239404"/>
              <a:gd name="csY1054" fmla="*/ 122591 h 776873"/>
              <a:gd name="csX1055" fmla="*/ 428120 w 3239404"/>
              <a:gd name="csY1055" fmla="*/ 117962 h 776873"/>
              <a:gd name="csX1056" fmla="*/ 428320 w 3239404"/>
              <a:gd name="csY1056" fmla="*/ 111495 h 776873"/>
              <a:gd name="csX1057" fmla="*/ 422262 w 3239404"/>
              <a:gd name="csY1057" fmla="*/ 111028 h 776873"/>
              <a:gd name="csX1058" fmla="*/ 424072 w 3239404"/>
              <a:gd name="csY1058" fmla="*/ 117638 h 776873"/>
              <a:gd name="csX1059" fmla="*/ 392068 w 3239404"/>
              <a:gd name="csY1059" fmla="*/ 105446 h 776873"/>
              <a:gd name="csX1060" fmla="*/ 387258 w 3239404"/>
              <a:gd name="csY1060" fmla="*/ 96969 h 776873"/>
              <a:gd name="csX1061" fmla="*/ 381105 w 3239404"/>
              <a:gd name="csY1061" fmla="*/ 99741 h 776873"/>
              <a:gd name="csX1062" fmla="*/ 355330 w 3239404"/>
              <a:gd name="csY1062" fmla="*/ 81558 h 776873"/>
              <a:gd name="csX1063" fmla="*/ 328308 w 3239404"/>
              <a:gd name="csY1063" fmla="*/ 71356 h 776873"/>
              <a:gd name="csX1064" fmla="*/ 338795 w 3239404"/>
              <a:gd name="csY1064" fmla="*/ 59241 h 776873"/>
              <a:gd name="csX1065" fmla="*/ 313506 w 3239404"/>
              <a:gd name="csY1065" fmla="*/ 58888 h 776873"/>
              <a:gd name="csX1066" fmla="*/ 308381 w 3239404"/>
              <a:gd name="csY1066" fmla="*/ 94093 h 776873"/>
              <a:gd name="csX1067" fmla="*/ 293484 w 3239404"/>
              <a:gd name="csY1067" fmla="*/ 84853 h 776873"/>
              <a:gd name="csX1068" fmla="*/ 310972 w 3239404"/>
              <a:gd name="csY1068" fmla="*/ 108866 h 776873"/>
              <a:gd name="csX1069" fmla="*/ 305105 w 3239404"/>
              <a:gd name="csY1069" fmla="*/ 101941 h 776873"/>
              <a:gd name="csX1070" fmla="*/ 292703 w 3239404"/>
              <a:gd name="csY1070" fmla="*/ 110676 h 776873"/>
              <a:gd name="csX1071" fmla="*/ 289150 w 3239404"/>
              <a:gd name="csY1071" fmla="*/ 94207 h 776873"/>
              <a:gd name="csX1072" fmla="*/ 281645 w 3239404"/>
              <a:gd name="csY1072" fmla="*/ 108209 h 776873"/>
              <a:gd name="csX1073" fmla="*/ 272701 w 3239404"/>
              <a:gd name="csY1073" fmla="*/ 102665 h 776873"/>
              <a:gd name="csX1074" fmla="*/ 266938 w 3239404"/>
              <a:gd name="csY1074" fmla="*/ 92511 h 776873"/>
              <a:gd name="csX1075" fmla="*/ 270224 w 3239404"/>
              <a:gd name="csY1075" fmla="*/ 84663 h 776873"/>
              <a:gd name="csX1076" fmla="*/ 257032 w 3239404"/>
              <a:gd name="csY1076" fmla="*/ 85263 h 776873"/>
              <a:gd name="csX1077" fmla="*/ 257518 w 3239404"/>
              <a:gd name="csY1077" fmla="*/ 69108 h 776873"/>
              <a:gd name="csX1078" fmla="*/ 250212 w 3239404"/>
              <a:gd name="csY1078" fmla="*/ 76652 h 776873"/>
              <a:gd name="csX1079" fmla="*/ 250888 w 3239404"/>
              <a:gd name="csY1079" fmla="*/ 88044 h 776873"/>
              <a:gd name="csX1080" fmla="*/ 243478 w 3239404"/>
              <a:gd name="csY1080" fmla="*/ 98779 h 776873"/>
              <a:gd name="csX1081" fmla="*/ 237506 w 3239404"/>
              <a:gd name="csY1081" fmla="*/ 95074 h 776873"/>
              <a:gd name="csX1082" fmla="*/ 241249 w 3239404"/>
              <a:gd name="csY1082" fmla="*/ 105075 h 776873"/>
              <a:gd name="csX1083" fmla="*/ 233172 w 3239404"/>
              <a:gd name="csY1083" fmla="*/ 104437 h 776873"/>
              <a:gd name="csX1084" fmla="*/ 233572 w 3239404"/>
              <a:gd name="csY1084" fmla="*/ 91549 h 776873"/>
              <a:gd name="csX1085" fmla="*/ 228571 w 3239404"/>
              <a:gd name="csY1085" fmla="*/ 89540 h 776873"/>
              <a:gd name="csX1086" fmla="*/ 203473 w 3239404"/>
              <a:gd name="csY1086" fmla="*/ 82729 h 776873"/>
              <a:gd name="csX1087" fmla="*/ 200101 w 3239404"/>
              <a:gd name="csY1087" fmla="*/ 93788 h 776873"/>
              <a:gd name="csX1088" fmla="*/ 205864 w 3239404"/>
              <a:gd name="csY1088" fmla="*/ 103951 h 776873"/>
              <a:gd name="csX1089" fmla="*/ 205111 w 3239404"/>
              <a:gd name="csY1089" fmla="*/ 95807 h 776873"/>
              <a:gd name="csX1090" fmla="*/ 230029 w 3239404"/>
              <a:gd name="csY1090" fmla="*/ 109056 h 776873"/>
              <a:gd name="csX1091" fmla="*/ 208864 w 3239404"/>
              <a:gd name="csY1091" fmla="*/ 105799 h 776873"/>
              <a:gd name="csX1092" fmla="*/ 219723 w 3239404"/>
              <a:gd name="csY1092" fmla="*/ 114724 h 776873"/>
              <a:gd name="csX1093" fmla="*/ 207407 w 3239404"/>
              <a:gd name="csY1093" fmla="*/ 120258 h 776873"/>
              <a:gd name="csX1094" fmla="*/ 205778 w 3239404"/>
              <a:gd name="csY1094" fmla="*/ 107199 h 776873"/>
              <a:gd name="csX1095" fmla="*/ 200577 w 3239404"/>
              <a:gd name="csY1095" fmla="*/ 111628 h 776873"/>
              <a:gd name="csX1096" fmla="*/ 201825 w 3239404"/>
              <a:gd name="csY1096" fmla="*/ 103646 h 776873"/>
              <a:gd name="csX1097" fmla="*/ 195891 w 3239404"/>
              <a:gd name="csY1097" fmla="*/ 99941 h 776873"/>
              <a:gd name="csX1098" fmla="*/ 187404 w 3239404"/>
              <a:gd name="csY1098" fmla="*/ 112219 h 776873"/>
              <a:gd name="csX1099" fmla="*/ 183852 w 3239404"/>
              <a:gd name="csY1099" fmla="*/ 95769 h 776873"/>
              <a:gd name="csX1100" fmla="*/ 169907 w 3239404"/>
              <a:gd name="csY1100" fmla="*/ 88216 h 776873"/>
              <a:gd name="csX1101" fmla="*/ 157791 w 3239404"/>
              <a:gd name="csY1101" fmla="*/ 87263 h 776873"/>
              <a:gd name="csX1102" fmla="*/ 162030 w 3239404"/>
              <a:gd name="csY1102" fmla="*/ 81119 h 776873"/>
              <a:gd name="csX1103" fmla="*/ 145018 w 3239404"/>
              <a:gd name="csY1103" fmla="*/ 74947 h 776873"/>
              <a:gd name="csX1104" fmla="*/ 141551 w 3239404"/>
              <a:gd name="csY1104" fmla="*/ 89235 h 776873"/>
              <a:gd name="csX1105" fmla="*/ 131150 w 3239404"/>
              <a:gd name="csY1105" fmla="*/ 98150 h 776873"/>
              <a:gd name="csX1106" fmla="*/ 129426 w 3239404"/>
              <a:gd name="csY1106" fmla="*/ 88320 h 776873"/>
              <a:gd name="csX1107" fmla="*/ 120377 w 3239404"/>
              <a:gd name="csY1107" fmla="*/ 85977 h 776873"/>
              <a:gd name="csX1108" fmla="*/ 115091 w 3239404"/>
              <a:gd name="csY1108" fmla="*/ 93673 h 776873"/>
              <a:gd name="csX1109" fmla="*/ 119634 w 3239404"/>
              <a:gd name="csY1109" fmla="*/ 77843 h 776873"/>
              <a:gd name="csX1110" fmla="*/ 126635 w 3239404"/>
              <a:gd name="csY1110" fmla="*/ 79996 h 776873"/>
              <a:gd name="csX1111" fmla="*/ 113557 w 3239404"/>
              <a:gd name="csY1111" fmla="*/ 77376 h 776873"/>
              <a:gd name="csX1112" fmla="*/ 109814 w 3239404"/>
              <a:gd name="csY1112" fmla="*/ 67403 h 776873"/>
              <a:gd name="csX1113" fmla="*/ 92507 w 3239404"/>
              <a:gd name="csY1113" fmla="*/ 70880 h 776873"/>
              <a:gd name="csX1114" fmla="*/ 91345 w 3239404"/>
              <a:gd name="csY1114" fmla="*/ 75652 h 776873"/>
              <a:gd name="csX1115" fmla="*/ 80391 w 3239404"/>
              <a:gd name="csY1115" fmla="*/ 69937 h 776873"/>
              <a:gd name="csX1116" fmla="*/ 73076 w 3239404"/>
              <a:gd name="csY1116" fmla="*/ 77462 h 776873"/>
              <a:gd name="csX1117" fmla="*/ 86154 w 3239404"/>
              <a:gd name="csY1117" fmla="*/ 80100 h 776873"/>
              <a:gd name="csX1118" fmla="*/ 91716 w 3239404"/>
              <a:gd name="csY1118" fmla="*/ 96731 h 776873"/>
              <a:gd name="csX1119" fmla="*/ 82677 w 3239404"/>
              <a:gd name="csY1119" fmla="*/ 94388 h 776873"/>
              <a:gd name="csX1120" fmla="*/ 86335 w 3239404"/>
              <a:gd name="csY1120" fmla="*/ 107609 h 776873"/>
              <a:gd name="csX1121" fmla="*/ 92383 w 3239404"/>
              <a:gd name="csY1121" fmla="*/ 108113 h 776873"/>
              <a:gd name="csX1122" fmla="*/ 97688 w 3239404"/>
              <a:gd name="csY1122" fmla="*/ 100408 h 776873"/>
              <a:gd name="csX1123" fmla="*/ 92878 w 3239404"/>
              <a:gd name="csY1123" fmla="*/ 91968 h 776873"/>
              <a:gd name="csX1124" fmla="*/ 99879 w 3239404"/>
              <a:gd name="csY1124" fmla="*/ 94121 h 776873"/>
              <a:gd name="csX1125" fmla="*/ 102575 w 3239404"/>
              <a:gd name="csY1125" fmla="*/ 105656 h 776873"/>
              <a:gd name="csX1126" fmla="*/ 110642 w 3239404"/>
              <a:gd name="csY1126" fmla="*/ 106294 h 776873"/>
              <a:gd name="csX1127" fmla="*/ 107385 w 3239404"/>
              <a:gd name="csY1127" fmla="*/ 114095 h 776873"/>
              <a:gd name="csX1128" fmla="*/ 121329 w 3239404"/>
              <a:gd name="csY1128" fmla="*/ 121667 h 776873"/>
              <a:gd name="csX1129" fmla="*/ 133921 w 3239404"/>
              <a:gd name="csY1129" fmla="*/ 140422 h 776873"/>
              <a:gd name="csX1130" fmla="*/ 144304 w 3239404"/>
              <a:gd name="csY1130" fmla="*/ 131545 h 776873"/>
              <a:gd name="csX1131" fmla="*/ 141046 w 3239404"/>
              <a:gd name="csY1131" fmla="*/ 139374 h 776873"/>
              <a:gd name="csX1132" fmla="*/ 153924 w 3239404"/>
              <a:gd name="csY1132" fmla="*/ 148471 h 776873"/>
              <a:gd name="csX1133" fmla="*/ 152095 w 3239404"/>
              <a:gd name="csY1133" fmla="*/ 141841 h 776873"/>
              <a:gd name="csX1134" fmla="*/ 159401 w 3239404"/>
              <a:gd name="csY1134" fmla="*/ 134317 h 776873"/>
              <a:gd name="csX1135" fmla="*/ 163249 w 3239404"/>
              <a:gd name="csY1135" fmla="*/ 141098 h 776873"/>
              <a:gd name="csX1136" fmla="*/ 159972 w 3239404"/>
              <a:gd name="csY1136" fmla="*/ 148928 h 776873"/>
              <a:gd name="csX1137" fmla="*/ 175831 w 3239404"/>
              <a:gd name="csY1137" fmla="*/ 159872 h 776873"/>
              <a:gd name="csX1138" fmla="*/ 188147 w 3239404"/>
              <a:gd name="csY1138" fmla="*/ 154367 h 776873"/>
              <a:gd name="csX1139" fmla="*/ 192862 w 3239404"/>
              <a:gd name="csY1139" fmla="*/ 166044 h 776873"/>
              <a:gd name="csX1140" fmla="*/ 181908 w 3239404"/>
              <a:gd name="csY1140" fmla="*/ 160358 h 776873"/>
              <a:gd name="csX1141" fmla="*/ 162858 w 3239404"/>
              <a:gd name="csY1141" fmla="*/ 153986 h 776873"/>
              <a:gd name="csX1142" fmla="*/ 157382 w 3239404"/>
              <a:gd name="csY1142" fmla="*/ 168159 h 776873"/>
              <a:gd name="csX1143" fmla="*/ 195948 w 3239404"/>
              <a:gd name="csY1143" fmla="*/ 164673 h 776873"/>
              <a:gd name="csX1144" fmla="*/ 214989 w 3239404"/>
              <a:gd name="csY1144" fmla="*/ 171007 h 776873"/>
              <a:gd name="csX1145" fmla="*/ 213169 w 3239404"/>
              <a:gd name="csY1145" fmla="*/ 164397 h 776873"/>
              <a:gd name="csX1146" fmla="*/ 219523 w 3239404"/>
              <a:gd name="csY1146" fmla="*/ 155157 h 776873"/>
              <a:gd name="csX1147" fmla="*/ 225476 w 3239404"/>
              <a:gd name="csY1147" fmla="*/ 158863 h 776873"/>
              <a:gd name="csX1148" fmla="*/ 216141 w 3239404"/>
              <a:gd name="csY1148" fmla="*/ 166235 h 776873"/>
              <a:gd name="csX1149" fmla="*/ 224980 w 3239404"/>
              <a:gd name="csY1149" fmla="*/ 175017 h 776873"/>
              <a:gd name="csX1150" fmla="*/ 229219 w 3239404"/>
              <a:gd name="csY1150" fmla="*/ 168873 h 776873"/>
              <a:gd name="csX1151" fmla="*/ 234210 w 3239404"/>
              <a:gd name="csY1151" fmla="*/ 170883 h 776873"/>
              <a:gd name="csX1152" fmla="*/ 230838 w 3239404"/>
              <a:gd name="csY1152" fmla="*/ 181951 h 776873"/>
              <a:gd name="csX1153" fmla="*/ 243259 w 3239404"/>
              <a:gd name="csY1153" fmla="*/ 173198 h 776873"/>
              <a:gd name="csX1154" fmla="*/ 242487 w 3239404"/>
              <a:gd name="csY1154" fmla="*/ 165035 h 776873"/>
              <a:gd name="csX1155" fmla="*/ 248660 w 3239404"/>
              <a:gd name="csY1155" fmla="*/ 162273 h 776873"/>
              <a:gd name="csX1156" fmla="*/ 265090 w 3239404"/>
              <a:gd name="csY1156" fmla="*/ 187818 h 776873"/>
              <a:gd name="csX1157" fmla="*/ 244707 w 3239404"/>
              <a:gd name="csY1157" fmla="*/ 192733 h 776873"/>
              <a:gd name="csX1158" fmla="*/ 226628 w 3239404"/>
              <a:gd name="csY1158" fmla="*/ 188085 h 776873"/>
              <a:gd name="csX1159" fmla="*/ 236534 w 3239404"/>
              <a:gd name="csY1159" fmla="*/ 195343 h 776873"/>
              <a:gd name="csX1160" fmla="*/ 228143 w 3239404"/>
              <a:gd name="csY1160" fmla="*/ 204392 h 776873"/>
              <a:gd name="csX1161" fmla="*/ 220561 w 3239404"/>
              <a:gd name="csY1161" fmla="*/ 187638 h 776873"/>
              <a:gd name="csX1162" fmla="*/ 219018 w 3239404"/>
              <a:gd name="csY1162" fmla="*/ 205297 h 776873"/>
              <a:gd name="csX1163" fmla="*/ 213246 w 3239404"/>
              <a:gd name="csY1163" fmla="*/ 195172 h 776873"/>
              <a:gd name="csX1164" fmla="*/ 205940 w 3239404"/>
              <a:gd name="csY1164" fmla="*/ 202677 h 776873"/>
              <a:gd name="csX1165" fmla="*/ 202197 w 3239404"/>
              <a:gd name="csY1165" fmla="*/ 192676 h 776873"/>
              <a:gd name="csX1166" fmla="*/ 195167 w 3239404"/>
              <a:gd name="csY1166" fmla="*/ 190495 h 776873"/>
              <a:gd name="csX1167" fmla="*/ 180832 w 3239404"/>
              <a:gd name="csY1167" fmla="*/ 195858 h 776873"/>
              <a:gd name="csX1168" fmla="*/ 180175 w 3239404"/>
              <a:gd name="csY1168" fmla="*/ 184475 h 776873"/>
              <a:gd name="csX1169" fmla="*/ 193548 w 3239404"/>
              <a:gd name="csY1169" fmla="*/ 177417 h 776873"/>
              <a:gd name="csX1170" fmla="*/ 185261 w 3239404"/>
              <a:gd name="csY1170" fmla="*/ 183294 h 776873"/>
              <a:gd name="csX1171" fmla="*/ 183442 w 3239404"/>
              <a:gd name="csY1171" fmla="*/ 176646 h 776873"/>
              <a:gd name="csX1172" fmla="*/ 174307 w 3239404"/>
              <a:gd name="csY1172" fmla="*/ 177560 h 776873"/>
              <a:gd name="csX1173" fmla="*/ 168726 w 3239404"/>
              <a:gd name="csY1173" fmla="*/ 194934 h 776873"/>
              <a:gd name="csX1174" fmla="*/ 165630 w 3239404"/>
              <a:gd name="csY1174" fmla="*/ 196324 h 776873"/>
              <a:gd name="csX1175" fmla="*/ 166030 w 3239404"/>
              <a:gd name="csY1175" fmla="*/ 183399 h 776873"/>
              <a:gd name="csX1176" fmla="*/ 158144 w 3239404"/>
              <a:gd name="csY1176" fmla="*/ 176312 h 776873"/>
              <a:gd name="csX1177" fmla="*/ 157953 w 3239404"/>
              <a:gd name="csY1177" fmla="*/ 182770 h 776873"/>
              <a:gd name="csX1178" fmla="*/ 139675 w 3239404"/>
              <a:gd name="csY1178" fmla="*/ 184570 h 776873"/>
              <a:gd name="csX1179" fmla="*/ 111700 w 3239404"/>
              <a:gd name="csY1179" fmla="*/ 172683 h 776873"/>
              <a:gd name="csX1180" fmla="*/ 101498 w 3239404"/>
              <a:gd name="csY1180" fmla="*/ 175150 h 776873"/>
              <a:gd name="csX1181" fmla="*/ 98031 w 3239404"/>
              <a:gd name="csY1181" fmla="*/ 189447 h 776873"/>
              <a:gd name="csX1182" fmla="*/ 105727 w 3239404"/>
              <a:gd name="csY1182" fmla="*/ 203011 h 776873"/>
              <a:gd name="csX1183" fmla="*/ 110147 w 3239404"/>
              <a:gd name="csY1183" fmla="*/ 190409 h 776873"/>
              <a:gd name="csX1184" fmla="*/ 123425 w 3239404"/>
              <a:gd name="csY1184" fmla="*/ 186561 h 776873"/>
              <a:gd name="csX1185" fmla="*/ 117843 w 3239404"/>
              <a:gd name="csY1185" fmla="*/ 203944 h 776873"/>
              <a:gd name="csX1186" fmla="*/ 126682 w 3239404"/>
              <a:gd name="csY1186" fmla="*/ 212707 h 776873"/>
              <a:gd name="csX1187" fmla="*/ 146780 w 3239404"/>
              <a:gd name="csY1187" fmla="*/ 217508 h 776873"/>
              <a:gd name="csX1188" fmla="*/ 134464 w 3239404"/>
              <a:gd name="csY1188" fmla="*/ 223013 h 776873"/>
              <a:gd name="csX1189" fmla="*/ 142351 w 3239404"/>
              <a:gd name="csY1189" fmla="*/ 230129 h 776873"/>
              <a:gd name="csX1190" fmla="*/ 146380 w 3239404"/>
              <a:gd name="csY1190" fmla="*/ 230433 h 776873"/>
              <a:gd name="csX1191" fmla="*/ 169564 w 3239404"/>
              <a:gd name="csY1191" fmla="*/ 233824 h 776873"/>
              <a:gd name="csX1192" fmla="*/ 167269 w 3239404"/>
              <a:gd name="csY1192" fmla="*/ 243378 h 776873"/>
              <a:gd name="csX1193" fmla="*/ 175241 w 3239404"/>
              <a:gd name="csY1193" fmla="*/ 247235 h 776873"/>
              <a:gd name="csX1194" fmla="*/ 168716 w 3239404"/>
              <a:gd name="csY1194" fmla="*/ 228909 h 776873"/>
              <a:gd name="csX1195" fmla="*/ 169955 w 3239404"/>
              <a:gd name="csY1195" fmla="*/ 220908 h 776873"/>
              <a:gd name="csX1196" fmla="*/ 176974 w 3239404"/>
              <a:gd name="csY1196" fmla="*/ 223090 h 776873"/>
              <a:gd name="csX1197" fmla="*/ 178708 w 3239404"/>
              <a:gd name="csY1197" fmla="*/ 232900 h 776873"/>
              <a:gd name="csX1198" fmla="*/ 181994 w 3239404"/>
              <a:gd name="csY1198" fmla="*/ 225099 h 776873"/>
              <a:gd name="csX1199" fmla="*/ 186033 w 3239404"/>
              <a:gd name="csY1199" fmla="*/ 225385 h 776873"/>
              <a:gd name="csX1200" fmla="*/ 183709 w 3239404"/>
              <a:gd name="csY1200" fmla="*/ 234939 h 776873"/>
              <a:gd name="csX1201" fmla="*/ 174584 w 3239404"/>
              <a:gd name="csY1201" fmla="*/ 235844 h 776873"/>
              <a:gd name="csX1202" fmla="*/ 267957 w 3239404"/>
              <a:gd name="csY1202" fmla="*/ 260866 h 776873"/>
              <a:gd name="csX1203" fmla="*/ 281988 w 3239404"/>
              <a:gd name="csY1203" fmla="*/ 265209 h 776873"/>
              <a:gd name="csX1204" fmla="*/ 283635 w 3239404"/>
              <a:gd name="csY1204" fmla="*/ 244321 h 776873"/>
              <a:gd name="csX1205" fmla="*/ 294618 w 3239404"/>
              <a:gd name="csY1205" fmla="*/ 250007 h 776873"/>
              <a:gd name="csX1206" fmla="*/ 292398 w 3239404"/>
              <a:gd name="csY1206" fmla="*/ 256313 h 776873"/>
              <a:gd name="csX1207" fmla="*/ 307591 w 3239404"/>
              <a:gd name="csY1207" fmla="*/ 255894 h 776873"/>
              <a:gd name="csX1208" fmla="*/ 327108 w 3239404"/>
              <a:gd name="csY1208" fmla="*/ 280040 h 776873"/>
              <a:gd name="csX1209" fmla="*/ 325383 w 3239404"/>
              <a:gd name="csY1209" fmla="*/ 270219 h 776873"/>
              <a:gd name="csX1210" fmla="*/ 337299 w 3239404"/>
              <a:gd name="csY1210" fmla="*/ 277601 h 776873"/>
              <a:gd name="csX1211" fmla="*/ 336547 w 3239404"/>
              <a:gd name="csY1211" fmla="*/ 269457 h 776873"/>
              <a:gd name="csX1212" fmla="*/ 342500 w 3239404"/>
              <a:gd name="csY1212" fmla="*/ 273163 h 776873"/>
              <a:gd name="csX1213" fmla="*/ 346824 w 3239404"/>
              <a:gd name="csY1213" fmla="*/ 263790 h 776873"/>
              <a:gd name="csX1214" fmla="*/ 354911 w 3239404"/>
              <a:gd name="csY1214" fmla="*/ 264400 h 776873"/>
              <a:gd name="csX1215" fmla="*/ 352596 w 3239404"/>
              <a:gd name="csY1215" fmla="*/ 273934 h 776873"/>
              <a:gd name="csX1216" fmla="*/ 377695 w 3239404"/>
              <a:gd name="csY1216" fmla="*/ 280735 h 776873"/>
              <a:gd name="csX1217" fmla="*/ 376447 w 3239404"/>
              <a:gd name="csY1217" fmla="*/ 288736 h 776873"/>
              <a:gd name="csX1218" fmla="*/ 404898 w 3239404"/>
              <a:gd name="csY1218" fmla="*/ 284459 h 776873"/>
              <a:gd name="csX1219" fmla="*/ 404698 w 3239404"/>
              <a:gd name="csY1219" fmla="*/ 290955 h 776873"/>
              <a:gd name="csX1220" fmla="*/ 416157 w 3239404"/>
              <a:gd name="csY1220" fmla="*/ 280497 h 776873"/>
              <a:gd name="csX1221" fmla="*/ 415861 w 3239404"/>
              <a:gd name="csY1221" fmla="*/ 290193 h 776873"/>
              <a:gd name="csX1222" fmla="*/ 452333 w 3239404"/>
              <a:gd name="csY1222" fmla="*/ 289765 h 776873"/>
              <a:gd name="csX1223" fmla="*/ 455000 w 3239404"/>
              <a:gd name="csY1223" fmla="*/ 301318 h 776873"/>
              <a:gd name="csX1224" fmla="*/ 448847 w 3239404"/>
              <a:gd name="csY1224" fmla="*/ 304062 h 776873"/>
              <a:gd name="csX1225" fmla="*/ 482317 w 3239404"/>
              <a:gd name="csY1225" fmla="*/ 301804 h 776873"/>
              <a:gd name="csX1226" fmla="*/ 480708 w 3239404"/>
              <a:gd name="csY1226" fmla="*/ 288745 h 776873"/>
              <a:gd name="csX1227" fmla="*/ 494528 w 3239404"/>
              <a:gd name="csY1227" fmla="*/ 299537 h 776873"/>
              <a:gd name="csX1228" fmla="*/ 487604 w 3239404"/>
              <a:gd name="csY1228" fmla="*/ 294146 h 776873"/>
              <a:gd name="csX1229" fmla="*/ 498881 w 3239404"/>
              <a:gd name="csY1229" fmla="*/ 290155 h 776873"/>
              <a:gd name="csX1230" fmla="*/ 496348 w 3239404"/>
              <a:gd name="csY1230" fmla="*/ 306148 h 776873"/>
              <a:gd name="csX1231" fmla="*/ 525885 w 3239404"/>
              <a:gd name="csY1231" fmla="*/ 300347 h 776873"/>
              <a:gd name="csX1232" fmla="*/ 525713 w 3239404"/>
              <a:gd name="csY1232" fmla="*/ 306824 h 776873"/>
              <a:gd name="csX1233" fmla="*/ 530600 w 3239404"/>
              <a:gd name="csY1233" fmla="*/ 312053 h 776873"/>
              <a:gd name="csX1234" fmla="*/ 536962 w 3239404"/>
              <a:gd name="csY1234" fmla="*/ 302823 h 776873"/>
              <a:gd name="csX1235" fmla="*/ 540706 w 3239404"/>
              <a:gd name="csY1235" fmla="*/ 312825 h 776873"/>
              <a:gd name="csX1236" fmla="*/ 555898 w 3239404"/>
              <a:gd name="csY1236" fmla="*/ 312396 h 776873"/>
              <a:gd name="csX1237" fmla="*/ 551755 w 3239404"/>
              <a:gd name="csY1237" fmla="*/ 315311 h 776873"/>
              <a:gd name="csX1238" fmla="*/ 567261 w 3239404"/>
              <a:gd name="csY1238" fmla="*/ 305186 h 776873"/>
              <a:gd name="csX1239" fmla="*/ 564842 w 3239404"/>
              <a:gd name="csY1239" fmla="*/ 317959 h 776873"/>
              <a:gd name="csX1240" fmla="*/ 586302 w 3239404"/>
              <a:gd name="csY1240" fmla="*/ 311539 h 776873"/>
              <a:gd name="csX1241" fmla="*/ 582158 w 3239404"/>
              <a:gd name="csY1241" fmla="*/ 314453 h 776873"/>
              <a:gd name="csX1242" fmla="*/ 591950 w 3239404"/>
              <a:gd name="csY1242" fmla="*/ 324912 h 776873"/>
              <a:gd name="csX1243" fmla="*/ 589750 w 3239404"/>
              <a:gd name="csY1243" fmla="*/ 331217 h 776873"/>
              <a:gd name="csX1244" fmla="*/ 583606 w 3239404"/>
              <a:gd name="csY1244" fmla="*/ 333980 h 776873"/>
              <a:gd name="csX1245" fmla="*/ 593588 w 3239404"/>
              <a:gd name="csY1245" fmla="*/ 337999 h 776873"/>
              <a:gd name="csX1246" fmla="*/ 598884 w 3239404"/>
              <a:gd name="csY1246" fmla="*/ 330303 h 776873"/>
              <a:gd name="csX1247" fmla="*/ 596008 w 3239404"/>
              <a:gd name="csY1247" fmla="*/ 325226 h 776873"/>
              <a:gd name="csX1248" fmla="*/ 608533 w 3239404"/>
              <a:gd name="csY1248" fmla="*/ 313234 h 776873"/>
              <a:gd name="csX1249" fmla="*/ 610143 w 3239404"/>
              <a:gd name="csY1249" fmla="*/ 326322 h 776873"/>
              <a:gd name="csX1250" fmla="*/ 618630 w 3239404"/>
              <a:gd name="csY1250" fmla="*/ 314025 h 776873"/>
              <a:gd name="csX1251" fmla="*/ 642776 w 3239404"/>
              <a:gd name="csY1251" fmla="*/ 319149 h 776873"/>
              <a:gd name="csX1252" fmla="*/ 646138 w 3239404"/>
              <a:gd name="csY1252" fmla="*/ 308081 h 776873"/>
              <a:gd name="csX1253" fmla="*/ 651710 w 3239404"/>
              <a:gd name="csY1253" fmla="*/ 324693 h 776873"/>
              <a:gd name="csX1254" fmla="*/ 643528 w 3239404"/>
              <a:gd name="csY1254" fmla="*/ 327293 h 776873"/>
              <a:gd name="csX1255" fmla="*/ 656606 w 3239404"/>
              <a:gd name="csY1255" fmla="*/ 329931 h 776873"/>
              <a:gd name="csX1256" fmla="*/ 657863 w 3239404"/>
              <a:gd name="csY1256" fmla="*/ 321911 h 776873"/>
              <a:gd name="csX1257" fmla="*/ 665645 w 3239404"/>
              <a:gd name="csY1257" fmla="*/ 332256 h 776873"/>
              <a:gd name="csX1258" fmla="*/ 671046 w 3239404"/>
              <a:gd name="csY1258" fmla="*/ 321330 h 776873"/>
              <a:gd name="csX1259" fmla="*/ 682085 w 3239404"/>
              <a:gd name="csY1259" fmla="*/ 323816 h 776873"/>
              <a:gd name="csX1260" fmla="*/ 685848 w 3239404"/>
              <a:gd name="csY1260" fmla="*/ 333818 h 776873"/>
              <a:gd name="csX1261" fmla="*/ 678723 w 3239404"/>
              <a:gd name="csY1261" fmla="*/ 334894 h 776873"/>
              <a:gd name="csX1262" fmla="*/ 736140 w 3239404"/>
              <a:gd name="csY1262" fmla="*/ 344171 h 776873"/>
              <a:gd name="csX1263" fmla="*/ 731720 w 3239404"/>
              <a:gd name="csY1263" fmla="*/ 356782 h 776873"/>
              <a:gd name="csX1264" fmla="*/ 742779 w 3239404"/>
              <a:gd name="csY1264" fmla="*/ 359259 h 776873"/>
              <a:gd name="csX1265" fmla="*/ 744112 w 3239404"/>
              <a:gd name="csY1265" fmla="*/ 348058 h 776873"/>
              <a:gd name="csX1266" fmla="*/ 778640 w 3239404"/>
              <a:gd name="csY1266" fmla="*/ 344267 h 776873"/>
              <a:gd name="csX1267" fmla="*/ 775287 w 3239404"/>
              <a:gd name="csY1267" fmla="*/ 355325 h 776873"/>
              <a:gd name="csX1268" fmla="*/ 788365 w 3239404"/>
              <a:gd name="csY1268" fmla="*/ 357964 h 776873"/>
              <a:gd name="csX1269" fmla="*/ 789623 w 3239404"/>
              <a:gd name="csY1269" fmla="*/ 349963 h 776873"/>
              <a:gd name="csX1270" fmla="*/ 810778 w 3239404"/>
              <a:gd name="csY1270" fmla="*/ 353192 h 776873"/>
              <a:gd name="csX1271" fmla="*/ 815473 w 3239404"/>
              <a:gd name="csY1271" fmla="*/ 364898 h 776873"/>
              <a:gd name="csX1272" fmla="*/ 824617 w 3239404"/>
              <a:gd name="csY1272" fmla="*/ 364012 h 776873"/>
              <a:gd name="csX1273" fmla="*/ 850106 w 3239404"/>
              <a:gd name="csY1273" fmla="*/ 357907 h 776873"/>
              <a:gd name="csX1274" fmla="*/ 851821 w 3239404"/>
              <a:gd name="csY1274" fmla="*/ 367755 h 776873"/>
              <a:gd name="csX1275" fmla="*/ 866937 w 3239404"/>
              <a:gd name="csY1275" fmla="*/ 370527 h 776873"/>
              <a:gd name="csX1276" fmla="*/ 873185 w 3239404"/>
              <a:gd name="csY1276" fmla="*/ 364536 h 776873"/>
              <a:gd name="csX1277" fmla="*/ 875005 w 3239404"/>
              <a:gd name="csY1277" fmla="*/ 371137 h 776873"/>
              <a:gd name="csX1278" fmla="*/ 879053 w 3239404"/>
              <a:gd name="csY1278" fmla="*/ 371451 h 776873"/>
              <a:gd name="csX1279" fmla="*/ 893178 w 3239404"/>
              <a:gd name="csY1279" fmla="*/ 372546 h 776873"/>
              <a:gd name="csX1280" fmla="*/ 898484 w 3239404"/>
              <a:gd name="csY1280" fmla="*/ 364879 h 776873"/>
              <a:gd name="csX1281" fmla="*/ 896274 w 3239404"/>
              <a:gd name="csY1281" fmla="*/ 371156 h 776873"/>
              <a:gd name="csX1282" fmla="*/ 911361 w 3239404"/>
              <a:gd name="csY1282" fmla="*/ 373956 h 776873"/>
              <a:gd name="csX1283" fmla="*/ 904046 w 3239404"/>
              <a:gd name="csY1283" fmla="*/ 381471 h 776873"/>
              <a:gd name="csX1284" fmla="*/ 913095 w 3239404"/>
              <a:gd name="csY1284" fmla="*/ 383786 h 776873"/>
              <a:gd name="csX1285" fmla="*/ 909809 w 3239404"/>
              <a:gd name="csY1285" fmla="*/ 391615 h 776873"/>
              <a:gd name="csX1286" fmla="*/ 898750 w 3239404"/>
              <a:gd name="csY1286" fmla="*/ 389168 h 776873"/>
              <a:gd name="csX1287" fmla="*/ 905570 w 3239404"/>
              <a:gd name="csY1287" fmla="*/ 397769 h 776873"/>
              <a:gd name="csX1288" fmla="*/ 899217 w 3239404"/>
              <a:gd name="csY1288" fmla="*/ 407008 h 776873"/>
              <a:gd name="csX1289" fmla="*/ 900570 w 3239404"/>
              <a:gd name="csY1289" fmla="*/ 395759 h 776873"/>
              <a:gd name="csX1290" fmla="*/ 893264 w 3239404"/>
              <a:gd name="csY1290" fmla="*/ 403274 h 776873"/>
              <a:gd name="csX1291" fmla="*/ 883253 w 3239404"/>
              <a:gd name="csY1291" fmla="*/ 399283 h 776873"/>
              <a:gd name="csX1292" fmla="*/ 894607 w 3239404"/>
              <a:gd name="csY1292" fmla="*/ 392082 h 776873"/>
              <a:gd name="csX1293" fmla="*/ 894902 w 3239404"/>
              <a:gd name="csY1293" fmla="*/ 382386 h 776873"/>
              <a:gd name="csX1294" fmla="*/ 897769 w 3239404"/>
              <a:gd name="csY1294" fmla="*/ 387463 h 776873"/>
              <a:gd name="csX1295" fmla="*/ 896055 w 3239404"/>
              <a:gd name="csY1295" fmla="*/ 377604 h 776873"/>
              <a:gd name="csX1296" fmla="*/ 900103 w 3239404"/>
              <a:gd name="csY1296" fmla="*/ 377919 h 776873"/>
              <a:gd name="csX1297" fmla="*/ 874900 w 3239404"/>
              <a:gd name="csY1297" fmla="*/ 374337 h 776873"/>
              <a:gd name="csX1298" fmla="*/ 870556 w 3239404"/>
              <a:gd name="csY1298" fmla="*/ 383719 h 776873"/>
              <a:gd name="csX1299" fmla="*/ 884901 w 3239404"/>
              <a:gd name="csY1299" fmla="*/ 378357 h 776873"/>
              <a:gd name="csX1300" fmla="*/ 865070 w 3239404"/>
              <a:gd name="csY1300" fmla="*/ 397845 h 776873"/>
              <a:gd name="csX1301" fmla="*/ 860746 w 3239404"/>
              <a:gd name="csY1301" fmla="*/ 373232 h 776873"/>
              <a:gd name="csX1302" fmla="*/ 850468 w 3239404"/>
              <a:gd name="csY1302" fmla="*/ 378938 h 776873"/>
              <a:gd name="csX1303" fmla="*/ 859203 w 3239404"/>
              <a:gd name="csY1303" fmla="*/ 390930 h 776873"/>
              <a:gd name="csX1304" fmla="*/ 846115 w 3239404"/>
              <a:gd name="csY1304" fmla="*/ 388301 h 776873"/>
              <a:gd name="csX1305" fmla="*/ 843534 w 3239404"/>
              <a:gd name="csY1305" fmla="*/ 373527 h 776873"/>
              <a:gd name="csX1306" fmla="*/ 838229 w 3239404"/>
              <a:gd name="csY1306" fmla="*/ 381214 h 776873"/>
              <a:gd name="csX1307" fmla="*/ 840067 w 3239404"/>
              <a:gd name="csY1307" fmla="*/ 387824 h 776873"/>
              <a:gd name="csX1308" fmla="*/ 811492 w 3239404"/>
              <a:gd name="csY1308" fmla="*/ 395311 h 776873"/>
              <a:gd name="csX1309" fmla="*/ 820436 w 3239404"/>
              <a:gd name="csY1309" fmla="*/ 400874 h 776873"/>
              <a:gd name="csX1310" fmla="*/ 802367 w 3239404"/>
              <a:gd name="csY1310" fmla="*/ 396226 h 776873"/>
              <a:gd name="csX1311" fmla="*/ 810625 w 3239404"/>
              <a:gd name="csY1311" fmla="*/ 390434 h 776873"/>
              <a:gd name="csX1312" fmla="*/ 807844 w 3239404"/>
              <a:gd name="csY1312" fmla="*/ 382110 h 776873"/>
              <a:gd name="csX1313" fmla="*/ 791680 w 3239404"/>
              <a:gd name="csY1313" fmla="*/ 380833 h 776873"/>
              <a:gd name="csX1314" fmla="*/ 784555 w 3239404"/>
              <a:gd name="csY1314" fmla="*/ 381900 h 776873"/>
              <a:gd name="csX1315" fmla="*/ 783307 w 3239404"/>
              <a:gd name="csY1315" fmla="*/ 389901 h 776873"/>
              <a:gd name="csX1316" fmla="*/ 759257 w 3239404"/>
              <a:gd name="csY1316" fmla="*/ 381567 h 776873"/>
              <a:gd name="csX1317" fmla="*/ 745988 w 3239404"/>
              <a:gd name="csY1317" fmla="*/ 385367 h 776873"/>
              <a:gd name="csX1318" fmla="*/ 747246 w 3239404"/>
              <a:gd name="csY1318" fmla="*/ 377385 h 776873"/>
              <a:gd name="csX1319" fmla="*/ 741959 w 3239404"/>
              <a:gd name="csY1319" fmla="*/ 385081 h 776873"/>
              <a:gd name="csX1320" fmla="*/ 742436 w 3239404"/>
              <a:gd name="csY1320" fmla="*/ 368917 h 776873"/>
              <a:gd name="csX1321" fmla="*/ 730615 w 3239404"/>
              <a:gd name="csY1321" fmla="*/ 358297 h 776873"/>
              <a:gd name="csX1322" fmla="*/ 728034 w 3239404"/>
              <a:gd name="csY1322" fmla="*/ 377537 h 776873"/>
              <a:gd name="csX1323" fmla="*/ 738292 w 3239404"/>
              <a:gd name="csY1323" fmla="*/ 371842 h 776873"/>
              <a:gd name="csX1324" fmla="*/ 733873 w 3239404"/>
              <a:gd name="csY1324" fmla="*/ 384453 h 776873"/>
              <a:gd name="csX1325" fmla="*/ 710889 w 3239404"/>
              <a:gd name="csY1325" fmla="*/ 374604 h 776873"/>
              <a:gd name="csX1326" fmla="*/ 717242 w 3239404"/>
              <a:gd name="csY1326" fmla="*/ 365364 h 776873"/>
              <a:gd name="csX1327" fmla="*/ 707041 w 3239404"/>
              <a:gd name="csY1327" fmla="*/ 367803 h 776873"/>
              <a:gd name="csX1328" fmla="*/ 708879 w 3239404"/>
              <a:gd name="csY1328" fmla="*/ 374413 h 776873"/>
              <a:gd name="csX1329" fmla="*/ 704736 w 3239404"/>
              <a:gd name="csY1329" fmla="*/ 377328 h 776873"/>
              <a:gd name="csX1330" fmla="*/ 687715 w 3239404"/>
              <a:gd name="csY1330" fmla="*/ 371146 h 776873"/>
              <a:gd name="csX1331" fmla="*/ 677618 w 3239404"/>
              <a:gd name="csY1331" fmla="*/ 370384 h 776873"/>
              <a:gd name="csX1332" fmla="*/ 658197 w 3239404"/>
              <a:gd name="csY1332" fmla="*/ 376985 h 776873"/>
              <a:gd name="csX1333" fmla="*/ 655968 w 3239404"/>
              <a:gd name="csY1333" fmla="*/ 383272 h 776873"/>
              <a:gd name="csX1334" fmla="*/ 645214 w 3239404"/>
              <a:gd name="csY1334" fmla="*/ 371118 h 776873"/>
              <a:gd name="csX1335" fmla="*/ 637794 w 3239404"/>
              <a:gd name="csY1335" fmla="*/ 381871 h 776873"/>
              <a:gd name="csX1336" fmla="*/ 636280 w 3239404"/>
              <a:gd name="csY1336" fmla="*/ 365536 h 776873"/>
              <a:gd name="csX1337" fmla="*/ 623097 w 3239404"/>
              <a:gd name="csY1337" fmla="*/ 366136 h 776873"/>
              <a:gd name="csX1338" fmla="*/ 616544 w 3239404"/>
              <a:gd name="csY1338" fmla="*/ 381814 h 776873"/>
              <a:gd name="csX1339" fmla="*/ 617134 w 3239404"/>
              <a:gd name="csY1339" fmla="*/ 362431 h 776873"/>
              <a:gd name="csX1340" fmla="*/ 597694 w 3239404"/>
              <a:gd name="csY1340" fmla="*/ 369022 h 776873"/>
              <a:gd name="csX1341" fmla="*/ 587311 w 3239404"/>
              <a:gd name="csY1341" fmla="*/ 377928 h 776873"/>
              <a:gd name="csX1342" fmla="*/ 585578 w 3239404"/>
              <a:gd name="csY1342" fmla="*/ 368089 h 776873"/>
              <a:gd name="csX1343" fmla="*/ 591055 w 3239404"/>
              <a:gd name="csY1343" fmla="*/ 353963 h 776873"/>
              <a:gd name="csX1344" fmla="*/ 589045 w 3239404"/>
              <a:gd name="csY1344" fmla="*/ 353811 h 776873"/>
              <a:gd name="csX1345" fmla="*/ 587121 w 3239404"/>
              <a:gd name="csY1345" fmla="*/ 350410 h 776873"/>
              <a:gd name="csX1346" fmla="*/ 582692 w 3239404"/>
              <a:gd name="csY1346" fmla="*/ 363012 h 776873"/>
              <a:gd name="csX1347" fmla="*/ 572986 w 3239404"/>
              <a:gd name="csY1347" fmla="*/ 349305 h 776873"/>
              <a:gd name="csX1348" fmla="*/ 561823 w 3239404"/>
              <a:gd name="csY1348" fmla="*/ 350058 h 776873"/>
              <a:gd name="csX1349" fmla="*/ 573853 w 3239404"/>
              <a:gd name="csY1349" fmla="*/ 354230 h 776873"/>
              <a:gd name="csX1350" fmla="*/ 578549 w 3239404"/>
              <a:gd name="csY1350" fmla="*/ 365946 h 776873"/>
              <a:gd name="csX1351" fmla="*/ 569509 w 3239404"/>
              <a:gd name="csY1351" fmla="*/ 363602 h 776873"/>
              <a:gd name="csX1352" fmla="*/ 567195 w 3239404"/>
              <a:gd name="csY1352" fmla="*/ 373127 h 776873"/>
              <a:gd name="csX1353" fmla="*/ 546230 w 3239404"/>
              <a:gd name="csY1353" fmla="*/ 363412 h 776873"/>
              <a:gd name="csX1354" fmla="*/ 554222 w 3239404"/>
              <a:gd name="csY1354" fmla="*/ 367250 h 776873"/>
              <a:gd name="csX1355" fmla="*/ 540848 w 3239404"/>
              <a:gd name="csY1355" fmla="*/ 374309 h 776873"/>
              <a:gd name="csX1356" fmla="*/ 545097 w 3239404"/>
              <a:gd name="csY1356" fmla="*/ 368165 h 776873"/>
              <a:gd name="csX1357" fmla="*/ 535953 w 3239404"/>
              <a:gd name="csY1357" fmla="*/ 369079 h 776873"/>
              <a:gd name="csX1358" fmla="*/ 514121 w 3239404"/>
              <a:gd name="csY1358" fmla="*/ 354449 h 776873"/>
              <a:gd name="csX1359" fmla="*/ 498434 w 3239404"/>
              <a:gd name="csY1359" fmla="*/ 371013 h 776873"/>
              <a:gd name="csX1360" fmla="*/ 480165 w 3239404"/>
              <a:gd name="csY1360" fmla="*/ 372842 h 776873"/>
              <a:gd name="csX1361" fmla="*/ 478336 w 3239404"/>
              <a:gd name="csY1361" fmla="*/ 366212 h 776873"/>
              <a:gd name="csX1362" fmla="*/ 468039 w 3239404"/>
              <a:gd name="csY1362" fmla="*/ 371899 h 776873"/>
              <a:gd name="csX1363" fmla="*/ 453800 w 3239404"/>
              <a:gd name="csY1363" fmla="*/ 374032 h 776873"/>
              <a:gd name="csX1364" fmla="*/ 451123 w 3239404"/>
              <a:gd name="csY1364" fmla="*/ 362517 h 776873"/>
              <a:gd name="csX1365" fmla="*/ 418614 w 3239404"/>
              <a:gd name="csY1365" fmla="*/ 366441 h 776873"/>
              <a:gd name="csX1366" fmla="*/ 415823 w 3239404"/>
              <a:gd name="csY1366" fmla="*/ 358126 h 776873"/>
              <a:gd name="csX1367" fmla="*/ 405841 w 3239404"/>
              <a:gd name="csY1367" fmla="*/ 354144 h 776873"/>
              <a:gd name="csX1368" fmla="*/ 395335 w 3239404"/>
              <a:gd name="csY1368" fmla="*/ 366260 h 776873"/>
              <a:gd name="csX1369" fmla="*/ 400631 w 3239404"/>
              <a:gd name="csY1369" fmla="*/ 358573 h 776873"/>
              <a:gd name="csX1370" fmla="*/ 395716 w 3239404"/>
              <a:gd name="csY1370" fmla="*/ 353325 h 776873"/>
              <a:gd name="csX1371" fmla="*/ 392449 w 3239404"/>
              <a:gd name="csY1371" fmla="*/ 361164 h 776873"/>
              <a:gd name="csX1372" fmla="*/ 393697 w 3239404"/>
              <a:gd name="csY1372" fmla="*/ 353172 h 776873"/>
              <a:gd name="csX1373" fmla="*/ 385420 w 3239404"/>
              <a:gd name="csY1373" fmla="*/ 359021 h 776873"/>
              <a:gd name="csX1374" fmla="*/ 380619 w 3239404"/>
              <a:gd name="csY1374" fmla="*/ 350534 h 776873"/>
              <a:gd name="csX1375" fmla="*/ 372151 w 3239404"/>
              <a:gd name="csY1375" fmla="*/ 362812 h 776873"/>
              <a:gd name="csX1376" fmla="*/ 365331 w 3239404"/>
              <a:gd name="csY1376" fmla="*/ 354220 h 776873"/>
              <a:gd name="csX1377" fmla="*/ 357149 w 3239404"/>
              <a:gd name="csY1377" fmla="*/ 356801 h 776873"/>
              <a:gd name="csX1378" fmla="*/ 358407 w 3239404"/>
              <a:gd name="csY1378" fmla="*/ 348829 h 776873"/>
              <a:gd name="csX1379" fmla="*/ 342814 w 3239404"/>
              <a:gd name="csY1379" fmla="*/ 362174 h 776873"/>
              <a:gd name="csX1380" fmla="*/ 331575 w 3239404"/>
              <a:gd name="csY1380" fmla="*/ 366136 h 776873"/>
              <a:gd name="csX1381" fmla="*/ 338023 w 3239404"/>
              <a:gd name="csY1381" fmla="*/ 353715 h 776873"/>
              <a:gd name="csX1382" fmla="*/ 326955 w 3239404"/>
              <a:gd name="csY1382" fmla="*/ 351229 h 776873"/>
              <a:gd name="csX1383" fmla="*/ 307324 w 3239404"/>
              <a:gd name="csY1383" fmla="*/ 364260 h 776873"/>
              <a:gd name="csX1384" fmla="*/ 314744 w 3239404"/>
              <a:gd name="csY1384" fmla="*/ 353525 h 776873"/>
              <a:gd name="csX1385" fmla="*/ 314544 w 3239404"/>
              <a:gd name="csY1385" fmla="*/ 359964 h 776873"/>
              <a:gd name="csX1386" fmla="*/ 322821 w 3239404"/>
              <a:gd name="csY1386" fmla="*/ 354144 h 776873"/>
              <a:gd name="csX1387" fmla="*/ 309067 w 3239404"/>
              <a:gd name="csY1387" fmla="*/ 340152 h 776873"/>
              <a:gd name="csX1388" fmla="*/ 307715 w 3239404"/>
              <a:gd name="csY1388" fmla="*/ 351353 h 776873"/>
              <a:gd name="csX1389" fmla="*/ 269434 w 3239404"/>
              <a:gd name="csY1389" fmla="*/ 345152 h 776873"/>
              <a:gd name="csX1390" fmla="*/ 264043 w 3239404"/>
              <a:gd name="csY1390" fmla="*/ 356040 h 776873"/>
              <a:gd name="csX1391" fmla="*/ 253746 w 3239404"/>
              <a:gd name="csY1391" fmla="*/ 361745 h 776873"/>
              <a:gd name="csX1392" fmla="*/ 254146 w 3239404"/>
              <a:gd name="csY1392" fmla="*/ 348820 h 776873"/>
              <a:gd name="csX1393" fmla="*/ 259061 w 3239404"/>
              <a:gd name="csY1393" fmla="*/ 354087 h 776873"/>
              <a:gd name="csX1394" fmla="*/ 263481 w 3239404"/>
              <a:gd name="csY1394" fmla="*/ 341466 h 776873"/>
              <a:gd name="csX1395" fmla="*/ 251079 w 3239404"/>
              <a:gd name="csY1395" fmla="*/ 350201 h 776873"/>
              <a:gd name="csX1396" fmla="*/ 249241 w 3239404"/>
              <a:gd name="csY1396" fmla="*/ 343600 h 776873"/>
              <a:gd name="csX1397" fmla="*/ 249917 w 3239404"/>
              <a:gd name="csY1397" fmla="*/ 354982 h 776873"/>
              <a:gd name="csX1398" fmla="*/ 240678 w 3239404"/>
              <a:gd name="csY1398" fmla="*/ 359135 h 776873"/>
              <a:gd name="csX1399" fmla="*/ 286855 w 3239404"/>
              <a:gd name="csY1399" fmla="*/ 372413 h 776873"/>
              <a:gd name="csX1400" fmla="*/ 288579 w 3239404"/>
              <a:gd name="csY1400" fmla="*/ 382243 h 776873"/>
              <a:gd name="csX1401" fmla="*/ 293865 w 3239404"/>
              <a:gd name="csY1401" fmla="*/ 374585 h 776873"/>
              <a:gd name="csX1402" fmla="*/ 287217 w 3239404"/>
              <a:gd name="csY1402" fmla="*/ 393482 h 776873"/>
              <a:gd name="csX1403" fmla="*/ 258080 w 3239404"/>
              <a:gd name="csY1403" fmla="*/ 386377 h 776873"/>
              <a:gd name="csX1404" fmla="*/ 249136 w 3239404"/>
              <a:gd name="csY1404" fmla="*/ 380805 h 776873"/>
              <a:gd name="csX1405" fmla="*/ 245002 w 3239404"/>
              <a:gd name="csY1405" fmla="*/ 383729 h 776873"/>
              <a:gd name="csX1406" fmla="*/ 242687 w 3239404"/>
              <a:gd name="csY1406" fmla="*/ 393273 h 776873"/>
              <a:gd name="csX1407" fmla="*/ 226628 w 3239404"/>
              <a:gd name="csY1407" fmla="*/ 388786 h 776873"/>
              <a:gd name="csX1408" fmla="*/ 222885 w 3239404"/>
              <a:gd name="csY1408" fmla="*/ 378776 h 776873"/>
              <a:gd name="csX1409" fmla="*/ 215579 w 3239404"/>
              <a:gd name="csY1409" fmla="*/ 386291 h 776873"/>
              <a:gd name="csX1410" fmla="*/ 215875 w 3239404"/>
              <a:gd name="csY1410" fmla="*/ 376604 h 776873"/>
              <a:gd name="csX1411" fmla="*/ 211836 w 3239404"/>
              <a:gd name="csY1411" fmla="*/ 376318 h 776873"/>
              <a:gd name="csX1412" fmla="*/ 208550 w 3239404"/>
              <a:gd name="csY1412" fmla="*/ 384119 h 776873"/>
              <a:gd name="csX1413" fmla="*/ 188747 w 3239404"/>
              <a:gd name="csY1413" fmla="*/ 369651 h 776873"/>
              <a:gd name="csX1414" fmla="*/ 177508 w 3239404"/>
              <a:gd name="csY1414" fmla="*/ 373632 h 776873"/>
              <a:gd name="csX1415" fmla="*/ 182794 w 3239404"/>
              <a:gd name="csY1415" fmla="*/ 365946 h 776873"/>
              <a:gd name="csX1416" fmla="*/ 171736 w 3239404"/>
              <a:gd name="csY1416" fmla="*/ 363460 h 776873"/>
              <a:gd name="csX1417" fmla="*/ 165468 w 3239404"/>
              <a:gd name="csY1417" fmla="*/ 369432 h 776873"/>
              <a:gd name="csX1418" fmla="*/ 159982 w 3239404"/>
              <a:gd name="csY1418" fmla="*/ 383576 h 776873"/>
              <a:gd name="csX1419" fmla="*/ 177108 w 3239404"/>
              <a:gd name="csY1419" fmla="*/ 386520 h 776873"/>
              <a:gd name="csX1420" fmla="*/ 177775 w 3239404"/>
              <a:gd name="csY1420" fmla="*/ 397911 h 776873"/>
              <a:gd name="csX1421" fmla="*/ 181232 w 3239404"/>
              <a:gd name="csY1421" fmla="*/ 383624 h 776873"/>
              <a:gd name="csX1422" fmla="*/ 188462 w 3239404"/>
              <a:gd name="csY1422" fmla="*/ 379347 h 776873"/>
              <a:gd name="csX1423" fmla="*/ 198453 w 3239404"/>
              <a:gd name="csY1423" fmla="*/ 383319 h 776873"/>
              <a:gd name="csX1424" fmla="*/ 192957 w 3239404"/>
              <a:gd name="csY1424" fmla="*/ 397473 h 776873"/>
              <a:gd name="csX1425" fmla="*/ 199215 w 3239404"/>
              <a:gd name="csY1425" fmla="*/ 391482 h 776873"/>
              <a:gd name="csX1426" fmla="*/ 209026 w 3239404"/>
              <a:gd name="csY1426" fmla="*/ 401960 h 776873"/>
              <a:gd name="csX1427" fmla="*/ 215475 w 3239404"/>
              <a:gd name="csY1427" fmla="*/ 389501 h 776873"/>
              <a:gd name="csX1428" fmla="*/ 219027 w 3239404"/>
              <a:gd name="csY1428" fmla="*/ 405970 h 776873"/>
              <a:gd name="csX1429" fmla="*/ 227114 w 3239404"/>
              <a:gd name="csY1429" fmla="*/ 406579 h 776873"/>
              <a:gd name="csX1430" fmla="*/ 227781 w 3239404"/>
              <a:gd name="csY1430" fmla="*/ 417952 h 776873"/>
              <a:gd name="csX1431" fmla="*/ 259994 w 3239404"/>
              <a:gd name="csY1431" fmla="*/ 423715 h 776873"/>
              <a:gd name="csX1432" fmla="*/ 278273 w 3239404"/>
              <a:gd name="csY1432" fmla="*/ 421886 h 776873"/>
              <a:gd name="csX1433" fmla="*/ 311248 w 3239404"/>
              <a:gd name="csY1433" fmla="*/ 435783 h 776873"/>
              <a:gd name="csX1434" fmla="*/ 317506 w 3239404"/>
              <a:gd name="csY1434" fmla="*/ 429782 h 776873"/>
              <a:gd name="csX1435" fmla="*/ 325288 w 3239404"/>
              <a:gd name="csY1435" fmla="*/ 440079 h 776873"/>
              <a:gd name="csX1436" fmla="*/ 315954 w 3239404"/>
              <a:gd name="csY1436" fmla="*/ 447451 h 776873"/>
              <a:gd name="csX1437" fmla="*/ 310105 w 3239404"/>
              <a:gd name="csY1437" fmla="*/ 440536 h 776873"/>
              <a:gd name="csX1438" fmla="*/ 313944 w 3239404"/>
              <a:gd name="csY1438" fmla="*/ 447270 h 776873"/>
              <a:gd name="csX1439" fmla="*/ 299723 w 3239404"/>
              <a:gd name="csY1439" fmla="*/ 449432 h 776873"/>
              <a:gd name="csX1440" fmla="*/ 305867 w 3239404"/>
              <a:gd name="csY1440" fmla="*/ 446679 h 776873"/>
              <a:gd name="csX1441" fmla="*/ 288750 w 3239404"/>
              <a:gd name="csY1441" fmla="*/ 443717 h 776873"/>
              <a:gd name="csX1442" fmla="*/ 295675 w 3239404"/>
              <a:gd name="csY1442" fmla="*/ 449118 h 776873"/>
              <a:gd name="csX1443" fmla="*/ 274215 w 3239404"/>
              <a:gd name="csY1443" fmla="*/ 455528 h 776873"/>
              <a:gd name="csX1444" fmla="*/ 275596 w 3239404"/>
              <a:gd name="csY1444" fmla="*/ 444308 h 776873"/>
              <a:gd name="csX1445" fmla="*/ 271348 w 3239404"/>
              <a:gd name="csY1445" fmla="*/ 450461 h 776873"/>
              <a:gd name="csX1446" fmla="*/ 245945 w 3239404"/>
              <a:gd name="csY1446" fmla="*/ 453328 h 776873"/>
              <a:gd name="csX1447" fmla="*/ 237106 w 3239404"/>
              <a:gd name="csY1447" fmla="*/ 444565 h 776873"/>
              <a:gd name="csX1448" fmla="*/ 237877 w 3239404"/>
              <a:gd name="csY1448" fmla="*/ 452709 h 776873"/>
              <a:gd name="csX1449" fmla="*/ 223656 w 3239404"/>
              <a:gd name="csY1449" fmla="*/ 454833 h 776873"/>
              <a:gd name="csX1450" fmla="*/ 223075 w 3239404"/>
              <a:gd name="csY1450" fmla="*/ 440222 h 776873"/>
              <a:gd name="csX1451" fmla="*/ 215646 w 3239404"/>
              <a:gd name="csY1451" fmla="*/ 450985 h 776873"/>
              <a:gd name="csX1452" fmla="*/ 202492 w 3239404"/>
              <a:gd name="csY1452" fmla="*/ 451585 h 776873"/>
              <a:gd name="csX1453" fmla="*/ 195663 w 3239404"/>
              <a:gd name="csY1453" fmla="*/ 442965 h 776873"/>
              <a:gd name="csX1454" fmla="*/ 171317 w 3239404"/>
              <a:gd name="csY1454" fmla="*/ 444327 h 776873"/>
              <a:gd name="csX1455" fmla="*/ 180756 w 3239404"/>
              <a:gd name="csY1455" fmla="*/ 433735 h 776873"/>
              <a:gd name="csX1456" fmla="*/ 170945 w 3239404"/>
              <a:gd name="csY1456" fmla="*/ 423248 h 776873"/>
              <a:gd name="csX1457" fmla="*/ 169688 w 3239404"/>
              <a:gd name="csY1457" fmla="*/ 431249 h 776873"/>
              <a:gd name="csX1458" fmla="*/ 175765 w 3239404"/>
              <a:gd name="csY1458" fmla="*/ 431706 h 776873"/>
              <a:gd name="csX1459" fmla="*/ 159401 w 3239404"/>
              <a:gd name="csY1459" fmla="*/ 436916 h 776873"/>
              <a:gd name="csX1460" fmla="*/ 138893 w 3239404"/>
              <a:gd name="csY1460" fmla="*/ 445051 h 776873"/>
              <a:gd name="csX1461" fmla="*/ 134674 w 3239404"/>
              <a:gd name="csY1461" fmla="*/ 451166 h 776873"/>
              <a:gd name="csX1462" fmla="*/ 134969 w 3239404"/>
              <a:gd name="csY1462" fmla="*/ 441498 h 776873"/>
              <a:gd name="csX1463" fmla="*/ 122749 w 3239404"/>
              <a:gd name="csY1463" fmla="*/ 443784 h 776873"/>
              <a:gd name="csX1464" fmla="*/ 128045 w 3239404"/>
              <a:gd name="csY1464" fmla="*/ 436097 h 776873"/>
              <a:gd name="csX1465" fmla="*/ 98803 w 3239404"/>
              <a:gd name="csY1465" fmla="*/ 432201 h 776873"/>
              <a:gd name="csX1466" fmla="*/ 88516 w 3239404"/>
              <a:gd name="csY1466" fmla="*/ 437907 h 776873"/>
              <a:gd name="csX1467" fmla="*/ 89287 w 3239404"/>
              <a:gd name="csY1467" fmla="*/ 446032 h 776873"/>
              <a:gd name="csX1468" fmla="*/ 67275 w 3239404"/>
              <a:gd name="csY1468" fmla="*/ 437850 h 776873"/>
              <a:gd name="csX1469" fmla="*/ 74476 w 3239404"/>
              <a:gd name="csY1469" fmla="*/ 433583 h 776873"/>
              <a:gd name="csX1470" fmla="*/ 56502 w 3239404"/>
              <a:gd name="csY1470" fmla="*/ 425696 h 776873"/>
              <a:gd name="csX1471" fmla="*/ 61322 w 3239404"/>
              <a:gd name="csY1471" fmla="*/ 434154 h 776873"/>
              <a:gd name="csX1472" fmla="*/ 51025 w 3239404"/>
              <a:gd name="csY1472" fmla="*/ 439859 h 776873"/>
              <a:gd name="csX1473" fmla="*/ 49759 w 3239404"/>
              <a:gd name="csY1473" fmla="*/ 447832 h 776873"/>
              <a:gd name="csX1474" fmla="*/ 53597 w 3239404"/>
              <a:gd name="csY1474" fmla="*/ 454614 h 776873"/>
              <a:gd name="csX1475" fmla="*/ 49463 w 3239404"/>
              <a:gd name="csY1475" fmla="*/ 457528 h 776873"/>
              <a:gd name="csX1476" fmla="*/ 36776 w 3239404"/>
              <a:gd name="csY1476" fmla="*/ 441993 h 776873"/>
              <a:gd name="csX1477" fmla="*/ 46968 w 3239404"/>
              <a:gd name="csY1477" fmla="*/ 439526 h 776873"/>
              <a:gd name="csX1478" fmla="*/ 40148 w 3239404"/>
              <a:gd name="csY1478" fmla="*/ 430935 h 776873"/>
              <a:gd name="csX1479" fmla="*/ 28689 w 3239404"/>
              <a:gd name="csY1479" fmla="*/ 441345 h 776873"/>
              <a:gd name="csX1480" fmla="*/ 30899 w 3239404"/>
              <a:gd name="csY1480" fmla="*/ 435069 h 776873"/>
              <a:gd name="csX1481" fmla="*/ 23022 w 3239404"/>
              <a:gd name="csY1481" fmla="*/ 427982 h 776873"/>
              <a:gd name="csX1482" fmla="*/ 24736 w 3239404"/>
              <a:gd name="csY1482" fmla="*/ 437821 h 776873"/>
              <a:gd name="csX1483" fmla="*/ 3486 w 3239404"/>
              <a:gd name="csY1483" fmla="*/ 437774 h 776873"/>
              <a:gd name="csX1484" fmla="*/ 11459 w 3239404"/>
              <a:gd name="csY1484" fmla="*/ 441650 h 776873"/>
              <a:gd name="csX1485" fmla="*/ 12316 w 3239404"/>
              <a:gd name="csY1485" fmla="*/ 446584 h 776873"/>
              <a:gd name="csX1486" fmla="*/ 0 w 3239404"/>
              <a:gd name="csY1486" fmla="*/ 452099 h 776873"/>
              <a:gd name="csX1487" fmla="*/ 7115 w 3239404"/>
              <a:gd name="csY1487" fmla="*/ 451013 h 776873"/>
              <a:gd name="csX1488" fmla="*/ 8849 w 3239404"/>
              <a:gd name="csY1488" fmla="*/ 460872 h 776873"/>
              <a:gd name="csX1489" fmla="*/ 3238 w 3239404"/>
              <a:gd name="csY1489" fmla="*/ 474902 h 776873"/>
              <a:gd name="csX1490" fmla="*/ 385610 w 3239404"/>
              <a:gd name="csY1490" fmla="*/ 583897 h 776873"/>
              <a:gd name="csX1491" fmla="*/ 396669 w 3239404"/>
              <a:gd name="csY1491" fmla="*/ 586364 h 776873"/>
              <a:gd name="csX1492" fmla="*/ 385610 w 3239404"/>
              <a:gd name="csY1492" fmla="*/ 583897 h 776873"/>
              <a:gd name="csX1493" fmla="*/ 692877 w 3239404"/>
              <a:gd name="csY1493" fmla="*/ 665964 h 776873"/>
              <a:gd name="csX1494" fmla="*/ 687476 w 3239404"/>
              <a:gd name="csY1494" fmla="*/ 676899 h 776873"/>
              <a:gd name="csX1495" fmla="*/ 670360 w 3239404"/>
              <a:gd name="csY1495" fmla="*/ 673927 h 776873"/>
              <a:gd name="csX1496" fmla="*/ 676818 w 3239404"/>
              <a:gd name="csY1496" fmla="*/ 661487 h 776873"/>
              <a:gd name="csX1497" fmla="*/ 681704 w 3239404"/>
              <a:gd name="csY1497" fmla="*/ 666736 h 776873"/>
              <a:gd name="csX1498" fmla="*/ 681904 w 3239404"/>
              <a:gd name="csY1498" fmla="*/ 660268 h 776873"/>
              <a:gd name="csX1499" fmla="*/ 692877 w 3239404"/>
              <a:gd name="csY1499" fmla="*/ 665964 h 776873"/>
              <a:gd name="csX1500" fmla="*/ 2991784 w 3239404"/>
              <a:gd name="csY1500" fmla="*/ 263390 h 776873"/>
              <a:gd name="csX1501" fmla="*/ 2998985 w 3239404"/>
              <a:gd name="csY1501" fmla="*/ 259094 h 776873"/>
              <a:gd name="csX1502" fmla="*/ 2991784 w 3239404"/>
              <a:gd name="csY1502" fmla="*/ 263390 h 776873"/>
              <a:gd name="csX1503" fmla="*/ 2988993 w 3239404"/>
              <a:gd name="csY1503" fmla="*/ 88425 h 776873"/>
              <a:gd name="csX1504" fmla="*/ 3001604 w 3239404"/>
              <a:gd name="csY1504" fmla="*/ 73195 h 776873"/>
              <a:gd name="csX1505" fmla="*/ 3008719 w 3239404"/>
              <a:gd name="csY1505" fmla="*/ 72128 h 776873"/>
              <a:gd name="csX1506" fmla="*/ 3014301 w 3239404"/>
              <a:gd name="csY1506" fmla="*/ 88739 h 776873"/>
              <a:gd name="csX1507" fmla="*/ 3014882 w 3239404"/>
              <a:gd name="csY1507" fmla="*/ 69375 h 776873"/>
              <a:gd name="csX1508" fmla="*/ 3017082 w 3239404"/>
              <a:gd name="csY1508" fmla="*/ 97045 h 776873"/>
              <a:gd name="csX1509" fmla="*/ 2995717 w 3239404"/>
              <a:gd name="csY1509" fmla="*/ 100246 h 776873"/>
              <a:gd name="csX1510" fmla="*/ 2998041 w 3239404"/>
              <a:gd name="csY1510" fmla="*/ 90721 h 776873"/>
              <a:gd name="csX1511" fmla="*/ 2988993 w 3239404"/>
              <a:gd name="csY1511" fmla="*/ 88425 h 776873"/>
              <a:gd name="csX1512" fmla="*/ 2361867 w 3239404"/>
              <a:gd name="csY1512" fmla="*/ 140051 h 776873"/>
              <a:gd name="csX1513" fmla="*/ 2350694 w 3239404"/>
              <a:gd name="csY1513" fmla="*/ 140813 h 776873"/>
              <a:gd name="csX1514" fmla="*/ 2361867 w 3239404"/>
              <a:gd name="csY1514" fmla="*/ 140051 h 776873"/>
              <a:gd name="csX1515" fmla="*/ 2043560 w 3239404"/>
              <a:gd name="csY1515" fmla="*/ 154214 h 776873"/>
              <a:gd name="csX1516" fmla="*/ 2036845 w 3239404"/>
              <a:gd name="csY1516" fmla="*/ 142365 h 776873"/>
              <a:gd name="csX1517" fmla="*/ 2043560 w 3239404"/>
              <a:gd name="csY1517" fmla="*/ 154214 h 776873"/>
              <a:gd name="csX1518" fmla="*/ 1803121 w 3239404"/>
              <a:gd name="csY1518" fmla="*/ 138774 h 776873"/>
              <a:gd name="csX1519" fmla="*/ 1811131 w 3239404"/>
              <a:gd name="csY1519" fmla="*/ 142651 h 776873"/>
              <a:gd name="csX1520" fmla="*/ 1803121 w 3239404"/>
              <a:gd name="csY1520" fmla="*/ 138774 h 776873"/>
              <a:gd name="csX1521" fmla="*/ 393135 w 3239404"/>
              <a:gd name="csY1521" fmla="*/ 35857 h 776873"/>
              <a:gd name="csX1522" fmla="*/ 380162 w 3239404"/>
              <a:gd name="csY1522" fmla="*/ 29989 h 776873"/>
              <a:gd name="csX1523" fmla="*/ 393135 w 3239404"/>
              <a:gd name="csY1523" fmla="*/ 35857 h 776873"/>
              <a:gd name="csX1524" fmla="*/ 475793 w 3239404"/>
              <a:gd name="csY1524" fmla="*/ 147461 h 776873"/>
              <a:gd name="csX1525" fmla="*/ 460791 w 3239404"/>
              <a:gd name="csY1525" fmla="*/ 141422 h 776873"/>
              <a:gd name="csX1526" fmla="*/ 475793 w 3239404"/>
              <a:gd name="csY1526" fmla="*/ 147461 h 776873"/>
              <a:gd name="csX1527" fmla="*/ 120996 w 3239404"/>
              <a:gd name="csY1527" fmla="*/ 97255 h 776873"/>
              <a:gd name="csX1528" fmla="*/ 124282 w 3239404"/>
              <a:gd name="csY1528" fmla="*/ 89406 h 776873"/>
              <a:gd name="csX1529" fmla="*/ 129197 w 3239404"/>
              <a:gd name="csY1529" fmla="*/ 94664 h 776873"/>
              <a:gd name="csX1530" fmla="*/ 120996 w 3239404"/>
              <a:gd name="csY1530" fmla="*/ 97255 h 776873"/>
              <a:gd name="csX1531" fmla="*/ 585121 w 3239404"/>
              <a:gd name="csY1531" fmla="*/ 380890 h 776873"/>
              <a:gd name="csX1532" fmla="*/ 563966 w 3239404"/>
              <a:gd name="csY1532" fmla="*/ 377633 h 776873"/>
              <a:gd name="csX1533" fmla="*/ 585121 w 3239404"/>
              <a:gd name="csY1533" fmla="*/ 380890 h 776873"/>
              <a:gd name="csX1534" fmla="*/ 390173 w 3239404"/>
              <a:gd name="csY1534" fmla="*/ 367374 h 776873"/>
              <a:gd name="csX1535" fmla="*/ 379209 w 3239404"/>
              <a:gd name="csY1535" fmla="*/ 361640 h 776873"/>
              <a:gd name="csX1536" fmla="*/ 390173 w 3239404"/>
              <a:gd name="csY1536" fmla="*/ 367374 h 776873"/>
              <a:gd name="csX1537" fmla="*/ 290522 w 3239404"/>
              <a:gd name="csY1537" fmla="*/ 348305 h 776873"/>
              <a:gd name="csX1538" fmla="*/ 284283 w 3239404"/>
              <a:gd name="csY1538" fmla="*/ 354316 h 776873"/>
              <a:gd name="csX1539" fmla="*/ 290522 w 3239404"/>
              <a:gd name="csY1539" fmla="*/ 348305 h 776873"/>
              <a:gd name="csX1540" fmla="*/ 38386 w 3239404"/>
              <a:gd name="csY1540" fmla="*/ 451737 h 776873"/>
              <a:gd name="csX1541" fmla="*/ 35195 w 3239404"/>
              <a:gd name="csY1541" fmla="*/ 456338 h 776873"/>
              <a:gd name="csX1542" fmla="*/ 26260 w 3239404"/>
              <a:gd name="csY1542" fmla="*/ 450785 h 776873"/>
              <a:gd name="csX1543" fmla="*/ 38386 w 3239404"/>
              <a:gd name="csY1543" fmla="*/ 451737 h 776873"/>
              <a:gd name="csX1544" fmla="*/ 179537 w 3239404"/>
              <a:gd name="csY1544" fmla="*/ 503163 h 776873"/>
              <a:gd name="csX1545" fmla="*/ 171450 w 3239404"/>
              <a:gd name="csY1545" fmla="*/ 502525 h 776873"/>
              <a:gd name="csX1546" fmla="*/ 179537 w 3239404"/>
              <a:gd name="csY1546" fmla="*/ 503163 h 776873"/>
              <a:gd name="csX1547" fmla="*/ 317325 w 3239404"/>
              <a:gd name="csY1547" fmla="*/ 565628 h 776873"/>
              <a:gd name="csX1548" fmla="*/ 307238 w 3239404"/>
              <a:gd name="csY1548" fmla="*/ 564866 h 776873"/>
              <a:gd name="csX1549" fmla="*/ 317325 w 3239404"/>
              <a:gd name="csY1549" fmla="*/ 565628 h 776873"/>
              <a:gd name="csX1550" fmla="*/ 346577 w 3239404"/>
              <a:gd name="csY1550" fmla="*/ 569523 h 776873"/>
              <a:gd name="csX1551" fmla="*/ 334642 w 3239404"/>
              <a:gd name="csY1551" fmla="*/ 562123 h 776873"/>
              <a:gd name="csX1552" fmla="*/ 346577 w 3239404"/>
              <a:gd name="csY1552" fmla="*/ 569523 h 776873"/>
              <a:gd name="csX1553" fmla="*/ 147666 w 3239404"/>
              <a:gd name="csY1553" fmla="*/ 219080 h 776873"/>
              <a:gd name="csX1554" fmla="*/ 167859 w 3239404"/>
              <a:gd name="csY1554" fmla="*/ 220651 h 776873"/>
              <a:gd name="csX1555" fmla="*/ 147666 w 3239404"/>
              <a:gd name="csY1555" fmla="*/ 219080 h 776873"/>
              <a:gd name="csX1556" fmla="*/ 432111 w 3239404"/>
              <a:gd name="csY1556" fmla="*/ 686186 h 776873"/>
              <a:gd name="csX1557" fmla="*/ 420948 w 3239404"/>
              <a:gd name="csY1557" fmla="*/ 686976 h 776873"/>
              <a:gd name="csX1558" fmla="*/ 432111 w 3239404"/>
              <a:gd name="csY1558" fmla="*/ 686186 h 776873"/>
              <a:gd name="csX1559" fmla="*/ 302390 w 3239404"/>
              <a:gd name="csY1559" fmla="*/ 457652 h 776873"/>
              <a:gd name="csX1560" fmla="*/ 292294 w 3239404"/>
              <a:gd name="csY1560" fmla="*/ 456871 h 776873"/>
              <a:gd name="csX1561" fmla="*/ 302390 w 3239404"/>
              <a:gd name="csY1561" fmla="*/ 457652 h 776873"/>
              <a:gd name="csX1562" fmla="*/ 148552 w 3239404"/>
              <a:gd name="csY1562" fmla="*/ 190028 h 776873"/>
              <a:gd name="csX1563" fmla="*/ 142684 w 3239404"/>
              <a:gd name="csY1563" fmla="*/ 183104 h 776873"/>
              <a:gd name="csX1564" fmla="*/ 148552 w 3239404"/>
              <a:gd name="csY1564" fmla="*/ 190028 h 776873"/>
              <a:gd name="csX1565" fmla="*/ 155772 w 3239404"/>
              <a:gd name="csY1565" fmla="*/ 185733 h 776873"/>
              <a:gd name="csX1566" fmla="*/ 162687 w 3239404"/>
              <a:gd name="csY1566" fmla="*/ 191124 h 776873"/>
              <a:gd name="csX1567" fmla="*/ 163458 w 3239404"/>
              <a:gd name="csY1567" fmla="*/ 199277 h 776873"/>
              <a:gd name="csX1568" fmla="*/ 155391 w 3239404"/>
              <a:gd name="csY1568" fmla="*/ 198648 h 776873"/>
              <a:gd name="csX1569" fmla="*/ 152486 w 3239404"/>
              <a:gd name="csY1569" fmla="*/ 193553 h 776873"/>
              <a:gd name="csX1570" fmla="*/ 155772 w 3239404"/>
              <a:gd name="csY1570" fmla="*/ 185733 h 776873"/>
              <a:gd name="csX1571" fmla="*/ 174307 w 3239404"/>
              <a:gd name="csY1571" fmla="*/ 208221 h 776873"/>
              <a:gd name="csX1572" fmla="*/ 164211 w 3239404"/>
              <a:gd name="csY1572" fmla="*/ 207440 h 776873"/>
              <a:gd name="csX1573" fmla="*/ 174307 w 3239404"/>
              <a:gd name="csY1573" fmla="*/ 208221 h 776873"/>
              <a:gd name="csX1574" fmla="*/ 298685 w 3239404"/>
              <a:gd name="csY1574" fmla="*/ 379700 h 776873"/>
              <a:gd name="csX1575" fmla="*/ 304829 w 3239404"/>
              <a:gd name="csY1575" fmla="*/ 376928 h 776873"/>
              <a:gd name="csX1576" fmla="*/ 296266 w 3239404"/>
              <a:gd name="csY1576" fmla="*/ 392444 h 776873"/>
              <a:gd name="csX1577" fmla="*/ 298685 w 3239404"/>
              <a:gd name="csY1577" fmla="*/ 379700 h 776873"/>
              <a:gd name="csX1578" fmla="*/ 205769 w 3239404"/>
              <a:gd name="csY1578" fmla="*/ 205802 h 776873"/>
              <a:gd name="csX1579" fmla="*/ 201520 w 3239404"/>
              <a:gd name="csY1579" fmla="*/ 211945 h 776873"/>
              <a:gd name="csX1580" fmla="*/ 198653 w 3239404"/>
              <a:gd name="csY1580" fmla="*/ 206888 h 776873"/>
              <a:gd name="csX1581" fmla="*/ 205769 w 3239404"/>
              <a:gd name="csY1581" fmla="*/ 205802 h 776873"/>
              <a:gd name="csX1582" fmla="*/ 147161 w 3239404"/>
              <a:gd name="csY1582" fmla="*/ 102513 h 776873"/>
              <a:gd name="csX1583" fmla="*/ 139179 w 3239404"/>
              <a:gd name="csY1583" fmla="*/ 98674 h 776873"/>
              <a:gd name="csX1584" fmla="*/ 147161 w 3239404"/>
              <a:gd name="csY1584" fmla="*/ 102513 h 776873"/>
              <a:gd name="csX1585" fmla="*/ 321002 w 3239404"/>
              <a:gd name="csY1585" fmla="*/ 378185 h 776873"/>
              <a:gd name="csX1586" fmla="*/ 338966 w 3239404"/>
              <a:gd name="csY1586" fmla="*/ 386062 h 776873"/>
              <a:gd name="csX1587" fmla="*/ 350234 w 3239404"/>
              <a:gd name="csY1587" fmla="*/ 382081 h 776873"/>
              <a:gd name="csX1588" fmla="*/ 332432 w 3239404"/>
              <a:gd name="csY1588" fmla="*/ 401721 h 776873"/>
              <a:gd name="csX1589" fmla="*/ 326679 w 3239404"/>
              <a:gd name="csY1589" fmla="*/ 391577 h 776873"/>
              <a:gd name="csX1590" fmla="*/ 309458 w 3239404"/>
              <a:gd name="csY1590" fmla="*/ 391873 h 776873"/>
              <a:gd name="csX1591" fmla="*/ 313601 w 3239404"/>
              <a:gd name="csY1591" fmla="*/ 388948 h 776873"/>
              <a:gd name="csX1592" fmla="*/ 303581 w 3239404"/>
              <a:gd name="csY1592" fmla="*/ 384919 h 776873"/>
              <a:gd name="csX1593" fmla="*/ 311572 w 3239404"/>
              <a:gd name="csY1593" fmla="*/ 388777 h 776873"/>
              <a:gd name="csX1594" fmla="*/ 321002 w 3239404"/>
              <a:gd name="csY1594" fmla="*/ 378185 h 776873"/>
              <a:gd name="csX1595" fmla="*/ 426196 w 3239404"/>
              <a:gd name="csY1595" fmla="*/ 580553 h 776873"/>
              <a:gd name="csX1596" fmla="*/ 416957 w 3239404"/>
              <a:gd name="csY1596" fmla="*/ 584697 h 776873"/>
              <a:gd name="csX1597" fmla="*/ 426196 w 3239404"/>
              <a:gd name="csY1597" fmla="*/ 580553 h 776873"/>
              <a:gd name="csX1598" fmla="*/ 299456 w 3239404"/>
              <a:gd name="csY1598" fmla="*/ 353887 h 776873"/>
              <a:gd name="csX1599" fmla="*/ 303305 w 3239404"/>
              <a:gd name="csY1599" fmla="*/ 360640 h 776873"/>
              <a:gd name="csX1600" fmla="*/ 297151 w 3239404"/>
              <a:gd name="csY1600" fmla="*/ 363393 h 776873"/>
              <a:gd name="csX1601" fmla="*/ 299456 w 3239404"/>
              <a:gd name="csY1601" fmla="*/ 353887 h 776873"/>
              <a:gd name="csX1602" fmla="*/ 182070 w 3239404"/>
              <a:gd name="csY1602" fmla="*/ 119801 h 776873"/>
              <a:gd name="csX1603" fmla="*/ 172936 w 3239404"/>
              <a:gd name="csY1603" fmla="*/ 120715 h 776873"/>
              <a:gd name="csX1604" fmla="*/ 168221 w 3239404"/>
              <a:gd name="csY1604" fmla="*/ 109028 h 776873"/>
              <a:gd name="csX1605" fmla="*/ 182070 w 3239404"/>
              <a:gd name="csY1605" fmla="*/ 119801 h 776873"/>
              <a:gd name="csX1606" fmla="*/ 238849 w 3239404"/>
              <a:gd name="csY1606" fmla="*/ 216489 h 776873"/>
              <a:gd name="csX1607" fmla="*/ 229610 w 3239404"/>
              <a:gd name="csY1607" fmla="*/ 220613 h 776873"/>
              <a:gd name="csX1608" fmla="*/ 238849 w 3239404"/>
              <a:gd name="csY1608" fmla="*/ 216489 h 776873"/>
              <a:gd name="csX1609" fmla="*/ 200311 w 3239404"/>
              <a:gd name="csY1609" fmla="*/ 151976 h 776873"/>
              <a:gd name="csX1610" fmla="*/ 211874 w 3239404"/>
              <a:gd name="csY1610" fmla="*/ 138279 h 776873"/>
              <a:gd name="csX1611" fmla="*/ 206473 w 3239404"/>
              <a:gd name="csY1611" fmla="*/ 149195 h 776873"/>
              <a:gd name="csX1612" fmla="*/ 200311 w 3239404"/>
              <a:gd name="csY1612" fmla="*/ 151976 h 776873"/>
              <a:gd name="csX1613" fmla="*/ 382829 w 3239404"/>
              <a:gd name="csY1613" fmla="*/ 408865 h 776873"/>
              <a:gd name="csX1614" fmla="*/ 376676 w 3239404"/>
              <a:gd name="csY1614" fmla="*/ 411627 h 776873"/>
              <a:gd name="csX1615" fmla="*/ 372828 w 3239404"/>
              <a:gd name="csY1615" fmla="*/ 404893 h 776873"/>
              <a:gd name="csX1616" fmla="*/ 351492 w 3239404"/>
              <a:gd name="csY1616" fmla="*/ 408075 h 776873"/>
              <a:gd name="csX1617" fmla="*/ 346577 w 3239404"/>
              <a:gd name="csY1617" fmla="*/ 402817 h 776873"/>
              <a:gd name="csX1618" fmla="*/ 348986 w 3239404"/>
              <a:gd name="csY1618" fmla="*/ 390072 h 776873"/>
              <a:gd name="csX1619" fmla="*/ 348786 w 3239404"/>
              <a:gd name="csY1619" fmla="*/ 396521 h 776873"/>
              <a:gd name="csX1620" fmla="*/ 368532 w 3239404"/>
              <a:gd name="csY1620" fmla="*/ 380262 h 776873"/>
              <a:gd name="csX1621" fmla="*/ 373323 w 3239404"/>
              <a:gd name="csY1621" fmla="*/ 388739 h 776873"/>
              <a:gd name="csX1622" fmla="*/ 385543 w 3239404"/>
              <a:gd name="csY1622" fmla="*/ 386453 h 776873"/>
              <a:gd name="csX1623" fmla="*/ 369075 w 3239404"/>
              <a:gd name="csY1623" fmla="*/ 394882 h 776873"/>
              <a:gd name="csX1624" fmla="*/ 366960 w 3239404"/>
              <a:gd name="csY1624" fmla="*/ 397940 h 776873"/>
              <a:gd name="csX1625" fmla="*/ 376857 w 3239404"/>
              <a:gd name="csY1625" fmla="*/ 405169 h 776873"/>
              <a:gd name="csX1626" fmla="*/ 392268 w 3239404"/>
              <a:gd name="csY1626" fmla="*/ 398302 h 776873"/>
              <a:gd name="csX1627" fmla="*/ 382829 w 3239404"/>
              <a:gd name="csY1627" fmla="*/ 408865 h 776873"/>
              <a:gd name="csX1628" fmla="*/ 246069 w 3239404"/>
              <a:gd name="csY1628" fmla="*/ 212164 h 776873"/>
              <a:gd name="csX1629" fmla="*/ 246374 w 3239404"/>
              <a:gd name="csY1629" fmla="*/ 202468 h 776873"/>
              <a:gd name="csX1630" fmla="*/ 252327 w 3239404"/>
              <a:gd name="csY1630" fmla="*/ 206183 h 776873"/>
              <a:gd name="csX1631" fmla="*/ 245783 w 3239404"/>
              <a:gd name="csY1631" fmla="*/ 221861 h 776873"/>
              <a:gd name="csX1632" fmla="*/ 242888 w 3239404"/>
              <a:gd name="csY1632" fmla="*/ 216775 h 776873"/>
              <a:gd name="csX1633" fmla="*/ 246069 w 3239404"/>
              <a:gd name="csY1633" fmla="*/ 212164 h 776873"/>
              <a:gd name="csX1634" fmla="*/ 533762 w 3239404"/>
              <a:gd name="csY1634" fmla="*/ 705436 h 776873"/>
              <a:gd name="csX1635" fmla="*/ 526552 w 3239404"/>
              <a:gd name="csY1635" fmla="*/ 709722 h 776873"/>
              <a:gd name="csX1636" fmla="*/ 533762 w 3239404"/>
              <a:gd name="csY1636" fmla="*/ 705436 h 776873"/>
              <a:gd name="csX1637" fmla="*/ 488518 w 3239404"/>
              <a:gd name="csY1637" fmla="*/ 595107 h 776873"/>
              <a:gd name="csX1638" fmla="*/ 479479 w 3239404"/>
              <a:gd name="csY1638" fmla="*/ 592774 h 776873"/>
              <a:gd name="csX1639" fmla="*/ 488518 w 3239404"/>
              <a:gd name="csY1639" fmla="*/ 595107 h 776873"/>
              <a:gd name="csX1640" fmla="*/ 236772 w 3239404"/>
              <a:gd name="csY1640" fmla="*/ 151547 h 776873"/>
              <a:gd name="csX1641" fmla="*/ 232553 w 3239404"/>
              <a:gd name="csY1641" fmla="*/ 157719 h 776873"/>
              <a:gd name="csX1642" fmla="*/ 230715 w 3239404"/>
              <a:gd name="csY1642" fmla="*/ 151100 h 776873"/>
              <a:gd name="csX1643" fmla="*/ 236772 w 3239404"/>
              <a:gd name="csY1643" fmla="*/ 151547 h 776873"/>
              <a:gd name="csX1644" fmla="*/ 274063 w 3239404"/>
              <a:gd name="csY1644" fmla="*/ 190057 h 776873"/>
              <a:gd name="csX1645" fmla="*/ 274834 w 3239404"/>
              <a:gd name="csY1645" fmla="*/ 198220 h 776873"/>
              <a:gd name="csX1646" fmla="*/ 269548 w 3239404"/>
              <a:gd name="csY1646" fmla="*/ 205887 h 776873"/>
              <a:gd name="csX1647" fmla="*/ 260699 w 3239404"/>
              <a:gd name="csY1647" fmla="*/ 197115 h 776873"/>
              <a:gd name="csX1648" fmla="*/ 274063 w 3239404"/>
              <a:gd name="csY1648" fmla="*/ 190057 h 776873"/>
              <a:gd name="csX1649" fmla="*/ 238896 w 3239404"/>
              <a:gd name="csY1649" fmla="*/ 148461 h 776873"/>
              <a:gd name="csX1650" fmla="*/ 240344 w 3239404"/>
              <a:gd name="csY1650" fmla="*/ 134021 h 776873"/>
              <a:gd name="csX1651" fmla="*/ 246297 w 3239404"/>
              <a:gd name="csY1651" fmla="*/ 137726 h 776873"/>
              <a:gd name="csX1652" fmla="*/ 250908 w 3239404"/>
              <a:gd name="csY1652" fmla="*/ 152633 h 776873"/>
              <a:gd name="csX1653" fmla="*/ 236963 w 3239404"/>
              <a:gd name="csY1653" fmla="*/ 145099 h 776873"/>
              <a:gd name="csX1654" fmla="*/ 238896 w 3239404"/>
              <a:gd name="csY1654" fmla="*/ 148461 h 776873"/>
              <a:gd name="csX1655" fmla="*/ 291560 w 3239404"/>
              <a:gd name="csY1655" fmla="*/ 214050 h 776873"/>
              <a:gd name="csX1656" fmla="*/ 280597 w 3239404"/>
              <a:gd name="csY1656" fmla="*/ 208354 h 776873"/>
              <a:gd name="csX1657" fmla="*/ 291560 w 3239404"/>
              <a:gd name="csY1657" fmla="*/ 214050 h 776873"/>
              <a:gd name="csX1658" fmla="*/ 299542 w 3239404"/>
              <a:gd name="csY1658" fmla="*/ 217937 h 776873"/>
              <a:gd name="csX1659" fmla="*/ 303381 w 3239404"/>
              <a:gd name="csY1659" fmla="*/ 224718 h 776873"/>
              <a:gd name="csX1660" fmla="*/ 304733 w 3239404"/>
              <a:gd name="csY1660" fmla="*/ 213469 h 776873"/>
              <a:gd name="csX1661" fmla="*/ 308600 w 3239404"/>
              <a:gd name="csY1661" fmla="*/ 220251 h 776873"/>
              <a:gd name="csX1662" fmla="*/ 307324 w 3239404"/>
              <a:gd name="csY1662" fmla="*/ 228252 h 776873"/>
              <a:gd name="csX1663" fmla="*/ 300123 w 3239404"/>
              <a:gd name="csY1663" fmla="*/ 232519 h 776873"/>
              <a:gd name="csX1664" fmla="*/ 300323 w 3239404"/>
              <a:gd name="csY1664" fmla="*/ 226071 h 776873"/>
              <a:gd name="csX1665" fmla="*/ 295980 w 3239404"/>
              <a:gd name="csY1665" fmla="*/ 235443 h 776873"/>
              <a:gd name="csX1666" fmla="*/ 299542 w 3239404"/>
              <a:gd name="csY1666" fmla="*/ 217937 h 776873"/>
              <a:gd name="csX1667" fmla="*/ 326546 w 3239404"/>
              <a:gd name="csY1667" fmla="*/ 262114 h 776873"/>
              <a:gd name="csX1668" fmla="*/ 313468 w 3239404"/>
              <a:gd name="csY1668" fmla="*/ 259475 h 776873"/>
              <a:gd name="csX1669" fmla="*/ 326546 w 3239404"/>
              <a:gd name="csY1669" fmla="*/ 262114 h 776873"/>
              <a:gd name="csX1670" fmla="*/ 254098 w 3239404"/>
              <a:gd name="csY1670" fmla="*/ 148052 h 776873"/>
              <a:gd name="csX1671" fmla="*/ 269205 w 3239404"/>
              <a:gd name="csY1671" fmla="*/ 150833 h 776873"/>
              <a:gd name="csX1672" fmla="*/ 255918 w 3239404"/>
              <a:gd name="csY1672" fmla="*/ 154672 h 776873"/>
              <a:gd name="csX1673" fmla="*/ 254098 w 3239404"/>
              <a:gd name="csY1673" fmla="*/ 148052 h 776873"/>
              <a:gd name="csX1674" fmla="*/ 408622 w 3239404"/>
              <a:gd name="csY1674" fmla="*/ 393101 h 776873"/>
              <a:gd name="csX1675" fmla="*/ 404365 w 3239404"/>
              <a:gd name="csY1675" fmla="*/ 399226 h 776873"/>
              <a:gd name="csX1676" fmla="*/ 396288 w 3239404"/>
              <a:gd name="csY1676" fmla="*/ 398588 h 776873"/>
              <a:gd name="csX1677" fmla="*/ 393411 w 3239404"/>
              <a:gd name="csY1677" fmla="*/ 393549 h 776873"/>
              <a:gd name="csX1678" fmla="*/ 408622 w 3239404"/>
              <a:gd name="csY1678" fmla="*/ 393101 h 776873"/>
              <a:gd name="csX1679" fmla="*/ 275920 w 3239404"/>
              <a:gd name="csY1679" fmla="*/ 162672 h 776873"/>
              <a:gd name="csX1680" fmla="*/ 266957 w 3239404"/>
              <a:gd name="csY1680" fmla="*/ 157158 h 776873"/>
              <a:gd name="csX1681" fmla="*/ 275920 w 3239404"/>
              <a:gd name="csY1681" fmla="*/ 162672 h 776873"/>
              <a:gd name="csX1682" fmla="*/ 538715 w 3239404"/>
              <a:gd name="csY1682" fmla="*/ 608700 h 776873"/>
              <a:gd name="csX1683" fmla="*/ 522551 w 3239404"/>
              <a:gd name="csY1683" fmla="*/ 607461 h 776873"/>
              <a:gd name="csX1684" fmla="*/ 538715 w 3239404"/>
              <a:gd name="csY1684" fmla="*/ 608700 h 776873"/>
              <a:gd name="csX1685" fmla="*/ 255070 w 3239404"/>
              <a:gd name="csY1685" fmla="*/ 115762 h 776873"/>
              <a:gd name="csX1686" fmla="*/ 258432 w 3239404"/>
              <a:gd name="csY1686" fmla="*/ 104694 h 776873"/>
              <a:gd name="csX1687" fmla="*/ 266519 w 3239404"/>
              <a:gd name="csY1687" fmla="*/ 105303 h 776873"/>
              <a:gd name="csX1688" fmla="*/ 265081 w 3239404"/>
              <a:gd name="csY1688" fmla="*/ 119781 h 776873"/>
              <a:gd name="csX1689" fmla="*/ 279511 w 3239404"/>
              <a:gd name="csY1689" fmla="*/ 111190 h 776873"/>
              <a:gd name="csX1690" fmla="*/ 294218 w 3239404"/>
              <a:gd name="csY1690" fmla="*/ 126887 h 776873"/>
              <a:gd name="csX1691" fmla="*/ 274015 w 3239404"/>
              <a:gd name="csY1691" fmla="*/ 125315 h 776873"/>
              <a:gd name="csX1692" fmla="*/ 274787 w 3239404"/>
              <a:gd name="csY1692" fmla="*/ 133469 h 776873"/>
              <a:gd name="csX1693" fmla="*/ 269967 w 3239404"/>
              <a:gd name="csY1693" fmla="*/ 125001 h 776873"/>
              <a:gd name="csX1694" fmla="*/ 246993 w 3239404"/>
              <a:gd name="csY1694" fmla="*/ 115114 h 776873"/>
              <a:gd name="csX1695" fmla="*/ 255070 w 3239404"/>
              <a:gd name="csY1695" fmla="*/ 115762 h 776873"/>
              <a:gd name="csX1696" fmla="*/ 306295 w 3239404"/>
              <a:gd name="csY1696" fmla="*/ 195819 h 776873"/>
              <a:gd name="csX1697" fmla="*/ 296961 w 3239404"/>
              <a:gd name="csY1697" fmla="*/ 203173 h 776873"/>
              <a:gd name="csX1698" fmla="*/ 306295 w 3239404"/>
              <a:gd name="csY1698" fmla="*/ 195819 h 776873"/>
              <a:gd name="csX1699" fmla="*/ 268615 w 3239404"/>
              <a:gd name="csY1699" fmla="*/ 136241 h 776873"/>
              <a:gd name="csX1700" fmla="*/ 275549 w 3239404"/>
              <a:gd name="csY1700" fmla="*/ 141632 h 776873"/>
              <a:gd name="csX1701" fmla="*/ 268615 w 3239404"/>
              <a:gd name="csY1701" fmla="*/ 136241 h 776873"/>
              <a:gd name="csX1702" fmla="*/ 422748 w 3239404"/>
              <a:gd name="csY1702" fmla="*/ 394178 h 776873"/>
              <a:gd name="csX1703" fmla="*/ 427853 w 3239404"/>
              <a:gd name="csY1703" fmla="*/ 392968 h 776873"/>
              <a:gd name="csX1704" fmla="*/ 432645 w 3239404"/>
              <a:gd name="csY1704" fmla="*/ 401398 h 776873"/>
              <a:gd name="csX1705" fmla="*/ 448989 w 3239404"/>
              <a:gd name="csY1705" fmla="*/ 396216 h 776873"/>
              <a:gd name="csX1706" fmla="*/ 446684 w 3239404"/>
              <a:gd name="csY1706" fmla="*/ 405731 h 776873"/>
              <a:gd name="csX1707" fmla="*/ 434569 w 3239404"/>
              <a:gd name="csY1707" fmla="*/ 404798 h 776873"/>
              <a:gd name="csX1708" fmla="*/ 432044 w 3239404"/>
              <a:gd name="csY1708" fmla="*/ 420800 h 776873"/>
              <a:gd name="csX1709" fmla="*/ 423205 w 3239404"/>
              <a:gd name="csY1709" fmla="*/ 412018 h 776873"/>
              <a:gd name="csX1710" fmla="*/ 432540 w 3239404"/>
              <a:gd name="csY1710" fmla="*/ 404636 h 776873"/>
              <a:gd name="csX1711" fmla="*/ 422748 w 3239404"/>
              <a:gd name="csY1711" fmla="*/ 394178 h 776873"/>
              <a:gd name="csX1712" fmla="*/ 425529 w 3239404"/>
              <a:gd name="csY1712" fmla="*/ 402493 h 776873"/>
              <a:gd name="csX1713" fmla="*/ 415538 w 3239404"/>
              <a:gd name="csY1713" fmla="*/ 398454 h 776873"/>
              <a:gd name="csX1714" fmla="*/ 425529 w 3239404"/>
              <a:gd name="csY1714" fmla="*/ 402493 h 776873"/>
              <a:gd name="csX1715" fmla="*/ 294475 w 3239404"/>
              <a:gd name="csY1715" fmla="*/ 151185 h 776873"/>
              <a:gd name="csX1716" fmla="*/ 296199 w 3239404"/>
              <a:gd name="csY1716" fmla="*/ 161015 h 776873"/>
              <a:gd name="csX1717" fmla="*/ 288122 w 3239404"/>
              <a:gd name="csY1717" fmla="*/ 160406 h 776873"/>
              <a:gd name="csX1718" fmla="*/ 294475 w 3239404"/>
              <a:gd name="csY1718" fmla="*/ 151185 h 776873"/>
              <a:gd name="csX1719" fmla="*/ 580816 w 3239404"/>
              <a:gd name="csY1719" fmla="*/ 655677 h 776873"/>
              <a:gd name="csX1720" fmla="*/ 572643 w 3239404"/>
              <a:gd name="csY1720" fmla="*/ 658268 h 776873"/>
              <a:gd name="csX1721" fmla="*/ 580816 w 3239404"/>
              <a:gd name="csY1721" fmla="*/ 655677 h 776873"/>
              <a:gd name="csX1722" fmla="*/ 288817 w 3239404"/>
              <a:gd name="csY1722" fmla="*/ 137793 h 776873"/>
              <a:gd name="csX1723" fmla="*/ 291589 w 3239404"/>
              <a:gd name="csY1723" fmla="*/ 146099 h 776873"/>
              <a:gd name="csX1724" fmla="*/ 284588 w 3239404"/>
              <a:gd name="csY1724" fmla="*/ 143927 h 776873"/>
              <a:gd name="csX1725" fmla="*/ 288817 w 3239404"/>
              <a:gd name="csY1725" fmla="*/ 137793 h 776873"/>
              <a:gd name="csX1726" fmla="*/ 375018 w 3239404"/>
              <a:gd name="csY1726" fmla="*/ 265876 h 776873"/>
              <a:gd name="csX1727" fmla="*/ 377809 w 3239404"/>
              <a:gd name="csY1727" fmla="*/ 274163 h 776873"/>
              <a:gd name="csX1728" fmla="*/ 364731 w 3239404"/>
              <a:gd name="csY1728" fmla="*/ 271553 h 776873"/>
              <a:gd name="csX1729" fmla="*/ 375018 w 3239404"/>
              <a:gd name="csY1729" fmla="*/ 265876 h 776873"/>
              <a:gd name="csX1730" fmla="*/ 305552 w 3239404"/>
              <a:gd name="csY1730" fmla="*/ 153643 h 776873"/>
              <a:gd name="csX1731" fmla="*/ 321612 w 3239404"/>
              <a:gd name="csY1731" fmla="*/ 158158 h 776873"/>
              <a:gd name="csX1732" fmla="*/ 305352 w 3239404"/>
              <a:gd name="csY1732" fmla="*/ 160139 h 776873"/>
              <a:gd name="csX1733" fmla="*/ 305552 w 3239404"/>
              <a:gd name="csY1733" fmla="*/ 153643 h 776873"/>
              <a:gd name="csX1734" fmla="*/ 328708 w 3239404"/>
              <a:gd name="csY1734" fmla="*/ 191076 h 776873"/>
              <a:gd name="csX1735" fmla="*/ 332946 w 3239404"/>
              <a:gd name="csY1735" fmla="*/ 184923 h 776873"/>
              <a:gd name="csX1736" fmla="*/ 335623 w 3239404"/>
              <a:gd name="csY1736" fmla="*/ 196477 h 776873"/>
              <a:gd name="csX1737" fmla="*/ 328708 w 3239404"/>
              <a:gd name="csY1737" fmla="*/ 191076 h 776873"/>
              <a:gd name="csX1738" fmla="*/ 301038 w 3239404"/>
              <a:gd name="csY1738" fmla="*/ 135526 h 776873"/>
              <a:gd name="csX1739" fmla="*/ 299409 w 3239404"/>
              <a:gd name="csY1739" fmla="*/ 122439 h 776873"/>
              <a:gd name="csX1740" fmla="*/ 304114 w 3239404"/>
              <a:gd name="csY1740" fmla="*/ 134145 h 776873"/>
              <a:gd name="csX1741" fmla="*/ 298818 w 3239404"/>
              <a:gd name="csY1741" fmla="*/ 141813 h 776873"/>
              <a:gd name="csX1742" fmla="*/ 294027 w 3239404"/>
              <a:gd name="csY1742" fmla="*/ 133355 h 776873"/>
              <a:gd name="csX1743" fmla="*/ 301038 w 3239404"/>
              <a:gd name="csY1743" fmla="*/ 135526 h 776873"/>
              <a:gd name="csX1744" fmla="*/ 459867 w 3239404"/>
              <a:gd name="csY1744" fmla="*/ 405141 h 776873"/>
              <a:gd name="csX1745" fmla="*/ 450723 w 3239404"/>
              <a:gd name="csY1745" fmla="*/ 406074 h 776873"/>
              <a:gd name="csX1746" fmla="*/ 459867 w 3239404"/>
              <a:gd name="csY1746" fmla="*/ 405141 h 776873"/>
              <a:gd name="csX1747" fmla="*/ 355816 w 3239404"/>
              <a:gd name="csY1747" fmla="*/ 198020 h 776873"/>
              <a:gd name="csX1748" fmla="*/ 344672 w 3239404"/>
              <a:gd name="csY1748" fmla="*/ 198782 h 776873"/>
              <a:gd name="csX1749" fmla="*/ 355816 w 3239404"/>
              <a:gd name="csY1749" fmla="*/ 198020 h 776873"/>
              <a:gd name="csX1750" fmla="*/ 624002 w 3239404"/>
              <a:gd name="csY1750" fmla="*/ 667116 h 776873"/>
              <a:gd name="csX1751" fmla="*/ 616896 w 3239404"/>
              <a:gd name="csY1751" fmla="*/ 668193 h 776873"/>
              <a:gd name="csX1752" fmla="*/ 624002 w 3239404"/>
              <a:gd name="csY1752" fmla="*/ 667116 h 776873"/>
              <a:gd name="csX1753" fmla="*/ 385143 w 3239404"/>
              <a:gd name="csY1753" fmla="*/ 232662 h 776873"/>
              <a:gd name="csX1754" fmla="*/ 374171 w 3239404"/>
              <a:gd name="csY1754" fmla="*/ 226957 h 776873"/>
              <a:gd name="csX1755" fmla="*/ 385143 w 3239404"/>
              <a:gd name="csY1755" fmla="*/ 232662 h 776873"/>
              <a:gd name="csX1756" fmla="*/ 482098 w 3239404"/>
              <a:gd name="csY1756" fmla="*/ 406855 h 776873"/>
              <a:gd name="csX1757" fmla="*/ 496119 w 3239404"/>
              <a:gd name="csY1757" fmla="*/ 411199 h 776873"/>
              <a:gd name="csX1758" fmla="*/ 482098 w 3239404"/>
              <a:gd name="csY1758" fmla="*/ 406855 h 776873"/>
              <a:gd name="csX1759" fmla="*/ 341643 w 3239404"/>
              <a:gd name="csY1759" fmla="*/ 98207 h 776873"/>
              <a:gd name="csX1760" fmla="*/ 343471 w 3239404"/>
              <a:gd name="csY1760" fmla="*/ 104808 h 776873"/>
              <a:gd name="csX1761" fmla="*/ 336347 w 3239404"/>
              <a:gd name="csY1761" fmla="*/ 105875 h 776873"/>
              <a:gd name="csX1762" fmla="*/ 346158 w 3239404"/>
              <a:gd name="csY1762" fmla="*/ 116362 h 776873"/>
              <a:gd name="csX1763" fmla="*/ 344805 w 3239404"/>
              <a:gd name="csY1763" fmla="*/ 127602 h 776873"/>
              <a:gd name="csX1764" fmla="*/ 339985 w 3239404"/>
              <a:gd name="csY1764" fmla="*/ 119124 h 776873"/>
              <a:gd name="csX1765" fmla="*/ 327765 w 3239404"/>
              <a:gd name="csY1765" fmla="*/ 121391 h 776873"/>
              <a:gd name="csX1766" fmla="*/ 317964 w 3239404"/>
              <a:gd name="csY1766" fmla="*/ 110923 h 776873"/>
              <a:gd name="csX1767" fmla="*/ 318735 w 3239404"/>
              <a:gd name="csY1767" fmla="*/ 119048 h 776873"/>
              <a:gd name="csX1768" fmla="*/ 319621 w 3239404"/>
              <a:gd name="csY1768" fmla="*/ 90025 h 776873"/>
              <a:gd name="csX1769" fmla="*/ 320392 w 3239404"/>
              <a:gd name="csY1769" fmla="*/ 98179 h 776873"/>
              <a:gd name="csX1770" fmla="*/ 325383 w 3239404"/>
              <a:gd name="csY1770" fmla="*/ 100179 h 776873"/>
              <a:gd name="csX1771" fmla="*/ 322602 w 3239404"/>
              <a:gd name="csY1771" fmla="*/ 91873 h 776873"/>
              <a:gd name="csX1772" fmla="*/ 327889 w 3239404"/>
              <a:gd name="csY1772" fmla="*/ 84196 h 776873"/>
              <a:gd name="csX1773" fmla="*/ 334823 w 3239404"/>
              <a:gd name="csY1773" fmla="*/ 89540 h 776873"/>
              <a:gd name="csX1774" fmla="*/ 331632 w 3239404"/>
              <a:gd name="csY1774" fmla="*/ 94169 h 776873"/>
              <a:gd name="csX1775" fmla="*/ 341643 w 3239404"/>
              <a:gd name="csY1775" fmla="*/ 98207 h 776873"/>
              <a:gd name="csX1776" fmla="*/ 370275 w 3239404"/>
              <a:gd name="csY1776" fmla="*/ 155443 h 776873"/>
              <a:gd name="csX1777" fmla="*/ 376533 w 3239404"/>
              <a:gd name="csY1777" fmla="*/ 149471 h 776873"/>
              <a:gd name="csX1778" fmla="*/ 388449 w 3239404"/>
              <a:gd name="csY1778" fmla="*/ 156872 h 776873"/>
              <a:gd name="csX1779" fmla="*/ 394221 w 3239404"/>
              <a:gd name="csY1779" fmla="*/ 167006 h 776873"/>
              <a:gd name="csX1780" fmla="*/ 381143 w 3239404"/>
              <a:gd name="csY1780" fmla="*/ 164368 h 776873"/>
              <a:gd name="csX1781" fmla="*/ 366322 w 3239404"/>
              <a:gd name="csY1781" fmla="*/ 185894 h 776873"/>
              <a:gd name="csX1782" fmla="*/ 370275 w 3239404"/>
              <a:gd name="csY1782" fmla="*/ 155443 h 776873"/>
              <a:gd name="csX1783" fmla="*/ 658644 w 3239404"/>
              <a:gd name="csY1783" fmla="*/ 660097 h 776873"/>
              <a:gd name="csX1784" fmla="*/ 657282 w 3239404"/>
              <a:gd name="csY1784" fmla="*/ 671327 h 776873"/>
              <a:gd name="csX1785" fmla="*/ 662759 w 3239404"/>
              <a:gd name="csY1785" fmla="*/ 657182 h 776873"/>
              <a:gd name="csX1786" fmla="*/ 667674 w 3239404"/>
              <a:gd name="csY1786" fmla="*/ 662421 h 776873"/>
              <a:gd name="csX1787" fmla="*/ 656806 w 3239404"/>
              <a:gd name="csY1787" fmla="*/ 687462 h 776873"/>
              <a:gd name="csX1788" fmla="*/ 641118 w 3239404"/>
              <a:gd name="csY1788" fmla="*/ 670060 h 776873"/>
              <a:gd name="csX1789" fmla="*/ 658644 w 3239404"/>
              <a:gd name="csY1789" fmla="*/ 660097 h 776873"/>
              <a:gd name="csX1790" fmla="*/ 506320 w 3239404"/>
              <a:gd name="csY1790" fmla="*/ 408760 h 776873"/>
              <a:gd name="csX1791" fmla="*/ 497081 w 3239404"/>
              <a:gd name="csY1791" fmla="*/ 412894 h 776873"/>
              <a:gd name="csX1792" fmla="*/ 506320 w 3239404"/>
              <a:gd name="csY1792" fmla="*/ 408760 h 776873"/>
              <a:gd name="csX1793" fmla="*/ 318954 w 3239404"/>
              <a:gd name="csY1793" fmla="*/ 78643 h 776873"/>
              <a:gd name="csX1794" fmla="*/ 318659 w 3239404"/>
              <a:gd name="csY1794" fmla="*/ 88339 h 776873"/>
              <a:gd name="csX1795" fmla="*/ 318954 w 3239404"/>
              <a:gd name="csY1795" fmla="*/ 78643 h 776873"/>
              <a:gd name="csX1796" fmla="*/ 388811 w 3239404"/>
              <a:gd name="csY1796" fmla="*/ 177903 h 776873"/>
              <a:gd name="csX1797" fmla="*/ 380343 w 3239404"/>
              <a:gd name="csY1797" fmla="*/ 190219 h 776873"/>
              <a:gd name="csX1798" fmla="*/ 376399 w 3239404"/>
              <a:gd name="csY1798" fmla="*/ 186666 h 776873"/>
              <a:gd name="csX1799" fmla="*/ 388811 w 3239404"/>
              <a:gd name="csY1799" fmla="*/ 177903 h 776873"/>
              <a:gd name="csX1800" fmla="*/ 514302 w 3239404"/>
              <a:gd name="csY1800" fmla="*/ 412590 h 776873"/>
              <a:gd name="csX1801" fmla="*/ 517084 w 3239404"/>
              <a:gd name="csY1801" fmla="*/ 420924 h 776873"/>
              <a:gd name="csX1802" fmla="*/ 511131 w 3239404"/>
              <a:gd name="csY1802" fmla="*/ 417219 h 776873"/>
              <a:gd name="csX1803" fmla="*/ 514302 w 3239404"/>
              <a:gd name="csY1803" fmla="*/ 412590 h 776873"/>
              <a:gd name="csX1804" fmla="*/ 448599 w 3239404"/>
              <a:gd name="csY1804" fmla="*/ 276420 h 776873"/>
              <a:gd name="csX1805" fmla="*/ 441284 w 3239404"/>
              <a:gd name="csY1805" fmla="*/ 283964 h 776873"/>
              <a:gd name="csX1806" fmla="*/ 448599 w 3239404"/>
              <a:gd name="csY1806" fmla="*/ 276420 h 776873"/>
              <a:gd name="csX1807" fmla="*/ 349339 w 3239404"/>
              <a:gd name="csY1807" fmla="*/ 111752 h 776873"/>
              <a:gd name="csX1808" fmla="*/ 352015 w 3239404"/>
              <a:gd name="csY1808" fmla="*/ 123277 h 776873"/>
              <a:gd name="csX1809" fmla="*/ 349339 w 3239404"/>
              <a:gd name="csY1809" fmla="*/ 111752 h 776873"/>
              <a:gd name="csX1810" fmla="*/ 520656 w 3239404"/>
              <a:gd name="csY1810" fmla="*/ 403407 h 776873"/>
              <a:gd name="csX1811" fmla="*/ 520551 w 3239404"/>
              <a:gd name="csY1811" fmla="*/ 406646 h 776873"/>
              <a:gd name="csX1812" fmla="*/ 525656 w 3239404"/>
              <a:gd name="csY1812" fmla="*/ 405398 h 776873"/>
              <a:gd name="csX1813" fmla="*/ 515464 w 3239404"/>
              <a:gd name="csY1813" fmla="*/ 407836 h 776873"/>
              <a:gd name="csX1814" fmla="*/ 520656 w 3239404"/>
              <a:gd name="csY1814" fmla="*/ 403407 h 776873"/>
              <a:gd name="csX1815" fmla="*/ 518570 w 3239404"/>
              <a:gd name="csY1815" fmla="*/ 372508 h 776873"/>
              <a:gd name="csX1816" fmla="*/ 508464 w 3239404"/>
              <a:gd name="csY1816" fmla="*/ 371708 h 776873"/>
              <a:gd name="csX1817" fmla="*/ 518570 w 3239404"/>
              <a:gd name="csY1817" fmla="*/ 372508 h 776873"/>
              <a:gd name="csX1818" fmla="*/ 319002 w 3239404"/>
              <a:gd name="csY1818" fmla="*/ 10663 h 776873"/>
              <a:gd name="csX1819" fmla="*/ 322088 w 3239404"/>
              <a:gd name="csY1819" fmla="*/ 9301 h 776873"/>
              <a:gd name="csX1820" fmla="*/ 322736 w 3239404"/>
              <a:gd name="csY1820" fmla="*/ 20674 h 776873"/>
              <a:gd name="csX1821" fmla="*/ 312649 w 3239404"/>
              <a:gd name="csY1821" fmla="*/ 19893 h 776873"/>
              <a:gd name="csX1822" fmla="*/ 319002 w 3239404"/>
              <a:gd name="csY1822" fmla="*/ 10663 h 776873"/>
              <a:gd name="csX1823" fmla="*/ 727015 w 3239404"/>
              <a:gd name="csY1823" fmla="*/ 675108 h 776873"/>
              <a:gd name="csX1824" fmla="*/ 718937 w 3239404"/>
              <a:gd name="csY1824" fmla="*/ 674508 h 776873"/>
              <a:gd name="csX1825" fmla="*/ 727015 w 3239404"/>
              <a:gd name="csY1825" fmla="*/ 675108 h 776873"/>
              <a:gd name="csX1826" fmla="*/ 511102 w 3239404"/>
              <a:gd name="csY1826" fmla="*/ 284516 h 776873"/>
              <a:gd name="csX1827" fmla="*/ 504082 w 3239404"/>
              <a:gd name="csY1827" fmla="*/ 282364 h 776873"/>
              <a:gd name="csX1828" fmla="*/ 511102 w 3239404"/>
              <a:gd name="csY1828" fmla="*/ 284516 h 776873"/>
              <a:gd name="csX1829" fmla="*/ 596741 w 3239404"/>
              <a:gd name="csY1829" fmla="*/ 431963 h 776873"/>
              <a:gd name="csX1830" fmla="*/ 592484 w 3239404"/>
              <a:gd name="csY1830" fmla="*/ 438116 h 776873"/>
              <a:gd name="csX1831" fmla="*/ 596741 w 3239404"/>
              <a:gd name="csY1831" fmla="*/ 431963 h 776873"/>
              <a:gd name="csX1832" fmla="*/ 528037 w 3239404"/>
              <a:gd name="csY1832" fmla="*/ 293918 h 776873"/>
              <a:gd name="csX1833" fmla="*/ 543020 w 3239404"/>
              <a:gd name="csY1833" fmla="*/ 299956 h 776873"/>
              <a:gd name="csX1834" fmla="*/ 529857 w 3239404"/>
              <a:gd name="csY1834" fmla="*/ 300537 h 776873"/>
              <a:gd name="csX1835" fmla="*/ 528037 w 3239404"/>
              <a:gd name="csY1835" fmla="*/ 293918 h 776873"/>
              <a:gd name="csX1836" fmla="*/ 778259 w 3239404"/>
              <a:gd name="csY1836" fmla="*/ 687195 h 776873"/>
              <a:gd name="csX1837" fmla="*/ 765181 w 3239404"/>
              <a:gd name="csY1837" fmla="*/ 684566 h 776873"/>
              <a:gd name="csX1838" fmla="*/ 778259 w 3239404"/>
              <a:gd name="csY1838" fmla="*/ 687195 h 776873"/>
              <a:gd name="csX1839" fmla="*/ 408041 w 3239404"/>
              <a:gd name="csY1839" fmla="*/ 45105 h 776873"/>
              <a:gd name="csX1840" fmla="*/ 400260 w 3239404"/>
              <a:gd name="csY1840" fmla="*/ 34771 h 776873"/>
              <a:gd name="csX1841" fmla="*/ 408041 w 3239404"/>
              <a:gd name="csY1841" fmla="*/ 45105 h 776873"/>
              <a:gd name="csX1842" fmla="*/ 490128 w 3239404"/>
              <a:gd name="csY1842" fmla="*/ 142060 h 776873"/>
              <a:gd name="csX1843" fmla="*/ 499929 w 3239404"/>
              <a:gd name="csY1843" fmla="*/ 152547 h 776873"/>
              <a:gd name="csX1844" fmla="*/ 488585 w 3239404"/>
              <a:gd name="csY1844" fmla="*/ 159777 h 776873"/>
              <a:gd name="csX1845" fmla="*/ 482727 w 3239404"/>
              <a:gd name="csY1845" fmla="*/ 152833 h 776873"/>
              <a:gd name="csX1846" fmla="*/ 490128 w 3239404"/>
              <a:gd name="csY1846" fmla="*/ 142060 h 776873"/>
              <a:gd name="csX1847" fmla="*/ 629745 w 3239404"/>
              <a:gd name="csY1847" fmla="*/ 377852 h 776873"/>
              <a:gd name="csX1848" fmla="*/ 630317 w 3239404"/>
              <a:gd name="csY1848" fmla="*/ 392501 h 776873"/>
              <a:gd name="csX1849" fmla="*/ 621459 w 3239404"/>
              <a:gd name="csY1849" fmla="*/ 383700 h 776873"/>
              <a:gd name="csX1850" fmla="*/ 629745 w 3239404"/>
              <a:gd name="csY1850" fmla="*/ 377852 h 776873"/>
              <a:gd name="csX1851" fmla="*/ 480374 w 3239404"/>
              <a:gd name="csY1851" fmla="*/ 63651 h 776873"/>
              <a:gd name="csX1852" fmla="*/ 469001 w 3239404"/>
              <a:gd name="csY1852" fmla="*/ 70851 h 776873"/>
              <a:gd name="csX1853" fmla="*/ 480374 w 3239404"/>
              <a:gd name="csY1853" fmla="*/ 63651 h 776873"/>
              <a:gd name="csX1854" fmla="*/ 562699 w 3239404"/>
              <a:gd name="csY1854" fmla="*/ 218937 h 776873"/>
              <a:gd name="csX1855" fmla="*/ 555679 w 3239404"/>
              <a:gd name="csY1855" fmla="*/ 216765 h 776873"/>
              <a:gd name="csX1856" fmla="*/ 562699 w 3239404"/>
              <a:gd name="csY1856" fmla="*/ 218937 h 776873"/>
              <a:gd name="csX1857" fmla="*/ 534267 w 3239404"/>
              <a:gd name="csY1857" fmla="*/ 155215 h 776873"/>
              <a:gd name="csX1858" fmla="*/ 523103 w 3239404"/>
              <a:gd name="csY1858" fmla="*/ 155986 h 776873"/>
              <a:gd name="csX1859" fmla="*/ 534267 w 3239404"/>
              <a:gd name="csY1859" fmla="*/ 155215 h 776873"/>
              <a:gd name="csX1860" fmla="*/ 559641 w 3239404"/>
              <a:gd name="csY1860" fmla="*/ 186352 h 776873"/>
              <a:gd name="csX1861" fmla="*/ 575805 w 3239404"/>
              <a:gd name="csY1861" fmla="*/ 187599 h 776873"/>
              <a:gd name="csX1862" fmla="*/ 558384 w 3239404"/>
              <a:gd name="csY1862" fmla="*/ 194305 h 776873"/>
              <a:gd name="csX1863" fmla="*/ 555307 w 3239404"/>
              <a:gd name="csY1863" fmla="*/ 195696 h 776873"/>
              <a:gd name="csX1864" fmla="*/ 559641 w 3239404"/>
              <a:gd name="csY1864" fmla="*/ 186352 h 776873"/>
              <a:gd name="csX1865" fmla="*/ 642956 w 3239404"/>
              <a:gd name="csY1865" fmla="*/ 309339 h 776873"/>
              <a:gd name="csX1866" fmla="*/ 627669 w 3239404"/>
              <a:gd name="csY1866" fmla="*/ 312996 h 776873"/>
              <a:gd name="csX1867" fmla="*/ 642956 w 3239404"/>
              <a:gd name="csY1867" fmla="*/ 309339 h 776873"/>
              <a:gd name="csX1868" fmla="*/ 504044 w 3239404"/>
              <a:gd name="csY1868" fmla="*/ 50897 h 776873"/>
              <a:gd name="csX1869" fmla="*/ 495852 w 3239404"/>
              <a:gd name="csY1869" fmla="*/ 53497 h 776873"/>
              <a:gd name="csX1870" fmla="*/ 498367 w 3239404"/>
              <a:gd name="csY1870" fmla="*/ 37543 h 776873"/>
              <a:gd name="csX1871" fmla="*/ 504044 w 3239404"/>
              <a:gd name="csY1871" fmla="*/ 50897 h 776873"/>
              <a:gd name="csX1872" fmla="*/ 487680 w 3239404"/>
              <a:gd name="csY1872" fmla="*/ 56145 h 776873"/>
              <a:gd name="csX1873" fmla="*/ 479898 w 3239404"/>
              <a:gd name="csY1873" fmla="*/ 45820 h 776873"/>
              <a:gd name="csX1874" fmla="*/ 496243 w 3239404"/>
              <a:gd name="csY1874" fmla="*/ 40629 h 776873"/>
              <a:gd name="csX1875" fmla="*/ 487680 w 3239404"/>
              <a:gd name="csY1875" fmla="*/ 56145 h 776873"/>
              <a:gd name="csX1876" fmla="*/ 504596 w 3239404"/>
              <a:gd name="csY1876" fmla="*/ 65527 h 776873"/>
              <a:gd name="csX1877" fmla="*/ 496719 w 3239404"/>
              <a:gd name="csY1877" fmla="*/ 58440 h 776873"/>
              <a:gd name="csX1878" fmla="*/ 507673 w 3239404"/>
              <a:gd name="csY1878" fmla="*/ 64155 h 776873"/>
              <a:gd name="csX1879" fmla="*/ 508444 w 3239404"/>
              <a:gd name="csY1879" fmla="*/ 72318 h 776873"/>
              <a:gd name="csX1880" fmla="*/ 498253 w 3239404"/>
              <a:gd name="csY1880" fmla="*/ 74776 h 776873"/>
              <a:gd name="csX1881" fmla="*/ 504596 w 3239404"/>
              <a:gd name="csY1881" fmla="*/ 65527 h 776873"/>
              <a:gd name="csX1882" fmla="*/ 572462 w 3239404"/>
              <a:gd name="csY1882" fmla="*/ 164654 h 776873"/>
              <a:gd name="csX1883" fmla="*/ 564471 w 3239404"/>
              <a:gd name="csY1883" fmla="*/ 160796 h 776873"/>
              <a:gd name="csX1884" fmla="*/ 572462 w 3239404"/>
              <a:gd name="csY1884" fmla="*/ 164654 h 776873"/>
              <a:gd name="csX1885" fmla="*/ 560327 w 3239404"/>
              <a:gd name="csY1885" fmla="*/ 163739 h 776873"/>
              <a:gd name="csX1886" fmla="*/ 561689 w 3239404"/>
              <a:gd name="csY1886" fmla="*/ 152500 h 776873"/>
              <a:gd name="csX1887" fmla="*/ 560327 w 3239404"/>
              <a:gd name="csY1887" fmla="*/ 163739 h 776873"/>
              <a:gd name="csX1888" fmla="*/ 582635 w 3239404"/>
              <a:gd name="csY1888" fmla="*/ 196191 h 776873"/>
              <a:gd name="csX1889" fmla="*/ 590893 w 3239404"/>
              <a:gd name="csY1889" fmla="*/ 190371 h 776873"/>
              <a:gd name="csX1890" fmla="*/ 598789 w 3239404"/>
              <a:gd name="csY1890" fmla="*/ 197477 h 776873"/>
              <a:gd name="csX1891" fmla="*/ 592436 w 3239404"/>
              <a:gd name="csY1891" fmla="*/ 206688 h 776873"/>
              <a:gd name="csX1892" fmla="*/ 585397 w 3239404"/>
              <a:gd name="csY1892" fmla="*/ 204506 h 776873"/>
              <a:gd name="csX1893" fmla="*/ 582635 w 3239404"/>
              <a:gd name="csY1893" fmla="*/ 196191 h 776873"/>
              <a:gd name="csX1894" fmla="*/ 737045 w 3239404"/>
              <a:gd name="csY1894" fmla="*/ 444460 h 776873"/>
              <a:gd name="csX1895" fmla="*/ 729644 w 3239404"/>
              <a:gd name="csY1895" fmla="*/ 455223 h 776873"/>
              <a:gd name="csX1896" fmla="*/ 727710 w 3239404"/>
              <a:gd name="csY1896" fmla="*/ 451842 h 776873"/>
              <a:gd name="csX1897" fmla="*/ 725681 w 3239404"/>
              <a:gd name="csY1897" fmla="*/ 451671 h 776873"/>
              <a:gd name="csX1898" fmla="*/ 737045 w 3239404"/>
              <a:gd name="csY1898" fmla="*/ 444460 h 776873"/>
              <a:gd name="csX1899" fmla="*/ 861365 w 3239404"/>
              <a:gd name="csY1899" fmla="*/ 683900 h 776873"/>
              <a:gd name="csX1900" fmla="*/ 866280 w 3239404"/>
              <a:gd name="csY1900" fmla="*/ 689158 h 776873"/>
              <a:gd name="csX1901" fmla="*/ 861365 w 3239404"/>
              <a:gd name="csY1901" fmla="*/ 683900 h 776873"/>
              <a:gd name="csX1902" fmla="*/ 513940 w 3239404"/>
              <a:gd name="csY1902" fmla="*/ 58164 h 776873"/>
              <a:gd name="csX1903" fmla="*/ 504996 w 3239404"/>
              <a:gd name="csY1903" fmla="*/ 52621 h 776873"/>
              <a:gd name="csX1904" fmla="*/ 513940 w 3239404"/>
              <a:gd name="csY1904" fmla="*/ 58164 h 776873"/>
              <a:gd name="csX1905" fmla="*/ 716499 w 3239404"/>
              <a:gd name="csY1905" fmla="*/ 387834 h 776873"/>
              <a:gd name="csX1906" fmla="*/ 704364 w 3239404"/>
              <a:gd name="csY1906" fmla="*/ 386920 h 776873"/>
              <a:gd name="csX1907" fmla="*/ 716499 w 3239404"/>
              <a:gd name="csY1907" fmla="*/ 387834 h 776873"/>
              <a:gd name="csX1908" fmla="*/ 552983 w 3239404"/>
              <a:gd name="csY1908" fmla="*/ 72509 h 776873"/>
              <a:gd name="csX1909" fmla="*/ 549793 w 3239404"/>
              <a:gd name="csY1909" fmla="*/ 77109 h 776873"/>
              <a:gd name="csX1910" fmla="*/ 539782 w 3239404"/>
              <a:gd name="csY1910" fmla="*/ 73118 h 776873"/>
              <a:gd name="csX1911" fmla="*/ 542477 w 3239404"/>
              <a:gd name="csY1911" fmla="*/ 84653 h 776873"/>
              <a:gd name="csX1912" fmla="*/ 534676 w 3239404"/>
              <a:gd name="csY1912" fmla="*/ 74319 h 776873"/>
              <a:gd name="csX1913" fmla="*/ 552983 w 3239404"/>
              <a:gd name="csY1913" fmla="*/ 72509 h 776873"/>
              <a:gd name="csX1914" fmla="*/ 687962 w 3239404"/>
              <a:gd name="csY1914" fmla="*/ 327369 h 776873"/>
              <a:gd name="csX1915" fmla="*/ 701040 w 3239404"/>
              <a:gd name="csY1915" fmla="*/ 330008 h 776873"/>
              <a:gd name="csX1916" fmla="*/ 689677 w 3239404"/>
              <a:gd name="csY1916" fmla="*/ 337199 h 776873"/>
              <a:gd name="csX1917" fmla="*/ 687962 w 3239404"/>
              <a:gd name="csY1917" fmla="*/ 327369 h 776873"/>
              <a:gd name="csX1918" fmla="*/ 612562 w 3239404"/>
              <a:gd name="csY1918" fmla="*/ 177465 h 776873"/>
              <a:gd name="csX1919" fmla="*/ 618401 w 3239404"/>
              <a:gd name="csY1919" fmla="*/ 184399 h 776873"/>
              <a:gd name="csX1920" fmla="*/ 612562 w 3239404"/>
              <a:gd name="csY1920" fmla="*/ 177465 h 776873"/>
              <a:gd name="csX1921" fmla="*/ 568081 w 3239404"/>
              <a:gd name="csY1921" fmla="*/ 75300 h 776873"/>
              <a:gd name="csX1922" fmla="*/ 565861 w 3239404"/>
              <a:gd name="csY1922" fmla="*/ 81624 h 776873"/>
              <a:gd name="csX1923" fmla="*/ 559994 w 3239404"/>
              <a:gd name="csY1923" fmla="*/ 74681 h 776873"/>
              <a:gd name="csX1924" fmla="*/ 568081 w 3239404"/>
              <a:gd name="csY1924" fmla="*/ 75300 h 776873"/>
              <a:gd name="csX1925" fmla="*/ 632650 w 3239404"/>
              <a:gd name="csY1925" fmla="*/ 182265 h 776873"/>
              <a:gd name="csX1926" fmla="*/ 623411 w 3239404"/>
              <a:gd name="csY1926" fmla="*/ 186409 h 776873"/>
              <a:gd name="csX1927" fmla="*/ 632650 w 3239404"/>
              <a:gd name="csY1927" fmla="*/ 182265 h 776873"/>
              <a:gd name="csX1928" fmla="*/ 661111 w 3239404"/>
              <a:gd name="csY1928" fmla="*/ 211993 h 776873"/>
              <a:gd name="csX1929" fmla="*/ 653796 w 3239404"/>
              <a:gd name="csY1929" fmla="*/ 219527 h 776873"/>
              <a:gd name="csX1930" fmla="*/ 650996 w 3239404"/>
              <a:gd name="csY1930" fmla="*/ 211202 h 776873"/>
              <a:gd name="csX1931" fmla="*/ 661111 w 3239404"/>
              <a:gd name="csY1931" fmla="*/ 211993 h 776873"/>
              <a:gd name="csX1932" fmla="*/ 638985 w 3239404"/>
              <a:gd name="csY1932" fmla="*/ 207049 h 776873"/>
              <a:gd name="csX1933" fmla="*/ 650977 w 3239404"/>
              <a:gd name="csY1933" fmla="*/ 211212 h 776873"/>
              <a:gd name="csX1934" fmla="*/ 638985 w 3239404"/>
              <a:gd name="csY1934" fmla="*/ 207049 h 776873"/>
              <a:gd name="csX1935" fmla="*/ 581635 w 3239404"/>
              <a:gd name="csY1935" fmla="*/ 95778 h 776873"/>
              <a:gd name="csX1936" fmla="*/ 573643 w 3239404"/>
              <a:gd name="csY1936" fmla="*/ 91921 h 776873"/>
              <a:gd name="csX1937" fmla="*/ 581635 w 3239404"/>
              <a:gd name="csY1937" fmla="*/ 95778 h 776873"/>
              <a:gd name="csX1938" fmla="*/ 646586 w 3239404"/>
              <a:gd name="csY1938" fmla="*/ 189857 h 776873"/>
              <a:gd name="csX1939" fmla="*/ 638413 w 3239404"/>
              <a:gd name="csY1939" fmla="*/ 192419 h 776873"/>
              <a:gd name="csX1940" fmla="*/ 646586 w 3239404"/>
              <a:gd name="csY1940" fmla="*/ 189857 h 776873"/>
              <a:gd name="csX1941" fmla="*/ 659111 w 3239404"/>
              <a:gd name="csY1941" fmla="*/ 177855 h 776873"/>
              <a:gd name="csX1942" fmla="*/ 650538 w 3239404"/>
              <a:gd name="csY1942" fmla="*/ 193372 h 776873"/>
              <a:gd name="csX1943" fmla="*/ 646805 w 3239404"/>
              <a:gd name="csY1943" fmla="*/ 183361 h 776873"/>
              <a:gd name="csX1944" fmla="*/ 655082 w 3239404"/>
              <a:gd name="csY1944" fmla="*/ 177560 h 776873"/>
              <a:gd name="csX1945" fmla="*/ 652186 w 3239404"/>
              <a:gd name="csY1945" fmla="*/ 172483 h 776873"/>
              <a:gd name="csX1946" fmla="*/ 665083 w 3239404"/>
              <a:gd name="csY1946" fmla="*/ 181561 h 776873"/>
              <a:gd name="csX1947" fmla="*/ 661816 w 3239404"/>
              <a:gd name="csY1947" fmla="*/ 189381 h 776873"/>
              <a:gd name="csX1948" fmla="*/ 659111 w 3239404"/>
              <a:gd name="csY1948" fmla="*/ 177855 h 776873"/>
              <a:gd name="csX1949" fmla="*/ 673722 w 3239404"/>
              <a:gd name="csY1949" fmla="*/ 196791 h 776873"/>
              <a:gd name="csX1950" fmla="*/ 653415 w 3239404"/>
              <a:gd name="csY1950" fmla="*/ 198458 h 776873"/>
              <a:gd name="csX1951" fmla="*/ 673722 w 3239404"/>
              <a:gd name="csY1951" fmla="*/ 196791 h 776873"/>
              <a:gd name="csX1952" fmla="*/ 580120 w 3239404"/>
              <a:gd name="csY1952" fmla="*/ 45486 h 776873"/>
              <a:gd name="csX1953" fmla="*/ 565013 w 3239404"/>
              <a:gd name="csY1953" fmla="*/ 42696 h 776873"/>
              <a:gd name="csX1954" fmla="*/ 580120 w 3239404"/>
              <a:gd name="csY1954" fmla="*/ 45486 h 776873"/>
              <a:gd name="csX1955" fmla="*/ 608943 w 3239404"/>
              <a:gd name="csY1955" fmla="*/ 96283 h 776873"/>
              <a:gd name="csX1956" fmla="*/ 603647 w 3239404"/>
              <a:gd name="csY1956" fmla="*/ 103951 h 776873"/>
              <a:gd name="csX1957" fmla="*/ 608943 w 3239404"/>
              <a:gd name="csY1957" fmla="*/ 96283 h 776873"/>
              <a:gd name="csX1958" fmla="*/ 602999 w 3239404"/>
              <a:gd name="csY1958" fmla="*/ 58593 h 776873"/>
              <a:gd name="csX1959" fmla="*/ 601647 w 3239404"/>
              <a:gd name="csY1959" fmla="*/ 69832 h 776873"/>
              <a:gd name="csX1960" fmla="*/ 609724 w 3239404"/>
              <a:gd name="csY1960" fmla="*/ 70452 h 776873"/>
              <a:gd name="csX1961" fmla="*/ 593465 w 3239404"/>
              <a:gd name="csY1961" fmla="*/ 72433 h 776873"/>
              <a:gd name="csX1962" fmla="*/ 602999 w 3239404"/>
              <a:gd name="csY1962" fmla="*/ 58593 h 776873"/>
              <a:gd name="csX1963" fmla="*/ 681209 w 3239404"/>
              <a:gd name="csY1963" fmla="*/ 216794 h 776873"/>
              <a:gd name="csX1964" fmla="*/ 691877 w 3239404"/>
              <a:gd name="csY1964" fmla="*/ 232186 h 776873"/>
              <a:gd name="csX1965" fmla="*/ 681209 w 3239404"/>
              <a:gd name="csY1965" fmla="*/ 216794 h 776873"/>
              <a:gd name="csX1966" fmla="*/ 682847 w 3239404"/>
              <a:gd name="csY1966" fmla="*/ 195896 h 776873"/>
              <a:gd name="csX1967" fmla="*/ 677561 w 3239404"/>
              <a:gd name="csY1967" fmla="*/ 203573 h 776873"/>
              <a:gd name="csX1968" fmla="*/ 675723 w 3239404"/>
              <a:gd name="csY1968" fmla="*/ 196963 h 776873"/>
              <a:gd name="csX1969" fmla="*/ 682847 w 3239404"/>
              <a:gd name="csY1969" fmla="*/ 195896 h 776873"/>
              <a:gd name="csX1970" fmla="*/ 644795 w 3239404"/>
              <a:gd name="csY1970" fmla="*/ 115238 h 776873"/>
              <a:gd name="csX1971" fmla="*/ 643442 w 3239404"/>
              <a:gd name="csY1971" fmla="*/ 126477 h 776873"/>
              <a:gd name="csX1972" fmla="*/ 639499 w 3239404"/>
              <a:gd name="csY1972" fmla="*/ 122944 h 776873"/>
              <a:gd name="csX1973" fmla="*/ 644795 w 3239404"/>
              <a:gd name="csY1973" fmla="*/ 115238 h 776873"/>
              <a:gd name="csX1974" fmla="*/ 628774 w 3239404"/>
              <a:gd name="csY1974" fmla="*/ 76814 h 776873"/>
              <a:gd name="csX1975" fmla="*/ 627212 w 3239404"/>
              <a:gd name="csY1975" fmla="*/ 94454 h 776873"/>
              <a:gd name="csX1976" fmla="*/ 628774 w 3239404"/>
              <a:gd name="csY1976" fmla="*/ 76814 h 776873"/>
              <a:gd name="csX1977" fmla="*/ 678332 w 3239404"/>
              <a:gd name="csY1977" fmla="*/ 177732 h 776873"/>
              <a:gd name="csX1978" fmla="*/ 686219 w 3239404"/>
              <a:gd name="csY1978" fmla="*/ 184799 h 776873"/>
              <a:gd name="csX1979" fmla="*/ 678332 w 3239404"/>
              <a:gd name="csY1979" fmla="*/ 177732 h 776873"/>
              <a:gd name="csX1980" fmla="*/ 645986 w 3239404"/>
              <a:gd name="csY1980" fmla="*/ 76500 h 776873"/>
              <a:gd name="csX1981" fmla="*/ 650900 w 3239404"/>
              <a:gd name="csY1981" fmla="*/ 81729 h 776873"/>
              <a:gd name="csX1982" fmla="*/ 641566 w 3239404"/>
              <a:gd name="csY1982" fmla="*/ 89101 h 776873"/>
              <a:gd name="csX1983" fmla="*/ 632727 w 3239404"/>
              <a:gd name="csY1983" fmla="*/ 80338 h 776873"/>
              <a:gd name="csX1984" fmla="*/ 645986 w 3239404"/>
              <a:gd name="csY1984" fmla="*/ 76500 h 776873"/>
              <a:gd name="csX1985" fmla="*/ 673770 w 3239404"/>
              <a:gd name="csY1985" fmla="*/ 94845 h 776873"/>
              <a:gd name="csX1986" fmla="*/ 652805 w 3239404"/>
              <a:gd name="csY1986" fmla="*/ 85120 h 776873"/>
              <a:gd name="csX1987" fmla="*/ 673770 w 3239404"/>
              <a:gd name="csY1987" fmla="*/ 94845 h 776873"/>
              <a:gd name="csX1988" fmla="*/ 667693 w 3239404"/>
              <a:gd name="csY1988" fmla="*/ 94369 h 776873"/>
              <a:gd name="csX1989" fmla="*/ 665397 w 3239404"/>
              <a:gd name="csY1989" fmla="*/ 103903 h 776873"/>
              <a:gd name="csX1990" fmla="*/ 660483 w 3239404"/>
              <a:gd name="csY1990" fmla="*/ 98664 h 776873"/>
              <a:gd name="csX1991" fmla="*/ 667693 w 3239404"/>
              <a:gd name="csY1991" fmla="*/ 94369 h 776873"/>
              <a:gd name="csX1992" fmla="*/ 703212 w 3239404"/>
              <a:gd name="csY1992" fmla="*/ 92283 h 776873"/>
              <a:gd name="csX1993" fmla="*/ 710146 w 3239404"/>
              <a:gd name="csY1993" fmla="*/ 97645 h 776873"/>
              <a:gd name="csX1994" fmla="*/ 701945 w 3239404"/>
              <a:gd name="csY1994" fmla="*/ 100255 h 776873"/>
              <a:gd name="csX1995" fmla="*/ 703212 w 3239404"/>
              <a:gd name="csY1995" fmla="*/ 92283 h 776873"/>
              <a:gd name="csX1996" fmla="*/ 790851 w 3239404"/>
              <a:gd name="csY1996" fmla="*/ 205878 h 776873"/>
              <a:gd name="csX1997" fmla="*/ 779888 w 3239404"/>
              <a:gd name="csY1997" fmla="*/ 200201 h 776873"/>
              <a:gd name="csX1998" fmla="*/ 790851 w 3239404"/>
              <a:gd name="csY1998" fmla="*/ 205878 h 776873"/>
              <a:gd name="csX1999" fmla="*/ 888759 w 3239404"/>
              <a:gd name="csY1999" fmla="*/ 381786 h 776873"/>
              <a:gd name="csX2000" fmla="*/ 884434 w 3239404"/>
              <a:gd name="csY2000" fmla="*/ 391139 h 776873"/>
              <a:gd name="csX2001" fmla="*/ 888759 w 3239404"/>
              <a:gd name="csY2001" fmla="*/ 381786 h 776873"/>
              <a:gd name="csX2002" fmla="*/ 788060 w 3239404"/>
              <a:gd name="csY2002" fmla="*/ 197572 h 776873"/>
              <a:gd name="csX2003" fmla="*/ 781050 w 3239404"/>
              <a:gd name="csY2003" fmla="*/ 195419 h 776873"/>
              <a:gd name="csX2004" fmla="*/ 786451 w 3239404"/>
              <a:gd name="csY2004" fmla="*/ 184513 h 776873"/>
              <a:gd name="csX2005" fmla="*/ 788060 w 3239404"/>
              <a:gd name="csY2005" fmla="*/ 197572 h 776873"/>
              <a:gd name="csX2006" fmla="*/ 791547 w 3239404"/>
              <a:gd name="csY2006" fmla="*/ 183294 h 776873"/>
              <a:gd name="csX2007" fmla="*/ 788156 w 3239404"/>
              <a:gd name="csY2007" fmla="*/ 194353 h 776873"/>
              <a:gd name="csX2008" fmla="*/ 791547 w 3239404"/>
              <a:gd name="csY2008" fmla="*/ 183294 h 776873"/>
              <a:gd name="csX2009" fmla="*/ 752427 w 3239404"/>
              <a:gd name="csY2009" fmla="*/ 104189 h 776873"/>
              <a:gd name="csX2010" fmla="*/ 761371 w 3239404"/>
              <a:gd name="csY2010" fmla="*/ 109733 h 776873"/>
              <a:gd name="csX2011" fmla="*/ 746084 w 3239404"/>
              <a:gd name="csY2011" fmla="*/ 113400 h 776873"/>
              <a:gd name="csX2012" fmla="*/ 752427 w 3239404"/>
              <a:gd name="csY2012" fmla="*/ 104189 h 776873"/>
              <a:gd name="csX2013" fmla="*/ 791927 w 3239404"/>
              <a:gd name="csY2013" fmla="*/ 170378 h 776873"/>
              <a:gd name="csX2014" fmla="*/ 787708 w 3239404"/>
              <a:gd name="csY2014" fmla="*/ 176503 h 776873"/>
              <a:gd name="csX2015" fmla="*/ 784812 w 3239404"/>
              <a:gd name="csY2015" fmla="*/ 171416 h 776873"/>
              <a:gd name="csX2016" fmla="*/ 791927 w 3239404"/>
              <a:gd name="csY2016" fmla="*/ 170378 h 776873"/>
              <a:gd name="csX2017" fmla="*/ 809130 w 3239404"/>
              <a:gd name="csY2017" fmla="*/ 204059 h 776873"/>
              <a:gd name="csX2018" fmla="*/ 819036 w 3239404"/>
              <a:gd name="csY2018" fmla="*/ 211307 h 776873"/>
              <a:gd name="csX2019" fmla="*/ 809130 w 3239404"/>
              <a:gd name="csY2019" fmla="*/ 204059 h 776873"/>
              <a:gd name="csX2020" fmla="*/ 822017 w 3239404"/>
              <a:gd name="csY2020" fmla="*/ 213165 h 776873"/>
              <a:gd name="csX2021" fmla="*/ 825856 w 3239404"/>
              <a:gd name="csY2021" fmla="*/ 219937 h 776873"/>
              <a:gd name="csX2022" fmla="*/ 817778 w 3239404"/>
              <a:gd name="csY2022" fmla="*/ 219327 h 776873"/>
              <a:gd name="csX2023" fmla="*/ 822017 w 3239404"/>
              <a:gd name="csY2023" fmla="*/ 213165 h 776873"/>
              <a:gd name="csX2024" fmla="*/ 921182 w 3239404"/>
              <a:gd name="csY2024" fmla="*/ 381081 h 776873"/>
              <a:gd name="csX2025" fmla="*/ 914257 w 3239404"/>
              <a:gd name="csY2025" fmla="*/ 375690 h 776873"/>
              <a:gd name="csX2026" fmla="*/ 956577 w 3239404"/>
              <a:gd name="csY2026" fmla="*/ 382224 h 776873"/>
              <a:gd name="csX2027" fmla="*/ 944356 w 3239404"/>
              <a:gd name="csY2027" fmla="*/ 384491 h 776873"/>
              <a:gd name="csX2028" fmla="*/ 947147 w 3239404"/>
              <a:gd name="csY2028" fmla="*/ 392806 h 776873"/>
              <a:gd name="csX2029" fmla="*/ 940422 w 3239404"/>
              <a:gd name="csY2029" fmla="*/ 380957 h 776873"/>
              <a:gd name="csX2030" fmla="*/ 927144 w 3239404"/>
              <a:gd name="csY2030" fmla="*/ 384796 h 776873"/>
              <a:gd name="csX2031" fmla="*/ 935031 w 3239404"/>
              <a:gd name="csY2031" fmla="*/ 391844 h 776873"/>
              <a:gd name="csX2032" fmla="*/ 928773 w 3239404"/>
              <a:gd name="csY2032" fmla="*/ 397864 h 776873"/>
              <a:gd name="csX2033" fmla="*/ 925020 w 3239404"/>
              <a:gd name="csY2033" fmla="*/ 387834 h 776873"/>
              <a:gd name="csX2034" fmla="*/ 923677 w 3239404"/>
              <a:gd name="csY2034" fmla="*/ 399083 h 776873"/>
              <a:gd name="csX2035" fmla="*/ 917705 w 3239404"/>
              <a:gd name="csY2035" fmla="*/ 395368 h 776873"/>
              <a:gd name="csX2036" fmla="*/ 921182 w 3239404"/>
              <a:gd name="csY2036" fmla="*/ 381081 h 776873"/>
              <a:gd name="csX2037" fmla="*/ 809815 w 3239404"/>
              <a:gd name="csY2037" fmla="*/ 181456 h 776873"/>
              <a:gd name="csX2038" fmla="*/ 823760 w 3239404"/>
              <a:gd name="csY2038" fmla="*/ 189019 h 776873"/>
              <a:gd name="csX2039" fmla="*/ 818264 w 3239404"/>
              <a:gd name="csY2039" fmla="*/ 203154 h 776873"/>
              <a:gd name="csX2040" fmla="*/ 816645 w 3239404"/>
              <a:gd name="csY2040" fmla="*/ 190095 h 776873"/>
              <a:gd name="csX2041" fmla="*/ 807406 w 3239404"/>
              <a:gd name="csY2041" fmla="*/ 194238 h 776873"/>
              <a:gd name="csX2042" fmla="*/ 809815 w 3239404"/>
              <a:gd name="csY2042" fmla="*/ 181456 h 776873"/>
              <a:gd name="csX2043" fmla="*/ 775516 w 3239404"/>
              <a:gd name="csY2043" fmla="*/ 110818 h 776873"/>
              <a:gd name="csX2044" fmla="*/ 765229 w 3239404"/>
              <a:gd name="csY2044" fmla="*/ 116524 h 776873"/>
              <a:gd name="csX2045" fmla="*/ 775516 w 3239404"/>
              <a:gd name="csY2045" fmla="*/ 110818 h 776873"/>
              <a:gd name="csX2046" fmla="*/ 847296 w 3239404"/>
              <a:gd name="csY2046" fmla="*/ 247474 h 776873"/>
              <a:gd name="csX2047" fmla="*/ 843048 w 3239404"/>
              <a:gd name="csY2047" fmla="*/ 253627 h 776873"/>
              <a:gd name="csX2048" fmla="*/ 840162 w 3239404"/>
              <a:gd name="csY2048" fmla="*/ 248550 h 776873"/>
              <a:gd name="csX2049" fmla="*/ 847296 w 3239404"/>
              <a:gd name="csY2049" fmla="*/ 247474 h 776873"/>
              <a:gd name="csX2050" fmla="*/ 878758 w 3239404"/>
              <a:gd name="csY2050" fmla="*/ 211107 h 776873"/>
              <a:gd name="csX2051" fmla="*/ 883758 w 3239404"/>
              <a:gd name="csY2051" fmla="*/ 213098 h 776873"/>
              <a:gd name="csX2052" fmla="*/ 869051 w 3239404"/>
              <a:gd name="csY2052" fmla="*/ 197391 h 776873"/>
              <a:gd name="csX2053" fmla="*/ 863765 w 3239404"/>
              <a:gd name="csY2053" fmla="*/ 205078 h 776873"/>
              <a:gd name="csX2054" fmla="*/ 840677 w 3239404"/>
              <a:gd name="csY2054" fmla="*/ 198448 h 776873"/>
              <a:gd name="csX2055" fmla="*/ 834123 w 3239404"/>
              <a:gd name="csY2055" fmla="*/ 214127 h 776873"/>
              <a:gd name="csX2056" fmla="*/ 826151 w 3239404"/>
              <a:gd name="csY2056" fmla="*/ 210269 h 776873"/>
              <a:gd name="csX2057" fmla="*/ 842039 w 3239404"/>
              <a:gd name="csY2057" fmla="*/ 187209 h 776873"/>
              <a:gd name="csX2058" fmla="*/ 868385 w 3239404"/>
              <a:gd name="csY2058" fmla="*/ 186018 h 776873"/>
              <a:gd name="csX2059" fmla="*/ 864051 w 3239404"/>
              <a:gd name="csY2059" fmla="*/ 195391 h 776873"/>
              <a:gd name="csX2060" fmla="*/ 875424 w 3239404"/>
              <a:gd name="csY2060" fmla="*/ 188181 h 776873"/>
              <a:gd name="csX2061" fmla="*/ 872528 w 3239404"/>
              <a:gd name="csY2061" fmla="*/ 183104 h 776873"/>
              <a:gd name="csX2062" fmla="*/ 885501 w 3239404"/>
              <a:gd name="csY2062" fmla="*/ 188952 h 776873"/>
              <a:gd name="csX2063" fmla="*/ 876938 w 3239404"/>
              <a:gd name="csY2063" fmla="*/ 204487 h 776873"/>
              <a:gd name="csX2064" fmla="*/ 891064 w 3239404"/>
              <a:gd name="csY2064" fmla="*/ 205564 h 776873"/>
              <a:gd name="csX2065" fmla="*/ 878758 w 3239404"/>
              <a:gd name="csY2065" fmla="*/ 211107 h 776873"/>
              <a:gd name="csX2066" fmla="*/ 883282 w 3239404"/>
              <a:gd name="csY2066" fmla="*/ 195248 h 776873"/>
              <a:gd name="csX2067" fmla="*/ 890606 w 3239404"/>
              <a:gd name="csY2067" fmla="*/ 187733 h 776873"/>
              <a:gd name="csX2068" fmla="*/ 896455 w 3239404"/>
              <a:gd name="csY2068" fmla="*/ 194657 h 776873"/>
              <a:gd name="csX2069" fmla="*/ 883282 w 3239404"/>
              <a:gd name="csY2069" fmla="*/ 195248 h 776873"/>
              <a:gd name="csX2070" fmla="*/ 775421 w 3239404"/>
              <a:gd name="csY2070" fmla="*/ 114076 h 776873"/>
              <a:gd name="csX2071" fmla="*/ 790527 w 3239404"/>
              <a:gd name="csY2071" fmla="*/ 116857 h 776873"/>
              <a:gd name="csX2072" fmla="*/ 775421 w 3239404"/>
              <a:gd name="csY2072" fmla="*/ 114076 h 776873"/>
              <a:gd name="csX2073" fmla="*/ 815102 w 3239404"/>
              <a:gd name="csY2073" fmla="*/ 173779 h 776873"/>
              <a:gd name="csX2074" fmla="*/ 809149 w 3239404"/>
              <a:gd name="csY2074" fmla="*/ 170083 h 776873"/>
              <a:gd name="csX2075" fmla="*/ 815102 w 3239404"/>
              <a:gd name="csY2075" fmla="*/ 173779 h 776873"/>
              <a:gd name="csX2076" fmla="*/ 834142 w 3239404"/>
              <a:gd name="csY2076" fmla="*/ 180103 h 776873"/>
              <a:gd name="csX2077" fmla="*/ 825103 w 3239404"/>
              <a:gd name="csY2077" fmla="*/ 177808 h 776873"/>
              <a:gd name="csX2078" fmla="*/ 834142 w 3239404"/>
              <a:gd name="csY2078" fmla="*/ 180103 h 776873"/>
              <a:gd name="csX2079" fmla="*/ 799662 w 3239404"/>
              <a:gd name="csY2079" fmla="*/ 115933 h 776873"/>
              <a:gd name="csX2080" fmla="*/ 791480 w 3239404"/>
              <a:gd name="csY2080" fmla="*/ 118543 h 776873"/>
              <a:gd name="csX2081" fmla="*/ 799662 w 3239404"/>
              <a:gd name="csY2081" fmla="*/ 115933 h 776873"/>
              <a:gd name="csX2082" fmla="*/ 967540 w 3239404"/>
              <a:gd name="csY2082" fmla="*/ 387920 h 776873"/>
              <a:gd name="csX2083" fmla="*/ 962149 w 3239404"/>
              <a:gd name="csY2083" fmla="*/ 398816 h 776873"/>
              <a:gd name="csX2084" fmla="*/ 967540 w 3239404"/>
              <a:gd name="csY2084" fmla="*/ 387920 h 776873"/>
              <a:gd name="csX2085" fmla="*/ 978684 w 3239404"/>
              <a:gd name="csY2085" fmla="*/ 387158 h 776873"/>
              <a:gd name="csX2086" fmla="*/ 970207 w 3239404"/>
              <a:gd name="csY2086" fmla="*/ 399445 h 776873"/>
              <a:gd name="csX2087" fmla="*/ 967340 w 3239404"/>
              <a:gd name="csY2087" fmla="*/ 394349 h 776873"/>
              <a:gd name="csX2088" fmla="*/ 978684 w 3239404"/>
              <a:gd name="csY2088" fmla="*/ 387158 h 776873"/>
              <a:gd name="csX2089" fmla="*/ 861365 w 3239404"/>
              <a:gd name="csY2089" fmla="*/ 183866 h 776873"/>
              <a:gd name="csX2090" fmla="*/ 852326 w 3239404"/>
              <a:gd name="csY2090" fmla="*/ 181532 h 776873"/>
              <a:gd name="csX2091" fmla="*/ 861365 w 3239404"/>
              <a:gd name="csY2091" fmla="*/ 183866 h 776873"/>
              <a:gd name="csX2092" fmla="*/ 843705 w 3239404"/>
              <a:gd name="csY2092" fmla="*/ 132278 h 776873"/>
              <a:gd name="csX2093" fmla="*/ 836581 w 3239404"/>
              <a:gd name="csY2093" fmla="*/ 133374 h 776873"/>
              <a:gd name="csX2094" fmla="*/ 843705 w 3239404"/>
              <a:gd name="csY2094" fmla="*/ 132278 h 776873"/>
              <a:gd name="csX2095" fmla="*/ 902246 w 3239404"/>
              <a:gd name="csY2095" fmla="*/ 204830 h 776873"/>
              <a:gd name="csX2096" fmla="*/ 910314 w 3239404"/>
              <a:gd name="csY2096" fmla="*/ 205449 h 776873"/>
              <a:gd name="csX2097" fmla="*/ 901932 w 3239404"/>
              <a:gd name="csY2097" fmla="*/ 214479 h 776873"/>
              <a:gd name="csX2098" fmla="*/ 902246 w 3239404"/>
              <a:gd name="csY2098" fmla="*/ 204830 h 776873"/>
              <a:gd name="csX2099" fmla="*/ 922992 w 3239404"/>
              <a:gd name="csY2099" fmla="*/ 220994 h 776873"/>
              <a:gd name="csX2100" fmla="*/ 927906 w 3239404"/>
              <a:gd name="csY2100" fmla="*/ 226223 h 776873"/>
              <a:gd name="csX2101" fmla="*/ 925792 w 3239404"/>
              <a:gd name="csY2101" fmla="*/ 229319 h 776873"/>
              <a:gd name="csX2102" fmla="*/ 925687 w 3239404"/>
              <a:gd name="csY2102" fmla="*/ 232529 h 776873"/>
              <a:gd name="csX2103" fmla="*/ 921363 w 3239404"/>
              <a:gd name="csY2103" fmla="*/ 241902 h 776873"/>
              <a:gd name="csX2104" fmla="*/ 914438 w 3239404"/>
              <a:gd name="csY2104" fmla="*/ 236539 h 776873"/>
              <a:gd name="csX2105" fmla="*/ 922992 w 3239404"/>
              <a:gd name="csY2105" fmla="*/ 220994 h 776873"/>
              <a:gd name="csX2106" fmla="*/ 911781 w 3239404"/>
              <a:gd name="csY2106" fmla="*/ 191009 h 776873"/>
              <a:gd name="csX2107" fmla="*/ 914562 w 3239404"/>
              <a:gd name="csY2107" fmla="*/ 199306 h 776873"/>
              <a:gd name="csX2108" fmla="*/ 900513 w 3239404"/>
              <a:gd name="csY2108" fmla="*/ 194972 h 776873"/>
              <a:gd name="csX2109" fmla="*/ 911781 w 3239404"/>
              <a:gd name="csY2109" fmla="*/ 191009 h 776873"/>
              <a:gd name="csX2110" fmla="*/ 1199064 w 3239404"/>
              <a:gd name="csY2110" fmla="*/ 697168 h 776873"/>
              <a:gd name="csX2111" fmla="*/ 1196664 w 3239404"/>
              <a:gd name="csY2111" fmla="*/ 709941 h 776873"/>
              <a:gd name="csX2112" fmla="*/ 1192721 w 3239404"/>
              <a:gd name="csY2112" fmla="*/ 706407 h 776873"/>
              <a:gd name="csX2113" fmla="*/ 1199064 w 3239404"/>
              <a:gd name="csY2113" fmla="*/ 697168 h 776873"/>
              <a:gd name="csX2114" fmla="*/ 1024280 w 3239404"/>
              <a:gd name="csY2114" fmla="*/ 385843 h 776873"/>
              <a:gd name="csX2115" fmla="*/ 1034282 w 3239404"/>
              <a:gd name="csY2115" fmla="*/ 389863 h 776873"/>
              <a:gd name="csX2116" fmla="*/ 1024852 w 3239404"/>
              <a:gd name="csY2116" fmla="*/ 400436 h 776873"/>
              <a:gd name="csX2117" fmla="*/ 1024280 w 3239404"/>
              <a:gd name="csY2117" fmla="*/ 385843 h 776873"/>
              <a:gd name="csX2118" fmla="*/ 946080 w 3239404"/>
              <a:gd name="csY2118" fmla="*/ 227633 h 776873"/>
              <a:gd name="csX2119" fmla="*/ 942337 w 3239404"/>
              <a:gd name="csY2119" fmla="*/ 217622 h 776873"/>
              <a:gd name="csX2120" fmla="*/ 919353 w 3239404"/>
              <a:gd name="csY2120" fmla="*/ 207783 h 776873"/>
              <a:gd name="csX2121" fmla="*/ 943680 w 3239404"/>
              <a:gd name="csY2121" fmla="*/ 206402 h 776873"/>
              <a:gd name="csX2122" fmla="*/ 945309 w 3239404"/>
              <a:gd name="csY2122" fmla="*/ 219508 h 776873"/>
              <a:gd name="csX2123" fmla="*/ 950614 w 3239404"/>
              <a:gd name="csY2123" fmla="*/ 211822 h 776873"/>
              <a:gd name="csX2124" fmla="*/ 951357 w 3239404"/>
              <a:gd name="csY2124" fmla="*/ 219956 h 776873"/>
              <a:gd name="csX2125" fmla="*/ 957539 w 3239404"/>
              <a:gd name="csY2125" fmla="*/ 217194 h 776873"/>
              <a:gd name="csX2126" fmla="*/ 963692 w 3239404"/>
              <a:gd name="csY2126" fmla="*/ 214450 h 776873"/>
              <a:gd name="csX2127" fmla="*/ 956262 w 3239404"/>
              <a:gd name="csY2127" fmla="*/ 225214 h 776873"/>
              <a:gd name="csX2128" fmla="*/ 946080 w 3239404"/>
              <a:gd name="csY2128" fmla="*/ 227633 h 776873"/>
              <a:gd name="csX2129" fmla="*/ 873538 w 3239404"/>
              <a:gd name="csY2129" fmla="*/ 82843 h 776873"/>
              <a:gd name="csX2130" fmla="*/ 885958 w 3239404"/>
              <a:gd name="csY2130" fmla="*/ 74090 h 776873"/>
              <a:gd name="csX2131" fmla="*/ 881434 w 3239404"/>
              <a:gd name="csY2131" fmla="*/ 89921 h 776873"/>
              <a:gd name="csX2132" fmla="*/ 875262 w 3239404"/>
              <a:gd name="csY2132" fmla="*/ 92683 h 776873"/>
              <a:gd name="csX2133" fmla="*/ 873538 w 3239404"/>
              <a:gd name="csY2133" fmla="*/ 82843 h 776873"/>
              <a:gd name="csX2134" fmla="*/ 944937 w 3239404"/>
              <a:gd name="csY2134" fmla="*/ 198410 h 776873"/>
              <a:gd name="csX2135" fmla="*/ 957920 w 3239404"/>
              <a:gd name="csY2135" fmla="*/ 204268 h 776873"/>
              <a:gd name="csX2136" fmla="*/ 948680 w 3239404"/>
              <a:gd name="csY2136" fmla="*/ 208412 h 776873"/>
              <a:gd name="csX2137" fmla="*/ 944937 w 3239404"/>
              <a:gd name="csY2137" fmla="*/ 198410 h 776873"/>
              <a:gd name="csX2138" fmla="*/ 909104 w 3239404"/>
              <a:gd name="csY2138" fmla="*/ 111485 h 776873"/>
              <a:gd name="csX2139" fmla="*/ 901798 w 3239404"/>
              <a:gd name="csY2139" fmla="*/ 119010 h 776873"/>
              <a:gd name="csX2140" fmla="*/ 909104 w 3239404"/>
              <a:gd name="csY2140" fmla="*/ 111485 h 776873"/>
              <a:gd name="csX2141" fmla="*/ 904027 w 3239404"/>
              <a:gd name="csY2141" fmla="*/ 78738 h 776873"/>
              <a:gd name="csX2142" fmla="*/ 896712 w 3239404"/>
              <a:gd name="csY2142" fmla="*/ 86253 h 776873"/>
              <a:gd name="csX2143" fmla="*/ 899512 w 3239404"/>
              <a:gd name="csY2143" fmla="*/ 94540 h 776873"/>
              <a:gd name="csX2144" fmla="*/ 888644 w 3239404"/>
              <a:gd name="csY2144" fmla="*/ 85606 h 776873"/>
              <a:gd name="csX2145" fmla="*/ 904027 w 3239404"/>
              <a:gd name="csY2145" fmla="*/ 78738 h 776873"/>
              <a:gd name="csX2146" fmla="*/ 968683 w 3239404"/>
              <a:gd name="csY2146" fmla="*/ 216432 h 776873"/>
              <a:gd name="csX2147" fmla="*/ 975617 w 3239404"/>
              <a:gd name="csY2147" fmla="*/ 221823 h 776873"/>
              <a:gd name="csX2148" fmla="*/ 968683 w 3239404"/>
              <a:gd name="csY2148" fmla="*/ 216432 h 776873"/>
              <a:gd name="csX2149" fmla="*/ 949309 w 3239404"/>
              <a:gd name="csY2149" fmla="*/ 155062 h 776873"/>
              <a:gd name="csX2150" fmla="*/ 937079 w 3239404"/>
              <a:gd name="csY2150" fmla="*/ 157358 h 776873"/>
              <a:gd name="csX2151" fmla="*/ 949309 w 3239404"/>
              <a:gd name="csY2151" fmla="*/ 155062 h 776873"/>
              <a:gd name="csX2152" fmla="*/ 913743 w 3239404"/>
              <a:gd name="csY2152" fmla="*/ 92416 h 776873"/>
              <a:gd name="csX2153" fmla="*/ 911533 w 3239404"/>
              <a:gd name="csY2153" fmla="*/ 98741 h 776873"/>
              <a:gd name="csX2154" fmla="*/ 902703 w 3239404"/>
              <a:gd name="csY2154" fmla="*/ 89959 h 776873"/>
              <a:gd name="csX2155" fmla="*/ 913743 w 3239404"/>
              <a:gd name="csY2155" fmla="*/ 92416 h 776873"/>
              <a:gd name="csX2156" fmla="*/ 1011203 w 3239404"/>
              <a:gd name="csY2156" fmla="*/ 216527 h 776873"/>
              <a:gd name="csX2157" fmla="*/ 986780 w 3239404"/>
              <a:gd name="csY2157" fmla="*/ 221099 h 776873"/>
              <a:gd name="csX2158" fmla="*/ 987447 w 3239404"/>
              <a:gd name="csY2158" fmla="*/ 232481 h 776873"/>
              <a:gd name="csX2159" fmla="*/ 977646 w 3239404"/>
              <a:gd name="csY2159" fmla="*/ 222013 h 776873"/>
              <a:gd name="csX2160" fmla="*/ 983237 w 3239404"/>
              <a:gd name="csY2160" fmla="*/ 204611 h 776873"/>
              <a:gd name="csX2161" fmla="*/ 1011203 w 3239404"/>
              <a:gd name="csY2161" fmla="*/ 216527 h 776873"/>
              <a:gd name="csX2162" fmla="*/ 1264749 w 3239404"/>
              <a:gd name="csY2162" fmla="*/ 700664 h 776873"/>
              <a:gd name="csX2163" fmla="*/ 1254652 w 3239404"/>
              <a:gd name="csY2163" fmla="*/ 699882 h 776873"/>
              <a:gd name="csX2164" fmla="*/ 1264749 w 3239404"/>
              <a:gd name="csY2164" fmla="*/ 700664 h 776873"/>
              <a:gd name="csX2165" fmla="*/ 1096023 w 3239404"/>
              <a:gd name="csY2165" fmla="*/ 389787 h 776873"/>
              <a:gd name="csX2166" fmla="*/ 1102100 w 3239404"/>
              <a:gd name="csY2166" fmla="*/ 390244 h 776873"/>
              <a:gd name="csX2167" fmla="*/ 1089489 w 3239404"/>
              <a:gd name="csY2167" fmla="*/ 405455 h 776873"/>
              <a:gd name="csX2168" fmla="*/ 1096023 w 3239404"/>
              <a:gd name="csY2168" fmla="*/ 389787 h 776873"/>
              <a:gd name="csX2169" fmla="*/ 933850 w 3239404"/>
              <a:gd name="csY2169" fmla="*/ 97207 h 776873"/>
              <a:gd name="csX2170" fmla="*/ 915667 w 3239404"/>
              <a:gd name="csY2170" fmla="*/ 95817 h 776873"/>
              <a:gd name="csX2171" fmla="*/ 918848 w 3239404"/>
              <a:gd name="csY2171" fmla="*/ 91187 h 776873"/>
              <a:gd name="csX2172" fmla="*/ 933850 w 3239404"/>
              <a:gd name="csY2172" fmla="*/ 97207 h 776873"/>
              <a:gd name="csX2173" fmla="*/ 1026757 w 3239404"/>
              <a:gd name="csY2173" fmla="*/ 271115 h 776873"/>
              <a:gd name="csX2174" fmla="*/ 1012812 w 3239404"/>
              <a:gd name="csY2174" fmla="*/ 263552 h 776873"/>
              <a:gd name="csX2175" fmla="*/ 1026757 w 3239404"/>
              <a:gd name="csY2175" fmla="*/ 271115 h 776873"/>
              <a:gd name="csX2176" fmla="*/ 1017641 w 3239404"/>
              <a:gd name="csY2176" fmla="*/ 238063 h 776873"/>
              <a:gd name="csX2177" fmla="*/ 1033605 w 3239404"/>
              <a:gd name="csY2177" fmla="*/ 245778 h 776873"/>
              <a:gd name="csX2178" fmla="*/ 1014460 w 3239404"/>
              <a:gd name="csY2178" fmla="*/ 242692 h 776873"/>
              <a:gd name="csX2179" fmla="*/ 1017641 w 3239404"/>
              <a:gd name="csY2179" fmla="*/ 238063 h 776873"/>
              <a:gd name="csX2180" fmla="*/ 942023 w 3239404"/>
              <a:gd name="csY2180" fmla="*/ 94645 h 776873"/>
              <a:gd name="csX2181" fmla="*/ 942794 w 3239404"/>
              <a:gd name="csY2181" fmla="*/ 102760 h 776873"/>
              <a:gd name="csX2182" fmla="*/ 934822 w 3239404"/>
              <a:gd name="csY2182" fmla="*/ 98912 h 776873"/>
              <a:gd name="csX2183" fmla="*/ 942023 w 3239404"/>
              <a:gd name="csY2183" fmla="*/ 94645 h 776873"/>
              <a:gd name="csX2184" fmla="*/ 961073 w 3239404"/>
              <a:gd name="csY2184" fmla="*/ 100941 h 776873"/>
              <a:gd name="csX2185" fmla="*/ 950881 w 3239404"/>
              <a:gd name="csY2185" fmla="*/ 103408 h 776873"/>
              <a:gd name="csX2186" fmla="*/ 961073 w 3239404"/>
              <a:gd name="csY2186" fmla="*/ 100941 h 776873"/>
              <a:gd name="csX2187" fmla="*/ 1019289 w 3239404"/>
              <a:gd name="csY2187" fmla="*/ 217127 h 776873"/>
              <a:gd name="csX2188" fmla="*/ 1030157 w 3239404"/>
              <a:gd name="csY2188" fmla="*/ 226090 h 776873"/>
              <a:gd name="csX2189" fmla="*/ 1026862 w 3239404"/>
              <a:gd name="csY2189" fmla="*/ 233872 h 776873"/>
              <a:gd name="csX2190" fmla="*/ 1024957 w 3239404"/>
              <a:gd name="csY2190" fmla="*/ 230500 h 776873"/>
              <a:gd name="csX2191" fmla="*/ 1019289 w 3239404"/>
              <a:gd name="csY2191" fmla="*/ 217127 h 776873"/>
              <a:gd name="csX2192" fmla="*/ 951643 w 3239404"/>
              <a:gd name="csY2192" fmla="*/ 77576 h 776873"/>
              <a:gd name="csX2193" fmla="*/ 967702 w 3239404"/>
              <a:gd name="csY2193" fmla="*/ 82062 h 776873"/>
              <a:gd name="csX2194" fmla="*/ 959244 w 3239404"/>
              <a:gd name="csY2194" fmla="*/ 94350 h 776873"/>
              <a:gd name="csX2195" fmla="*/ 955586 w 3239404"/>
              <a:gd name="csY2195" fmla="*/ 81100 h 776873"/>
              <a:gd name="csX2196" fmla="*/ 952224 w 3239404"/>
              <a:gd name="csY2196" fmla="*/ 92168 h 776873"/>
              <a:gd name="csX2197" fmla="*/ 951643 w 3239404"/>
              <a:gd name="csY2197" fmla="*/ 77576 h 776873"/>
              <a:gd name="csX2198" fmla="*/ 975198 w 3239404"/>
              <a:gd name="csY2198" fmla="*/ 102036 h 776873"/>
              <a:gd name="csX2199" fmla="*/ 970874 w 3239404"/>
              <a:gd name="csY2199" fmla="*/ 111428 h 776873"/>
              <a:gd name="csX2200" fmla="*/ 962987 w 3239404"/>
              <a:gd name="csY2200" fmla="*/ 104322 h 776873"/>
              <a:gd name="csX2201" fmla="*/ 965102 w 3239404"/>
              <a:gd name="csY2201" fmla="*/ 101274 h 776873"/>
              <a:gd name="csX2202" fmla="*/ 975198 w 3239404"/>
              <a:gd name="csY2202" fmla="*/ 102036 h 776873"/>
              <a:gd name="csX2203" fmla="*/ 1053532 w 3239404"/>
              <a:gd name="csY2203" fmla="*/ 223013 h 776873"/>
              <a:gd name="csX2204" fmla="*/ 1037358 w 3239404"/>
              <a:gd name="csY2204" fmla="*/ 221775 h 776873"/>
              <a:gd name="csX2205" fmla="*/ 1053532 w 3239404"/>
              <a:gd name="csY2205" fmla="*/ 223013 h 776873"/>
              <a:gd name="csX2206" fmla="*/ 1083040 w 3239404"/>
              <a:gd name="csY2206" fmla="*/ 251207 h 776873"/>
              <a:gd name="csX2207" fmla="*/ 1074868 w 3239404"/>
              <a:gd name="csY2207" fmla="*/ 253817 h 776873"/>
              <a:gd name="csX2208" fmla="*/ 1083040 w 3239404"/>
              <a:gd name="csY2208" fmla="*/ 251207 h 776873"/>
              <a:gd name="csX2209" fmla="*/ 1084574 w 3239404"/>
              <a:gd name="csY2209" fmla="*/ 233539 h 776873"/>
              <a:gd name="csX2210" fmla="*/ 1063628 w 3239404"/>
              <a:gd name="csY2210" fmla="*/ 223823 h 776873"/>
              <a:gd name="csX2211" fmla="*/ 1084574 w 3239404"/>
              <a:gd name="csY2211" fmla="*/ 233539 h 776873"/>
              <a:gd name="csX2212" fmla="*/ 1118702 w 3239404"/>
              <a:gd name="csY2212" fmla="*/ 276630 h 776873"/>
              <a:gd name="csX2213" fmla="*/ 1110520 w 3239404"/>
              <a:gd name="csY2213" fmla="*/ 279230 h 776873"/>
              <a:gd name="csX2214" fmla="*/ 1118702 w 3239404"/>
              <a:gd name="csY2214" fmla="*/ 276630 h 776873"/>
              <a:gd name="csX2215" fmla="*/ 1112368 w 3239404"/>
              <a:gd name="csY2215" fmla="*/ 251884 h 776873"/>
              <a:gd name="csX2216" fmla="*/ 1129313 w 3239404"/>
              <a:gd name="csY2216" fmla="*/ 261266 h 776873"/>
              <a:gd name="csX2217" fmla="*/ 1108043 w 3239404"/>
              <a:gd name="csY2217" fmla="*/ 261237 h 776873"/>
              <a:gd name="csX2218" fmla="*/ 1112368 w 3239404"/>
              <a:gd name="csY2218" fmla="*/ 251884 h 776873"/>
              <a:gd name="csX2219" fmla="*/ 1114587 w 3239404"/>
              <a:gd name="csY2219" fmla="*/ 245578 h 776873"/>
              <a:gd name="csX2220" fmla="*/ 1127865 w 3239404"/>
              <a:gd name="csY2220" fmla="*/ 241740 h 776873"/>
              <a:gd name="csX2221" fmla="*/ 1122464 w 3239404"/>
              <a:gd name="csY2221" fmla="*/ 252665 h 776873"/>
              <a:gd name="csX2222" fmla="*/ 1114587 w 3239404"/>
              <a:gd name="csY2222" fmla="*/ 245578 h 776873"/>
              <a:gd name="csX2223" fmla="*/ 1148829 w 3239404"/>
              <a:gd name="csY2223" fmla="*/ 251474 h 776873"/>
              <a:gd name="csX2224" fmla="*/ 1139581 w 3239404"/>
              <a:gd name="csY2224" fmla="*/ 255608 h 776873"/>
              <a:gd name="csX2225" fmla="*/ 1148829 w 3239404"/>
              <a:gd name="csY2225" fmla="*/ 251474 h 776873"/>
              <a:gd name="csX2226" fmla="*/ 1084831 w 3239404"/>
              <a:gd name="csY2226" fmla="*/ 125115 h 776873"/>
              <a:gd name="csX2227" fmla="*/ 1074639 w 3239404"/>
              <a:gd name="csY2227" fmla="*/ 127582 h 776873"/>
              <a:gd name="csX2228" fmla="*/ 1084831 w 3239404"/>
              <a:gd name="csY2228" fmla="*/ 125115 h 776873"/>
              <a:gd name="csX2229" fmla="*/ 1083002 w 3239404"/>
              <a:gd name="csY2229" fmla="*/ 118505 h 776873"/>
              <a:gd name="csX2230" fmla="*/ 1075030 w 3239404"/>
              <a:gd name="csY2230" fmla="*/ 114648 h 776873"/>
              <a:gd name="csX2231" fmla="*/ 1083002 w 3239404"/>
              <a:gd name="csY2231" fmla="*/ 118505 h 776873"/>
              <a:gd name="csX2232" fmla="*/ 1097623 w 3239404"/>
              <a:gd name="csY2232" fmla="*/ 137441 h 776873"/>
              <a:gd name="csX2233" fmla="*/ 1099356 w 3239404"/>
              <a:gd name="csY2233" fmla="*/ 147290 h 776873"/>
              <a:gd name="csX2234" fmla="*/ 1092232 w 3239404"/>
              <a:gd name="csY2234" fmla="*/ 148337 h 776873"/>
              <a:gd name="csX2235" fmla="*/ 1097623 w 3239404"/>
              <a:gd name="csY2235" fmla="*/ 137441 h 776873"/>
              <a:gd name="csX2236" fmla="*/ 1097642 w 3239404"/>
              <a:gd name="csY2236" fmla="*/ 103446 h 776873"/>
              <a:gd name="csX2237" fmla="*/ 1094165 w 3239404"/>
              <a:gd name="csY2237" fmla="*/ 117772 h 776873"/>
              <a:gd name="csX2238" fmla="*/ 1101099 w 3239404"/>
              <a:gd name="csY2238" fmla="*/ 123134 h 776873"/>
              <a:gd name="csX2239" fmla="*/ 1085707 w 3239404"/>
              <a:gd name="csY2239" fmla="*/ 130040 h 776873"/>
              <a:gd name="csX2240" fmla="*/ 1097642 w 3239404"/>
              <a:gd name="csY2240" fmla="*/ 103446 h 776873"/>
              <a:gd name="csX2241" fmla="*/ 1185358 w 3239404"/>
              <a:gd name="csY2241" fmla="*/ 281811 h 776873"/>
              <a:gd name="csX2242" fmla="*/ 1178338 w 3239404"/>
              <a:gd name="csY2242" fmla="*/ 279630 h 776873"/>
              <a:gd name="csX2243" fmla="*/ 1185358 w 3239404"/>
              <a:gd name="csY2243" fmla="*/ 281811 h 776873"/>
              <a:gd name="csX2244" fmla="*/ 1112063 w 3239404"/>
              <a:gd name="csY2244" fmla="*/ 128849 h 776873"/>
              <a:gd name="csX2245" fmla="*/ 1104938 w 3239404"/>
              <a:gd name="csY2245" fmla="*/ 129916 h 776873"/>
              <a:gd name="csX2246" fmla="*/ 1112063 w 3239404"/>
              <a:gd name="csY2246" fmla="*/ 128849 h 776873"/>
              <a:gd name="csX2247" fmla="*/ 1174318 w 3239404"/>
              <a:gd name="csY2247" fmla="*/ 245359 h 776873"/>
              <a:gd name="csX2248" fmla="*/ 1189330 w 3239404"/>
              <a:gd name="csY2248" fmla="*/ 251407 h 776873"/>
              <a:gd name="csX2249" fmla="*/ 1200664 w 3239404"/>
              <a:gd name="csY2249" fmla="*/ 244168 h 776873"/>
              <a:gd name="csX2250" fmla="*/ 1204503 w 3239404"/>
              <a:gd name="csY2250" fmla="*/ 250931 h 776873"/>
              <a:gd name="csX2251" fmla="*/ 1199217 w 3239404"/>
              <a:gd name="csY2251" fmla="*/ 258637 h 776873"/>
              <a:gd name="csX2252" fmla="*/ 1188930 w 3239404"/>
              <a:gd name="csY2252" fmla="*/ 264295 h 776873"/>
              <a:gd name="csX2253" fmla="*/ 1187206 w 3239404"/>
              <a:gd name="csY2253" fmla="*/ 254436 h 776873"/>
              <a:gd name="csX2254" fmla="*/ 1181900 w 3239404"/>
              <a:gd name="csY2254" fmla="*/ 262142 h 776873"/>
              <a:gd name="csX2255" fmla="*/ 1174318 w 3239404"/>
              <a:gd name="csY2255" fmla="*/ 245359 h 776873"/>
              <a:gd name="csX2256" fmla="*/ 1210380 w 3239404"/>
              <a:gd name="csY2256" fmla="*/ 257875 h 776873"/>
              <a:gd name="csX2257" fmla="*/ 1199988 w 3239404"/>
              <a:gd name="csY2257" fmla="*/ 266762 h 776873"/>
              <a:gd name="csX2258" fmla="*/ 1201245 w 3239404"/>
              <a:gd name="csY2258" fmla="*/ 258761 h 776873"/>
              <a:gd name="csX2259" fmla="*/ 1210380 w 3239404"/>
              <a:gd name="csY2259" fmla="*/ 257875 h 776873"/>
              <a:gd name="csX2260" fmla="*/ 1221838 w 3239404"/>
              <a:gd name="csY2260" fmla="*/ 247426 h 776873"/>
              <a:gd name="csX2261" fmla="*/ 1218257 w 3239404"/>
              <a:gd name="csY2261" fmla="*/ 264952 h 776873"/>
              <a:gd name="csX2262" fmla="*/ 1213256 w 3239404"/>
              <a:gd name="csY2262" fmla="*/ 262952 h 776873"/>
              <a:gd name="csX2263" fmla="*/ 1221838 w 3239404"/>
              <a:gd name="csY2263" fmla="*/ 247426 h 776873"/>
              <a:gd name="csX2264" fmla="*/ 1245946 w 3239404"/>
              <a:gd name="csY2264" fmla="*/ 286517 h 776873"/>
              <a:gd name="csX2265" fmla="*/ 1236821 w 3239404"/>
              <a:gd name="csY2265" fmla="*/ 287421 h 776873"/>
              <a:gd name="csX2266" fmla="*/ 1245946 w 3239404"/>
              <a:gd name="csY2266" fmla="*/ 286517 h 776873"/>
              <a:gd name="csX2267" fmla="*/ 1526200 w 3239404"/>
              <a:gd name="csY2267" fmla="*/ 691815 h 776873"/>
              <a:gd name="csX2268" fmla="*/ 1535230 w 3239404"/>
              <a:gd name="csY2268" fmla="*/ 694110 h 776873"/>
              <a:gd name="csX2269" fmla="*/ 1528972 w 3239404"/>
              <a:gd name="csY2269" fmla="*/ 700102 h 776873"/>
              <a:gd name="csX2270" fmla="*/ 1526200 w 3239404"/>
              <a:gd name="csY2270" fmla="*/ 691815 h 776873"/>
              <a:gd name="csX2271" fmla="*/ 1301267 w 3239404"/>
              <a:gd name="csY2271" fmla="*/ 264933 h 776873"/>
              <a:gd name="csX2272" fmla="*/ 1291933 w 3239404"/>
              <a:gd name="csY2272" fmla="*/ 272277 h 776873"/>
              <a:gd name="csX2273" fmla="*/ 1301267 w 3239404"/>
              <a:gd name="csY2273" fmla="*/ 264933 h 776873"/>
              <a:gd name="csX2274" fmla="*/ 1542440 w 3239404"/>
              <a:gd name="csY2274" fmla="*/ 689843 h 776873"/>
              <a:gd name="csX2275" fmla="*/ 1560519 w 3239404"/>
              <a:gd name="csY2275" fmla="*/ 694444 h 776873"/>
              <a:gd name="csX2276" fmla="*/ 1554070 w 3239404"/>
              <a:gd name="csY2276" fmla="*/ 706902 h 776873"/>
              <a:gd name="csX2277" fmla="*/ 1551584 w 3239404"/>
              <a:gd name="csY2277" fmla="*/ 688900 h 776873"/>
              <a:gd name="csX2278" fmla="*/ 1542440 w 3239404"/>
              <a:gd name="csY2278" fmla="*/ 689843 h 776873"/>
              <a:gd name="csX2279" fmla="*/ 1573797 w 3239404"/>
              <a:gd name="csY2279" fmla="*/ 690643 h 776873"/>
              <a:gd name="csX2280" fmla="*/ 1565710 w 3239404"/>
              <a:gd name="csY2280" fmla="*/ 690005 h 776873"/>
              <a:gd name="csX2281" fmla="*/ 1573797 w 3239404"/>
              <a:gd name="csY2281" fmla="*/ 690643 h 776873"/>
              <a:gd name="csX2282" fmla="*/ 1302210 w 3239404"/>
              <a:gd name="csY2282" fmla="*/ 133926 h 776873"/>
              <a:gd name="csX2283" fmla="*/ 1292114 w 3239404"/>
              <a:gd name="csY2283" fmla="*/ 133126 h 776873"/>
              <a:gd name="csX2284" fmla="*/ 1302210 w 3239404"/>
              <a:gd name="csY2284" fmla="*/ 133926 h 776873"/>
              <a:gd name="csX2285" fmla="*/ 1320679 w 3239404"/>
              <a:gd name="csY2285" fmla="*/ 125620 h 776873"/>
              <a:gd name="csX2286" fmla="*/ 1328757 w 3239404"/>
              <a:gd name="csY2286" fmla="*/ 126239 h 776873"/>
              <a:gd name="csX2287" fmla="*/ 1333386 w 3239404"/>
              <a:gd name="csY2287" fmla="*/ 107161 h 776873"/>
              <a:gd name="csX2288" fmla="*/ 1331728 w 3239404"/>
              <a:gd name="csY2288" fmla="*/ 128078 h 776873"/>
              <a:gd name="csX2289" fmla="*/ 1335015 w 3239404"/>
              <a:gd name="csY2289" fmla="*/ 120239 h 776873"/>
              <a:gd name="csX2290" fmla="*/ 1340787 w 3239404"/>
              <a:gd name="csY2290" fmla="*/ 130411 h 776873"/>
              <a:gd name="csX2291" fmla="*/ 1318565 w 3239404"/>
              <a:gd name="csY2291" fmla="*/ 128668 h 776873"/>
              <a:gd name="csX2292" fmla="*/ 1304534 w 3239404"/>
              <a:gd name="csY2292" fmla="*/ 124372 h 776873"/>
              <a:gd name="csX2293" fmla="*/ 1320679 w 3239404"/>
              <a:gd name="csY2293" fmla="*/ 125620 h 776873"/>
              <a:gd name="csX2294" fmla="*/ 1327233 w 3239404"/>
              <a:gd name="csY2294" fmla="*/ 109952 h 776873"/>
              <a:gd name="csX2295" fmla="*/ 1311945 w 3239404"/>
              <a:gd name="csY2295" fmla="*/ 113619 h 776873"/>
              <a:gd name="csX2296" fmla="*/ 1327233 w 3239404"/>
              <a:gd name="csY2296" fmla="*/ 109952 h 776873"/>
              <a:gd name="csX2297" fmla="*/ 1641234 w 3239404"/>
              <a:gd name="csY2297" fmla="*/ 669993 h 776873"/>
              <a:gd name="csX2298" fmla="*/ 1656331 w 3239404"/>
              <a:gd name="csY2298" fmla="*/ 672775 h 776873"/>
              <a:gd name="csX2299" fmla="*/ 1641234 w 3239404"/>
              <a:gd name="csY2299" fmla="*/ 669993 h 776873"/>
              <a:gd name="csX2300" fmla="*/ 1345606 w 3239404"/>
              <a:gd name="csY2300" fmla="*/ 104894 h 776873"/>
              <a:gd name="csX2301" fmla="*/ 1348397 w 3239404"/>
              <a:gd name="csY2301" fmla="*/ 113209 h 776873"/>
              <a:gd name="csX2302" fmla="*/ 1339158 w 3239404"/>
              <a:gd name="csY2302" fmla="*/ 117343 h 776873"/>
              <a:gd name="csX2303" fmla="*/ 1345606 w 3239404"/>
              <a:gd name="csY2303" fmla="*/ 104894 h 776873"/>
              <a:gd name="csX2304" fmla="*/ 1364256 w 3239404"/>
              <a:gd name="csY2304" fmla="*/ 124173 h 776873"/>
              <a:gd name="csX2305" fmla="*/ 1371181 w 3239404"/>
              <a:gd name="csY2305" fmla="*/ 129545 h 776873"/>
              <a:gd name="csX2306" fmla="*/ 1364256 w 3239404"/>
              <a:gd name="csY2306" fmla="*/ 124173 h 776873"/>
              <a:gd name="csX2307" fmla="*/ 1357246 w 3239404"/>
              <a:gd name="csY2307" fmla="*/ 88006 h 776873"/>
              <a:gd name="csX2308" fmla="*/ 1358970 w 3239404"/>
              <a:gd name="csY2308" fmla="*/ 97845 h 776873"/>
              <a:gd name="csX2309" fmla="*/ 1355036 w 3239404"/>
              <a:gd name="csY2309" fmla="*/ 94302 h 776873"/>
              <a:gd name="csX2310" fmla="*/ 1351950 w 3239404"/>
              <a:gd name="csY2310" fmla="*/ 95674 h 776873"/>
              <a:gd name="csX2311" fmla="*/ 1357246 w 3239404"/>
              <a:gd name="csY2311" fmla="*/ 88006 h 776873"/>
              <a:gd name="csX2312" fmla="*/ 1691831 w 3239404"/>
              <a:gd name="csY2312" fmla="*/ 670669 h 776873"/>
              <a:gd name="csX2313" fmla="*/ 1688563 w 3239404"/>
              <a:gd name="csY2313" fmla="*/ 678499 h 776873"/>
              <a:gd name="csX2314" fmla="*/ 1681629 w 3239404"/>
              <a:gd name="csY2314" fmla="*/ 673117 h 776873"/>
              <a:gd name="csX2315" fmla="*/ 1691831 w 3239404"/>
              <a:gd name="csY2315" fmla="*/ 670669 h 776873"/>
              <a:gd name="csX2316" fmla="*/ 1400708 w 3239404"/>
              <a:gd name="csY2316" fmla="*/ 123744 h 776873"/>
              <a:gd name="csX2317" fmla="*/ 1405595 w 3239404"/>
              <a:gd name="csY2317" fmla="*/ 128992 h 776873"/>
              <a:gd name="csX2318" fmla="*/ 1406852 w 3239404"/>
              <a:gd name="csY2318" fmla="*/ 120991 h 776873"/>
              <a:gd name="csX2319" fmla="*/ 1409462 w 3239404"/>
              <a:gd name="csY2319" fmla="*/ 135745 h 776873"/>
              <a:gd name="csX2320" fmla="*/ 1393403 w 3239404"/>
              <a:gd name="csY2320" fmla="*/ 131278 h 776873"/>
              <a:gd name="csX2321" fmla="*/ 1400708 w 3239404"/>
              <a:gd name="csY2321" fmla="*/ 123744 h 776873"/>
              <a:gd name="csX2322" fmla="*/ 1709604 w 3239404"/>
              <a:gd name="csY2322" fmla="*/ 684985 h 776873"/>
              <a:gd name="csX2323" fmla="*/ 1705766 w 3239404"/>
              <a:gd name="csY2323" fmla="*/ 678232 h 776873"/>
              <a:gd name="csX2324" fmla="*/ 1709604 w 3239404"/>
              <a:gd name="csY2324" fmla="*/ 684985 h 776873"/>
              <a:gd name="csX2325" fmla="*/ 1426778 w 3239404"/>
              <a:gd name="csY2325" fmla="*/ 132231 h 776873"/>
              <a:gd name="csX2326" fmla="*/ 1435808 w 3239404"/>
              <a:gd name="csY2326" fmla="*/ 134545 h 776873"/>
              <a:gd name="csX2327" fmla="*/ 1426683 w 3239404"/>
              <a:gd name="csY2327" fmla="*/ 135479 h 776873"/>
              <a:gd name="csX2328" fmla="*/ 1426778 w 3239404"/>
              <a:gd name="csY2328" fmla="*/ 132231 h 776873"/>
              <a:gd name="csX2329" fmla="*/ 1754838 w 3239404"/>
              <a:gd name="csY2329" fmla="*/ 662630 h 776873"/>
              <a:gd name="csX2330" fmla="*/ 1761763 w 3239404"/>
              <a:gd name="csY2330" fmla="*/ 667993 h 776873"/>
              <a:gd name="csX2331" fmla="*/ 1758486 w 3239404"/>
              <a:gd name="csY2331" fmla="*/ 675851 h 776873"/>
              <a:gd name="csX2332" fmla="*/ 1755601 w 3239404"/>
              <a:gd name="csY2332" fmla="*/ 670736 h 776873"/>
              <a:gd name="csX2333" fmla="*/ 1755305 w 3239404"/>
              <a:gd name="csY2333" fmla="*/ 680461 h 776873"/>
              <a:gd name="csX2334" fmla="*/ 1749352 w 3239404"/>
              <a:gd name="csY2334" fmla="*/ 676746 h 776873"/>
              <a:gd name="csX2335" fmla="*/ 1754838 w 3239404"/>
              <a:gd name="csY2335" fmla="*/ 662630 h 776873"/>
              <a:gd name="csX2336" fmla="*/ 1457544 w 3239404"/>
              <a:gd name="csY2336" fmla="*/ 118457 h 776873"/>
              <a:gd name="csX2337" fmla="*/ 1472555 w 3239404"/>
              <a:gd name="csY2337" fmla="*/ 124477 h 776873"/>
              <a:gd name="csX2338" fmla="*/ 1463421 w 3239404"/>
              <a:gd name="csY2338" fmla="*/ 125363 h 776873"/>
              <a:gd name="csX2339" fmla="*/ 1468317 w 3239404"/>
              <a:gd name="csY2339" fmla="*/ 130621 h 776873"/>
              <a:gd name="csX2340" fmla="*/ 1460916 w 3239404"/>
              <a:gd name="csY2340" fmla="*/ 141384 h 776873"/>
              <a:gd name="csX2341" fmla="*/ 1457544 w 3239404"/>
              <a:gd name="csY2341" fmla="*/ 118457 h 776873"/>
              <a:gd name="csX2342" fmla="*/ 1775041 w 3239404"/>
              <a:gd name="csY2342" fmla="*/ 664202 h 776873"/>
              <a:gd name="csX2343" fmla="*/ 1771650 w 3239404"/>
              <a:gd name="csY2343" fmla="*/ 675251 h 776873"/>
              <a:gd name="csX2344" fmla="*/ 1775041 w 3239404"/>
              <a:gd name="csY2344" fmla="*/ 664202 h 776873"/>
              <a:gd name="csX2345" fmla="*/ 1478509 w 3239404"/>
              <a:gd name="csY2345" fmla="*/ 128154 h 776873"/>
              <a:gd name="csX2346" fmla="*/ 1480909 w 3239404"/>
              <a:gd name="csY2346" fmla="*/ 149376 h 776873"/>
              <a:gd name="csX2347" fmla="*/ 1476975 w 3239404"/>
              <a:gd name="csY2347" fmla="*/ 145851 h 776873"/>
              <a:gd name="csX2348" fmla="*/ 1478509 w 3239404"/>
              <a:gd name="csY2348" fmla="*/ 128154 h 776873"/>
              <a:gd name="csX2349" fmla="*/ 1783871 w 3239404"/>
              <a:gd name="csY2349" fmla="*/ 672965 h 776873"/>
              <a:gd name="csX2350" fmla="*/ 1776746 w 3239404"/>
              <a:gd name="csY2350" fmla="*/ 674032 h 776873"/>
              <a:gd name="csX2351" fmla="*/ 1783871 w 3239404"/>
              <a:gd name="csY2351" fmla="*/ 672965 h 776873"/>
              <a:gd name="csX2352" fmla="*/ 1491787 w 3239404"/>
              <a:gd name="csY2352" fmla="*/ 124353 h 776873"/>
              <a:gd name="csX2353" fmla="*/ 1475623 w 3239404"/>
              <a:gd name="csY2353" fmla="*/ 123068 h 776873"/>
              <a:gd name="csX2354" fmla="*/ 1486881 w 3239404"/>
              <a:gd name="csY2354" fmla="*/ 119105 h 776873"/>
              <a:gd name="csX2355" fmla="*/ 1487757 w 3239404"/>
              <a:gd name="csY2355" fmla="*/ 124030 h 776873"/>
              <a:gd name="csX2356" fmla="*/ 1491787 w 3239404"/>
              <a:gd name="csY2356" fmla="*/ 124353 h 776873"/>
              <a:gd name="csX2357" fmla="*/ 1499673 w 3239404"/>
              <a:gd name="csY2357" fmla="*/ 131421 h 776873"/>
              <a:gd name="csX2358" fmla="*/ 1500426 w 3239404"/>
              <a:gd name="csY2358" fmla="*/ 139555 h 776873"/>
              <a:gd name="csX2359" fmla="*/ 1483214 w 3239404"/>
              <a:gd name="csY2359" fmla="*/ 139841 h 776873"/>
              <a:gd name="csX2360" fmla="*/ 1487662 w 3239404"/>
              <a:gd name="csY2360" fmla="*/ 127239 h 776873"/>
              <a:gd name="csX2361" fmla="*/ 1499673 w 3239404"/>
              <a:gd name="csY2361" fmla="*/ 131421 h 776873"/>
              <a:gd name="csX2362" fmla="*/ 1809455 w 3239404"/>
              <a:gd name="csY2362" fmla="*/ 663630 h 776873"/>
              <a:gd name="csX2363" fmla="*/ 1803949 w 3239404"/>
              <a:gd name="csY2363" fmla="*/ 677737 h 776873"/>
              <a:gd name="csX2364" fmla="*/ 1794929 w 3239404"/>
              <a:gd name="csY2364" fmla="*/ 675441 h 776873"/>
              <a:gd name="csX2365" fmla="*/ 1795320 w 3239404"/>
              <a:gd name="csY2365" fmla="*/ 662545 h 776873"/>
              <a:gd name="csX2366" fmla="*/ 1809455 w 3239404"/>
              <a:gd name="csY2366" fmla="*/ 663630 h 776873"/>
              <a:gd name="csX2367" fmla="*/ 1507274 w 3239404"/>
              <a:gd name="csY2367" fmla="*/ 114209 h 776873"/>
              <a:gd name="csX2368" fmla="*/ 1510065 w 3239404"/>
              <a:gd name="csY2368" fmla="*/ 122525 h 776873"/>
              <a:gd name="csX2369" fmla="*/ 1511217 w 3239404"/>
              <a:gd name="csY2369" fmla="*/ 117743 h 776873"/>
              <a:gd name="csX2370" fmla="*/ 1509865 w 3239404"/>
              <a:gd name="csY2370" fmla="*/ 128973 h 776873"/>
              <a:gd name="csX2371" fmla="*/ 1505922 w 3239404"/>
              <a:gd name="csY2371" fmla="*/ 125439 h 776873"/>
              <a:gd name="csX2372" fmla="*/ 1503712 w 3239404"/>
              <a:gd name="csY2372" fmla="*/ 131735 h 776873"/>
              <a:gd name="csX2373" fmla="*/ 1500826 w 3239404"/>
              <a:gd name="csY2373" fmla="*/ 126659 h 776873"/>
              <a:gd name="csX2374" fmla="*/ 1507274 w 3239404"/>
              <a:gd name="csY2374" fmla="*/ 114209 h 776873"/>
              <a:gd name="csX2375" fmla="*/ 1520742 w 3239404"/>
              <a:gd name="csY2375" fmla="*/ 137908 h 776873"/>
              <a:gd name="csX2376" fmla="*/ 1530839 w 3239404"/>
              <a:gd name="csY2376" fmla="*/ 138698 h 776873"/>
              <a:gd name="csX2377" fmla="*/ 1520742 w 3239404"/>
              <a:gd name="csY2377" fmla="*/ 137908 h 776873"/>
              <a:gd name="csX2378" fmla="*/ 1543345 w 3239404"/>
              <a:gd name="csY2378" fmla="*/ 126725 h 776873"/>
              <a:gd name="csX2379" fmla="*/ 1552480 w 3239404"/>
              <a:gd name="csY2379" fmla="*/ 125801 h 776873"/>
              <a:gd name="csX2380" fmla="*/ 1544298 w 3239404"/>
              <a:gd name="csY2380" fmla="*/ 128402 h 776873"/>
              <a:gd name="csX2381" fmla="*/ 1545155 w 3239404"/>
              <a:gd name="csY2381" fmla="*/ 133345 h 776873"/>
              <a:gd name="csX2382" fmla="*/ 1543345 w 3239404"/>
              <a:gd name="csY2382" fmla="*/ 126725 h 776873"/>
              <a:gd name="csX2383" fmla="*/ 1566224 w 3239404"/>
              <a:gd name="csY2383" fmla="*/ 139832 h 776873"/>
              <a:gd name="csX2384" fmla="*/ 1556233 w 3239404"/>
              <a:gd name="csY2384" fmla="*/ 135812 h 776873"/>
              <a:gd name="csX2385" fmla="*/ 1566224 w 3239404"/>
              <a:gd name="csY2385" fmla="*/ 139832 h 776873"/>
              <a:gd name="csX2386" fmla="*/ 1564110 w 3239404"/>
              <a:gd name="csY2386" fmla="*/ 142899 h 776873"/>
              <a:gd name="csX2387" fmla="*/ 1567186 w 3239404"/>
              <a:gd name="csY2387" fmla="*/ 141508 h 776873"/>
              <a:gd name="csX2388" fmla="*/ 1568920 w 3239404"/>
              <a:gd name="csY2388" fmla="*/ 151366 h 776873"/>
              <a:gd name="csX2389" fmla="*/ 1563929 w 3239404"/>
              <a:gd name="csY2389" fmla="*/ 149318 h 776873"/>
              <a:gd name="csX2390" fmla="*/ 1564110 w 3239404"/>
              <a:gd name="csY2390" fmla="*/ 142899 h 776873"/>
              <a:gd name="csX2391" fmla="*/ 1587284 w 3239404"/>
              <a:gd name="csY2391" fmla="*/ 146299 h 776873"/>
              <a:gd name="csX2392" fmla="*/ 1571044 w 3239404"/>
              <a:gd name="csY2392" fmla="*/ 148299 h 776873"/>
              <a:gd name="csX2393" fmla="*/ 1587284 w 3239404"/>
              <a:gd name="csY2393" fmla="*/ 146299 h 776873"/>
              <a:gd name="csX2394" fmla="*/ 1590856 w 3239404"/>
              <a:gd name="csY2394" fmla="*/ 128783 h 776873"/>
              <a:gd name="csX2395" fmla="*/ 1577473 w 3239404"/>
              <a:gd name="csY2395" fmla="*/ 135831 h 776873"/>
              <a:gd name="csX2396" fmla="*/ 1590856 w 3239404"/>
              <a:gd name="csY2396" fmla="*/ 128783 h 776873"/>
              <a:gd name="csX2397" fmla="*/ 1615469 w 3239404"/>
              <a:gd name="csY2397" fmla="*/ 151719 h 776873"/>
              <a:gd name="csX2398" fmla="*/ 1618250 w 3239404"/>
              <a:gd name="csY2398" fmla="*/ 160015 h 776873"/>
              <a:gd name="csX2399" fmla="*/ 1605067 w 3239404"/>
              <a:gd name="csY2399" fmla="*/ 160634 h 776873"/>
              <a:gd name="csX2400" fmla="*/ 1615469 w 3239404"/>
              <a:gd name="csY2400" fmla="*/ 151719 h 776873"/>
              <a:gd name="csX2401" fmla="*/ 1675781 w 3239404"/>
              <a:gd name="csY2401" fmla="*/ 132126 h 776873"/>
              <a:gd name="csX2402" fmla="*/ 1679619 w 3239404"/>
              <a:gd name="csY2402" fmla="*/ 138898 h 776873"/>
              <a:gd name="csX2403" fmla="*/ 1672685 w 3239404"/>
              <a:gd name="csY2403" fmla="*/ 133536 h 776873"/>
              <a:gd name="csX2404" fmla="*/ 1675781 w 3239404"/>
              <a:gd name="csY2404" fmla="*/ 132126 h 776873"/>
              <a:gd name="csX2405" fmla="*/ 2092538 w 3239404"/>
              <a:gd name="csY2405" fmla="*/ 141803 h 776873"/>
              <a:gd name="csX2406" fmla="*/ 2100425 w 3239404"/>
              <a:gd name="csY2406" fmla="*/ 148890 h 776873"/>
              <a:gd name="csX2407" fmla="*/ 2088004 w 3239404"/>
              <a:gd name="csY2407" fmla="*/ 157662 h 776873"/>
              <a:gd name="csX2408" fmla="*/ 2085127 w 3239404"/>
              <a:gd name="csY2408" fmla="*/ 152595 h 776873"/>
              <a:gd name="csX2409" fmla="*/ 2092538 w 3239404"/>
              <a:gd name="csY2409" fmla="*/ 141803 h 776873"/>
              <a:gd name="csX2410" fmla="*/ 2125628 w 3239404"/>
              <a:gd name="csY2410" fmla="*/ 152500 h 776873"/>
              <a:gd name="csX2411" fmla="*/ 2116788 w 3239404"/>
              <a:gd name="csY2411" fmla="*/ 143689 h 776873"/>
              <a:gd name="csX2412" fmla="*/ 2125628 w 3239404"/>
              <a:gd name="csY2412" fmla="*/ 152500 h 776873"/>
              <a:gd name="csX2413" fmla="*/ 2510466 w 3239404"/>
              <a:gd name="csY2413" fmla="*/ 646819 h 776873"/>
              <a:gd name="csX2414" fmla="*/ 2509876 w 3239404"/>
              <a:gd name="csY2414" fmla="*/ 666183 h 776873"/>
              <a:gd name="csX2415" fmla="*/ 2503046 w 3239404"/>
              <a:gd name="csY2415" fmla="*/ 657573 h 776873"/>
              <a:gd name="csX2416" fmla="*/ 2510466 w 3239404"/>
              <a:gd name="csY2416" fmla="*/ 646819 h 776873"/>
              <a:gd name="csX2417" fmla="*/ 2499779 w 3239404"/>
              <a:gd name="csY2417" fmla="*/ 665402 h 776873"/>
              <a:gd name="csX2418" fmla="*/ 2495826 w 3239404"/>
              <a:gd name="csY2418" fmla="*/ 661840 h 776873"/>
              <a:gd name="csX2419" fmla="*/ 2491397 w 3239404"/>
              <a:gd name="csY2419" fmla="*/ 674470 h 776873"/>
              <a:gd name="csX2420" fmla="*/ 2490730 w 3239404"/>
              <a:gd name="csY2420" fmla="*/ 663078 h 776873"/>
              <a:gd name="csX2421" fmla="*/ 2501322 w 3239404"/>
              <a:gd name="csY2421" fmla="*/ 647733 h 776873"/>
              <a:gd name="csX2422" fmla="*/ 2499779 w 3239404"/>
              <a:gd name="csY2422" fmla="*/ 665402 h 776873"/>
              <a:gd name="csX2423" fmla="*/ 2225069 w 3239404"/>
              <a:gd name="csY2423" fmla="*/ 144004 h 776873"/>
              <a:gd name="csX2424" fmla="*/ 2234213 w 3239404"/>
              <a:gd name="csY2424" fmla="*/ 143108 h 776873"/>
              <a:gd name="csX2425" fmla="*/ 2226821 w 3239404"/>
              <a:gd name="csY2425" fmla="*/ 153862 h 776873"/>
              <a:gd name="csX2426" fmla="*/ 2225069 w 3239404"/>
              <a:gd name="csY2426" fmla="*/ 144004 h 776873"/>
              <a:gd name="csX2427" fmla="*/ 2525659 w 3239404"/>
              <a:gd name="csY2427" fmla="*/ 646371 h 776873"/>
              <a:gd name="csX2428" fmla="*/ 2527164 w 3239404"/>
              <a:gd name="csY2428" fmla="*/ 662659 h 776873"/>
              <a:gd name="csX2429" fmla="*/ 2519096 w 3239404"/>
              <a:gd name="csY2429" fmla="*/ 662059 h 776873"/>
              <a:gd name="csX2430" fmla="*/ 2525659 w 3239404"/>
              <a:gd name="csY2430" fmla="*/ 646371 h 776873"/>
              <a:gd name="csX2431" fmla="*/ 2246129 w 3239404"/>
              <a:gd name="csY2431" fmla="*/ 150500 h 776873"/>
              <a:gd name="csX2432" fmla="*/ 2237966 w 3239404"/>
              <a:gd name="csY2432" fmla="*/ 153090 h 776873"/>
              <a:gd name="csX2433" fmla="*/ 2246129 w 3239404"/>
              <a:gd name="csY2433" fmla="*/ 150500 h 776873"/>
              <a:gd name="csX2434" fmla="*/ 2528640 w 3239404"/>
              <a:gd name="csY2434" fmla="*/ 648228 h 776873"/>
              <a:gd name="csX2435" fmla="*/ 2534688 w 3239404"/>
              <a:gd name="csY2435" fmla="*/ 648667 h 776873"/>
              <a:gd name="csX2436" fmla="*/ 2530450 w 3239404"/>
              <a:gd name="csY2436" fmla="*/ 654820 h 776873"/>
              <a:gd name="csX2437" fmla="*/ 2528640 w 3239404"/>
              <a:gd name="csY2437" fmla="*/ 648228 h 776873"/>
              <a:gd name="csX2438" fmla="*/ 2543547 w 3239404"/>
              <a:gd name="csY2438" fmla="*/ 123420 h 776873"/>
              <a:gd name="csX2439" fmla="*/ 2532402 w 3239404"/>
              <a:gd name="csY2439" fmla="*/ 124134 h 776873"/>
              <a:gd name="csX2440" fmla="*/ 2543547 w 3239404"/>
              <a:gd name="csY2440" fmla="*/ 123420 h 776873"/>
              <a:gd name="csX2441" fmla="*/ 2559815 w 3239404"/>
              <a:gd name="csY2441" fmla="*/ 121420 h 776873"/>
              <a:gd name="csX2442" fmla="*/ 2544728 w 3239404"/>
              <a:gd name="csY2442" fmla="*/ 118619 h 776873"/>
              <a:gd name="csX2443" fmla="*/ 2559815 w 3239404"/>
              <a:gd name="csY2443" fmla="*/ 121420 h 776873"/>
              <a:gd name="csX2444" fmla="*/ 2567130 w 3239404"/>
              <a:gd name="csY2444" fmla="*/ 113895 h 776873"/>
              <a:gd name="csX2445" fmla="*/ 2562892 w 3239404"/>
              <a:gd name="csY2445" fmla="*/ 120048 h 776873"/>
              <a:gd name="csX2446" fmla="*/ 2560015 w 3239404"/>
              <a:gd name="csY2446" fmla="*/ 114990 h 776873"/>
              <a:gd name="csX2447" fmla="*/ 2567130 w 3239404"/>
              <a:gd name="csY2447" fmla="*/ 113895 h 776873"/>
              <a:gd name="csX2448" fmla="*/ 2886780 w 3239404"/>
              <a:gd name="csY2448" fmla="*/ 387958 h 776873"/>
              <a:gd name="csX2449" fmla="*/ 2884265 w 3239404"/>
              <a:gd name="csY2449" fmla="*/ 403931 h 776873"/>
              <a:gd name="csX2450" fmla="*/ 2864739 w 3239404"/>
              <a:gd name="csY2450" fmla="*/ 413751 h 776873"/>
              <a:gd name="csX2451" fmla="*/ 2862901 w 3239404"/>
              <a:gd name="csY2451" fmla="*/ 407122 h 776873"/>
              <a:gd name="csX2452" fmla="*/ 2886780 w 3239404"/>
              <a:gd name="csY2452" fmla="*/ 387958 h 776873"/>
              <a:gd name="csX2453" fmla="*/ 2914098 w 3239404"/>
              <a:gd name="csY2453" fmla="*/ 388453 h 776873"/>
              <a:gd name="csX2454" fmla="*/ 2915822 w 3239404"/>
              <a:gd name="csY2454" fmla="*/ 398302 h 776873"/>
              <a:gd name="csX2455" fmla="*/ 2895438 w 3239404"/>
              <a:gd name="csY2455" fmla="*/ 403188 h 776873"/>
              <a:gd name="csX2456" fmla="*/ 2914098 w 3239404"/>
              <a:gd name="csY2456" fmla="*/ 388453 h 776873"/>
              <a:gd name="csX2457" fmla="*/ 2752011 w 3239404"/>
              <a:gd name="csY2457" fmla="*/ 92664 h 776873"/>
              <a:gd name="csX2458" fmla="*/ 2739581 w 3239404"/>
              <a:gd name="csY2458" fmla="*/ 101427 h 776873"/>
              <a:gd name="csX2459" fmla="*/ 2752011 w 3239404"/>
              <a:gd name="csY2459" fmla="*/ 92664 h 776873"/>
              <a:gd name="csX2460" fmla="*/ 2944882 w 3239404"/>
              <a:gd name="csY2460" fmla="*/ 374632 h 776873"/>
              <a:gd name="csX2461" fmla="*/ 2923899 w 3239404"/>
              <a:gd name="csY2461" fmla="*/ 398902 h 776873"/>
              <a:gd name="csX2462" fmla="*/ 2920060 w 3239404"/>
              <a:gd name="csY2462" fmla="*/ 392149 h 776873"/>
              <a:gd name="csX2463" fmla="*/ 2944882 w 3239404"/>
              <a:gd name="csY2463" fmla="*/ 374632 h 776873"/>
              <a:gd name="csX2464" fmla="*/ 2824258 w 3239404"/>
              <a:gd name="csY2464" fmla="*/ 46458 h 776873"/>
              <a:gd name="csX2465" fmla="*/ 2829459 w 3239404"/>
              <a:gd name="csY2465" fmla="*/ 42019 h 776873"/>
              <a:gd name="csX2466" fmla="*/ 2832811 w 3239404"/>
              <a:gd name="csY2466" fmla="*/ 64927 h 776873"/>
              <a:gd name="csX2467" fmla="*/ 2821667 w 3239404"/>
              <a:gd name="csY2467" fmla="*/ 65698 h 776873"/>
              <a:gd name="csX2468" fmla="*/ 2824258 w 3239404"/>
              <a:gd name="csY2468" fmla="*/ 46458 h 776873"/>
              <a:gd name="csX2469" fmla="*/ 3019501 w 3239404"/>
              <a:gd name="csY2469" fmla="*/ 383681 h 776873"/>
              <a:gd name="csX2470" fmla="*/ 3019130 w 3239404"/>
              <a:gd name="csY2470" fmla="*/ 396597 h 776873"/>
              <a:gd name="csX2471" fmla="*/ 3012196 w 3239404"/>
              <a:gd name="csY2471" fmla="*/ 391225 h 776873"/>
              <a:gd name="csX2472" fmla="*/ 3019501 w 3239404"/>
              <a:gd name="csY2472" fmla="*/ 383681 h 776873"/>
              <a:gd name="csX2473" fmla="*/ 2982077 w 3239404"/>
              <a:gd name="csY2473" fmla="*/ 249702 h 776873"/>
              <a:gd name="csX2474" fmla="*/ 2988526 w 3239404"/>
              <a:gd name="csY2474" fmla="*/ 237244 h 776873"/>
              <a:gd name="csX2475" fmla="*/ 2990250 w 3239404"/>
              <a:gd name="csY2475" fmla="*/ 247074 h 776873"/>
              <a:gd name="csX2476" fmla="*/ 2993231 w 3239404"/>
              <a:gd name="csY2476" fmla="*/ 248931 h 776873"/>
              <a:gd name="csX2477" fmla="*/ 2985830 w 3239404"/>
              <a:gd name="csY2477" fmla="*/ 259675 h 776873"/>
              <a:gd name="csX2478" fmla="*/ 2982077 w 3239404"/>
              <a:gd name="csY2478" fmla="*/ 249702 h 776873"/>
              <a:gd name="csX2479" fmla="*/ 2945330 w 3239404"/>
              <a:gd name="csY2479" fmla="*/ 93102 h 776873"/>
              <a:gd name="csX2480" fmla="*/ 2938301 w 3239404"/>
              <a:gd name="csY2480" fmla="*/ 90949 h 776873"/>
              <a:gd name="csX2481" fmla="*/ 2945330 w 3239404"/>
              <a:gd name="csY2481" fmla="*/ 93102 h 776873"/>
              <a:gd name="csX2482" fmla="*/ 2973610 w 3239404"/>
              <a:gd name="csY2482" fmla="*/ 95274 h 776873"/>
              <a:gd name="csX2483" fmla="*/ 2958322 w 3239404"/>
              <a:gd name="csY2483" fmla="*/ 98960 h 776873"/>
              <a:gd name="csX2484" fmla="*/ 2973610 w 3239404"/>
              <a:gd name="csY2484" fmla="*/ 95274 h 776873"/>
              <a:gd name="csX2485" fmla="*/ 2993708 w 3239404"/>
              <a:gd name="csY2485" fmla="*/ 100093 h 776873"/>
              <a:gd name="csX2486" fmla="*/ 2985621 w 3239404"/>
              <a:gd name="csY2486" fmla="*/ 99446 h 776873"/>
              <a:gd name="csX2487" fmla="*/ 2993708 w 3239404"/>
              <a:gd name="csY2487" fmla="*/ 100093 h 776873"/>
              <a:gd name="csX2488" fmla="*/ 2992669 w 3239404"/>
              <a:gd name="csY2488" fmla="*/ 67632 h 776873"/>
              <a:gd name="csX2489" fmla="*/ 2996708 w 3239404"/>
              <a:gd name="csY2489" fmla="*/ 67946 h 776873"/>
              <a:gd name="csX2490" fmla="*/ 2990460 w 3239404"/>
              <a:gd name="csY2490" fmla="*/ 73957 h 776873"/>
              <a:gd name="csX2491" fmla="*/ 2992669 w 3239404"/>
              <a:gd name="csY2491" fmla="*/ 67632 h 776873"/>
              <a:gd name="csX2492" fmla="*/ 3171730 w 3239404"/>
              <a:gd name="csY2492" fmla="*/ 138174 h 776873"/>
              <a:gd name="csX2493" fmla="*/ 3163348 w 3239404"/>
              <a:gd name="csY2493" fmla="*/ 147223 h 776873"/>
              <a:gd name="csX2494" fmla="*/ 3171730 w 3239404"/>
              <a:gd name="csY2494" fmla="*/ 138174 h 7768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</a:cxnLst>
            <a:rect l="l" t="t" r="r" b="b"/>
            <a:pathLst>
              <a:path w="3239404" h="776873">
                <a:moveTo>
                  <a:pt x="3238" y="474902"/>
                </a:moveTo>
                <a:cubicBezTo>
                  <a:pt x="6182" y="475093"/>
                  <a:pt x="7334" y="471340"/>
                  <a:pt x="4505" y="466920"/>
                </a:cubicBezTo>
                <a:cubicBezTo>
                  <a:pt x="5896" y="465396"/>
                  <a:pt x="7144" y="468711"/>
                  <a:pt x="8449" y="470482"/>
                </a:cubicBezTo>
                <a:cubicBezTo>
                  <a:pt x="12373" y="466996"/>
                  <a:pt x="11306" y="463129"/>
                  <a:pt x="13840" y="459548"/>
                </a:cubicBezTo>
                <a:cubicBezTo>
                  <a:pt x="19879" y="460243"/>
                  <a:pt x="25860" y="463567"/>
                  <a:pt x="32109" y="457757"/>
                </a:cubicBezTo>
                <a:cubicBezTo>
                  <a:pt x="39033" y="474673"/>
                  <a:pt x="46873" y="460776"/>
                  <a:pt x="54140" y="465910"/>
                </a:cubicBezTo>
                <a:cubicBezTo>
                  <a:pt x="53350" y="478836"/>
                  <a:pt x="42691" y="469730"/>
                  <a:pt x="41539" y="481122"/>
                </a:cubicBezTo>
                <a:cubicBezTo>
                  <a:pt x="52892" y="476836"/>
                  <a:pt x="59331" y="488770"/>
                  <a:pt x="72009" y="476997"/>
                </a:cubicBezTo>
                <a:cubicBezTo>
                  <a:pt x="74847" y="484322"/>
                  <a:pt x="76686" y="490523"/>
                  <a:pt x="82020" y="481027"/>
                </a:cubicBezTo>
                <a:cubicBezTo>
                  <a:pt x="84534" y="488285"/>
                  <a:pt x="82944" y="496190"/>
                  <a:pt x="78457" y="498543"/>
                </a:cubicBezTo>
                <a:cubicBezTo>
                  <a:pt x="79991" y="503153"/>
                  <a:pt x="81858" y="498019"/>
                  <a:pt x="83448" y="500553"/>
                </a:cubicBezTo>
                <a:cubicBezTo>
                  <a:pt x="81620" y="494990"/>
                  <a:pt x="88259" y="490123"/>
                  <a:pt x="83953" y="484408"/>
                </a:cubicBezTo>
                <a:cubicBezTo>
                  <a:pt x="90764" y="493323"/>
                  <a:pt x="98193" y="481846"/>
                  <a:pt x="105204" y="484437"/>
                </a:cubicBezTo>
                <a:cubicBezTo>
                  <a:pt x="95774" y="490590"/>
                  <a:pt x="89687" y="497162"/>
                  <a:pt x="87601" y="497638"/>
                </a:cubicBezTo>
                <a:cubicBezTo>
                  <a:pt x="90297" y="509630"/>
                  <a:pt x="102546" y="493885"/>
                  <a:pt x="109052" y="491199"/>
                </a:cubicBezTo>
                <a:cubicBezTo>
                  <a:pt x="109299" y="499619"/>
                  <a:pt x="116348" y="497772"/>
                  <a:pt x="120015" y="496924"/>
                </a:cubicBezTo>
                <a:cubicBezTo>
                  <a:pt x="120939" y="494819"/>
                  <a:pt x="118824" y="492514"/>
                  <a:pt x="120205" y="490456"/>
                </a:cubicBezTo>
                <a:cubicBezTo>
                  <a:pt x="121272" y="489542"/>
                  <a:pt x="122253" y="490618"/>
                  <a:pt x="123301" y="489066"/>
                </a:cubicBezTo>
                <a:cubicBezTo>
                  <a:pt x="123577" y="491780"/>
                  <a:pt x="121863" y="494343"/>
                  <a:pt x="124073" y="497200"/>
                </a:cubicBezTo>
                <a:cubicBezTo>
                  <a:pt x="132474" y="498057"/>
                  <a:pt x="141094" y="492038"/>
                  <a:pt x="149552" y="491133"/>
                </a:cubicBezTo>
                <a:cubicBezTo>
                  <a:pt x="150143" y="492761"/>
                  <a:pt x="149466" y="494333"/>
                  <a:pt x="150428" y="496009"/>
                </a:cubicBezTo>
                <a:cubicBezTo>
                  <a:pt x="141341" y="498724"/>
                  <a:pt x="138246" y="504182"/>
                  <a:pt x="129835" y="507363"/>
                </a:cubicBezTo>
                <a:cubicBezTo>
                  <a:pt x="136693" y="515212"/>
                  <a:pt x="143951" y="509297"/>
                  <a:pt x="150895" y="513859"/>
                </a:cubicBezTo>
                <a:cubicBezTo>
                  <a:pt x="153438" y="508163"/>
                  <a:pt x="147837" y="511726"/>
                  <a:pt x="147047" y="507106"/>
                </a:cubicBezTo>
                <a:cubicBezTo>
                  <a:pt x="148857" y="503163"/>
                  <a:pt x="150504" y="504182"/>
                  <a:pt x="152238" y="502620"/>
                </a:cubicBezTo>
                <a:cubicBezTo>
                  <a:pt x="156762" y="507706"/>
                  <a:pt x="153229" y="515679"/>
                  <a:pt x="157915" y="516031"/>
                </a:cubicBezTo>
                <a:cubicBezTo>
                  <a:pt x="159925" y="513469"/>
                  <a:pt x="158972" y="510706"/>
                  <a:pt x="161173" y="508201"/>
                </a:cubicBezTo>
                <a:cubicBezTo>
                  <a:pt x="160220" y="506582"/>
                  <a:pt x="159134" y="508735"/>
                  <a:pt x="158115" y="509564"/>
                </a:cubicBezTo>
                <a:cubicBezTo>
                  <a:pt x="155877" y="505658"/>
                  <a:pt x="156762" y="492885"/>
                  <a:pt x="154248" y="502791"/>
                </a:cubicBezTo>
                <a:cubicBezTo>
                  <a:pt x="148523" y="493571"/>
                  <a:pt x="155734" y="490256"/>
                  <a:pt x="159648" y="491895"/>
                </a:cubicBezTo>
                <a:cubicBezTo>
                  <a:pt x="154457" y="496476"/>
                  <a:pt x="165278" y="498048"/>
                  <a:pt x="161277" y="504934"/>
                </a:cubicBezTo>
                <a:cubicBezTo>
                  <a:pt x="163887" y="508106"/>
                  <a:pt x="166916" y="496857"/>
                  <a:pt x="169554" y="499134"/>
                </a:cubicBezTo>
                <a:cubicBezTo>
                  <a:pt x="172355" y="505525"/>
                  <a:pt x="165002" y="509278"/>
                  <a:pt x="162144" y="509897"/>
                </a:cubicBezTo>
                <a:cubicBezTo>
                  <a:pt x="159515" y="513993"/>
                  <a:pt x="164382" y="518660"/>
                  <a:pt x="161744" y="522794"/>
                </a:cubicBezTo>
                <a:cubicBezTo>
                  <a:pt x="165325" y="527185"/>
                  <a:pt x="169259" y="520031"/>
                  <a:pt x="172812" y="525280"/>
                </a:cubicBezTo>
                <a:cubicBezTo>
                  <a:pt x="172431" y="532385"/>
                  <a:pt x="168631" y="529976"/>
                  <a:pt x="166354" y="537719"/>
                </a:cubicBezTo>
                <a:cubicBezTo>
                  <a:pt x="169774" y="547254"/>
                  <a:pt x="173869" y="535072"/>
                  <a:pt x="177317" y="543434"/>
                </a:cubicBezTo>
                <a:cubicBezTo>
                  <a:pt x="179308" y="537700"/>
                  <a:pt x="172841" y="540282"/>
                  <a:pt x="171564" y="533271"/>
                </a:cubicBezTo>
                <a:cubicBezTo>
                  <a:pt x="174574" y="533700"/>
                  <a:pt x="177641" y="532719"/>
                  <a:pt x="180594" y="535614"/>
                </a:cubicBezTo>
                <a:cubicBezTo>
                  <a:pt x="176251" y="528690"/>
                  <a:pt x="178775" y="525108"/>
                  <a:pt x="180127" y="517774"/>
                </a:cubicBezTo>
                <a:cubicBezTo>
                  <a:pt x="181146" y="516841"/>
                  <a:pt x="182137" y="517936"/>
                  <a:pt x="183204" y="516383"/>
                </a:cubicBezTo>
                <a:cubicBezTo>
                  <a:pt x="187623" y="519965"/>
                  <a:pt x="180518" y="522632"/>
                  <a:pt x="184928" y="526242"/>
                </a:cubicBezTo>
                <a:cubicBezTo>
                  <a:pt x="189633" y="516021"/>
                  <a:pt x="213055" y="525556"/>
                  <a:pt x="210903" y="537967"/>
                </a:cubicBezTo>
                <a:cubicBezTo>
                  <a:pt x="213750" y="532252"/>
                  <a:pt x="217132" y="535614"/>
                  <a:pt x="217256" y="528718"/>
                </a:cubicBezTo>
                <a:cubicBezTo>
                  <a:pt x="222447" y="534005"/>
                  <a:pt x="218770" y="538548"/>
                  <a:pt x="221866" y="543634"/>
                </a:cubicBezTo>
                <a:cubicBezTo>
                  <a:pt x="216865" y="541605"/>
                  <a:pt x="211607" y="547825"/>
                  <a:pt x="206673" y="544092"/>
                </a:cubicBezTo>
                <a:cubicBezTo>
                  <a:pt x="209512" y="551445"/>
                  <a:pt x="221247" y="553131"/>
                  <a:pt x="227733" y="550588"/>
                </a:cubicBezTo>
                <a:cubicBezTo>
                  <a:pt x="229619" y="553960"/>
                  <a:pt x="226057" y="556931"/>
                  <a:pt x="229448" y="560417"/>
                </a:cubicBezTo>
                <a:cubicBezTo>
                  <a:pt x="233877" y="555760"/>
                  <a:pt x="238458" y="550531"/>
                  <a:pt x="244650" y="559979"/>
                </a:cubicBezTo>
                <a:cubicBezTo>
                  <a:pt x="245440" y="551731"/>
                  <a:pt x="249688" y="553150"/>
                  <a:pt x="247164" y="543987"/>
                </a:cubicBezTo>
                <a:cubicBezTo>
                  <a:pt x="249965" y="551197"/>
                  <a:pt x="254051" y="540967"/>
                  <a:pt x="259175" y="548159"/>
                </a:cubicBezTo>
                <a:cubicBezTo>
                  <a:pt x="256546" y="536176"/>
                  <a:pt x="267595" y="543920"/>
                  <a:pt x="267643" y="535862"/>
                </a:cubicBezTo>
                <a:cubicBezTo>
                  <a:pt x="274834" y="541263"/>
                  <a:pt x="263128" y="545216"/>
                  <a:pt x="268205" y="550473"/>
                </a:cubicBezTo>
                <a:cubicBezTo>
                  <a:pt x="271443" y="544120"/>
                  <a:pt x="274482" y="544006"/>
                  <a:pt x="277435" y="546321"/>
                </a:cubicBezTo>
                <a:cubicBezTo>
                  <a:pt x="277711" y="550131"/>
                  <a:pt x="276549" y="553817"/>
                  <a:pt x="276101" y="557541"/>
                </a:cubicBezTo>
                <a:cubicBezTo>
                  <a:pt x="265595" y="560998"/>
                  <a:pt x="255699" y="554131"/>
                  <a:pt x="247631" y="561808"/>
                </a:cubicBezTo>
                <a:cubicBezTo>
                  <a:pt x="249793" y="568161"/>
                  <a:pt x="252451" y="558598"/>
                  <a:pt x="254565" y="567199"/>
                </a:cubicBezTo>
                <a:cubicBezTo>
                  <a:pt x="268253" y="549759"/>
                  <a:pt x="280511" y="579420"/>
                  <a:pt x="294084" y="565428"/>
                </a:cubicBezTo>
                <a:cubicBezTo>
                  <a:pt x="306438" y="582620"/>
                  <a:pt x="330384" y="567123"/>
                  <a:pt x="336013" y="584868"/>
                </a:cubicBezTo>
                <a:cubicBezTo>
                  <a:pt x="340023" y="586411"/>
                  <a:pt x="344052" y="586792"/>
                  <a:pt x="348043" y="589021"/>
                </a:cubicBezTo>
                <a:cubicBezTo>
                  <a:pt x="350520" y="576877"/>
                  <a:pt x="357226" y="586249"/>
                  <a:pt x="362369" y="583658"/>
                </a:cubicBezTo>
                <a:cubicBezTo>
                  <a:pt x="362674" y="586392"/>
                  <a:pt x="360931" y="588954"/>
                  <a:pt x="363141" y="591812"/>
                </a:cubicBezTo>
                <a:cubicBezTo>
                  <a:pt x="363750" y="583382"/>
                  <a:pt x="370970" y="583630"/>
                  <a:pt x="370265" y="590764"/>
                </a:cubicBezTo>
                <a:cubicBezTo>
                  <a:pt x="381667" y="581839"/>
                  <a:pt x="392344" y="596813"/>
                  <a:pt x="403641" y="591726"/>
                </a:cubicBezTo>
                <a:cubicBezTo>
                  <a:pt x="400564" y="586906"/>
                  <a:pt x="406270" y="584421"/>
                  <a:pt x="407965" y="582354"/>
                </a:cubicBezTo>
                <a:cubicBezTo>
                  <a:pt x="409689" y="586259"/>
                  <a:pt x="403565" y="589564"/>
                  <a:pt x="404593" y="593422"/>
                </a:cubicBezTo>
                <a:cubicBezTo>
                  <a:pt x="413785" y="602070"/>
                  <a:pt x="423529" y="592402"/>
                  <a:pt x="432959" y="592402"/>
                </a:cubicBezTo>
                <a:cubicBezTo>
                  <a:pt x="432387" y="604547"/>
                  <a:pt x="443713" y="606042"/>
                  <a:pt x="445961" y="598251"/>
                </a:cubicBezTo>
                <a:cubicBezTo>
                  <a:pt x="447789" y="604309"/>
                  <a:pt x="449923" y="600461"/>
                  <a:pt x="451809" y="605175"/>
                </a:cubicBezTo>
                <a:cubicBezTo>
                  <a:pt x="457324" y="587754"/>
                  <a:pt x="477412" y="614491"/>
                  <a:pt x="489414" y="600013"/>
                </a:cubicBezTo>
                <a:cubicBezTo>
                  <a:pt x="497843" y="618634"/>
                  <a:pt x="515017" y="590355"/>
                  <a:pt x="521532" y="608976"/>
                </a:cubicBezTo>
                <a:cubicBezTo>
                  <a:pt x="518579" y="606938"/>
                  <a:pt x="515455" y="609252"/>
                  <a:pt x="512407" y="609881"/>
                </a:cubicBezTo>
                <a:cubicBezTo>
                  <a:pt x="514445" y="618949"/>
                  <a:pt x="524856" y="607081"/>
                  <a:pt x="532609" y="611472"/>
                </a:cubicBezTo>
                <a:cubicBezTo>
                  <a:pt x="535772" y="613243"/>
                  <a:pt x="547011" y="623959"/>
                  <a:pt x="547697" y="614243"/>
                </a:cubicBezTo>
                <a:cubicBezTo>
                  <a:pt x="549831" y="610633"/>
                  <a:pt x="551593" y="619520"/>
                  <a:pt x="553555" y="621168"/>
                </a:cubicBezTo>
                <a:cubicBezTo>
                  <a:pt x="560822" y="615310"/>
                  <a:pt x="567728" y="621501"/>
                  <a:pt x="575005" y="614748"/>
                </a:cubicBezTo>
                <a:cubicBezTo>
                  <a:pt x="583197" y="621578"/>
                  <a:pt x="601123" y="620977"/>
                  <a:pt x="614239" y="622654"/>
                </a:cubicBezTo>
                <a:cubicBezTo>
                  <a:pt x="953814" y="685338"/>
                  <a:pt x="1295552" y="676461"/>
                  <a:pt x="1637329" y="666431"/>
                </a:cubicBezTo>
                <a:cubicBezTo>
                  <a:pt x="1640176" y="670393"/>
                  <a:pt x="1637595" y="674003"/>
                  <a:pt x="1635966" y="677680"/>
                </a:cubicBezTo>
                <a:cubicBezTo>
                  <a:pt x="1610678" y="665888"/>
                  <a:pt x="1584455" y="685147"/>
                  <a:pt x="1559109" y="674937"/>
                </a:cubicBezTo>
                <a:cubicBezTo>
                  <a:pt x="1557109" y="681518"/>
                  <a:pt x="1555785" y="680623"/>
                  <a:pt x="1551804" y="682452"/>
                </a:cubicBezTo>
                <a:cubicBezTo>
                  <a:pt x="1550851" y="679280"/>
                  <a:pt x="1553537" y="681166"/>
                  <a:pt x="1554994" y="677832"/>
                </a:cubicBezTo>
                <a:cubicBezTo>
                  <a:pt x="1551061" y="673746"/>
                  <a:pt x="1546631" y="685652"/>
                  <a:pt x="1542869" y="676889"/>
                </a:cubicBezTo>
                <a:cubicBezTo>
                  <a:pt x="1539716" y="680975"/>
                  <a:pt x="1543279" y="685566"/>
                  <a:pt x="1540450" y="689672"/>
                </a:cubicBezTo>
                <a:cubicBezTo>
                  <a:pt x="1529839" y="673594"/>
                  <a:pt x="1512484" y="678165"/>
                  <a:pt x="1498044" y="686376"/>
                </a:cubicBezTo>
                <a:cubicBezTo>
                  <a:pt x="1486662" y="683499"/>
                  <a:pt x="1475346" y="678251"/>
                  <a:pt x="1463612" y="686919"/>
                </a:cubicBezTo>
                <a:cubicBezTo>
                  <a:pt x="1462316" y="685205"/>
                  <a:pt x="1462135" y="683604"/>
                  <a:pt x="1462735" y="682004"/>
                </a:cubicBezTo>
                <a:cubicBezTo>
                  <a:pt x="1444647" y="690910"/>
                  <a:pt x="1419682" y="678280"/>
                  <a:pt x="1407814" y="690710"/>
                </a:cubicBezTo>
                <a:cubicBezTo>
                  <a:pt x="1405090" y="686224"/>
                  <a:pt x="1407652" y="684719"/>
                  <a:pt x="1403975" y="683938"/>
                </a:cubicBezTo>
                <a:cubicBezTo>
                  <a:pt x="1402880" y="686024"/>
                  <a:pt x="1404833" y="688319"/>
                  <a:pt x="1405795" y="690539"/>
                </a:cubicBezTo>
                <a:cubicBezTo>
                  <a:pt x="1383154" y="679299"/>
                  <a:pt x="1364590" y="699282"/>
                  <a:pt x="1341168" y="685538"/>
                </a:cubicBezTo>
                <a:cubicBezTo>
                  <a:pt x="1338872" y="696101"/>
                  <a:pt x="1327509" y="685795"/>
                  <a:pt x="1321918" y="685652"/>
                </a:cubicBezTo>
                <a:cubicBezTo>
                  <a:pt x="1312564" y="685423"/>
                  <a:pt x="1305754" y="696044"/>
                  <a:pt x="1301639" y="687310"/>
                </a:cubicBezTo>
                <a:cubicBezTo>
                  <a:pt x="1293343" y="694005"/>
                  <a:pt x="1285227" y="694187"/>
                  <a:pt x="1277398" y="685452"/>
                </a:cubicBezTo>
                <a:cubicBezTo>
                  <a:pt x="1272788" y="688329"/>
                  <a:pt x="1279693" y="692081"/>
                  <a:pt x="1275074" y="694968"/>
                </a:cubicBezTo>
                <a:cubicBezTo>
                  <a:pt x="1274045" y="698683"/>
                  <a:pt x="1268835" y="689481"/>
                  <a:pt x="1271254" y="688195"/>
                </a:cubicBezTo>
                <a:cubicBezTo>
                  <a:pt x="1265587" y="696444"/>
                  <a:pt x="1260434" y="688624"/>
                  <a:pt x="1254881" y="693415"/>
                </a:cubicBezTo>
                <a:cubicBezTo>
                  <a:pt x="1252871" y="691082"/>
                  <a:pt x="1253890" y="689024"/>
                  <a:pt x="1255081" y="686947"/>
                </a:cubicBezTo>
                <a:cubicBezTo>
                  <a:pt x="1247747" y="695206"/>
                  <a:pt x="1240860" y="689081"/>
                  <a:pt x="1233621" y="693377"/>
                </a:cubicBezTo>
                <a:cubicBezTo>
                  <a:pt x="1233135" y="681194"/>
                  <a:pt x="1233107" y="692072"/>
                  <a:pt x="1227754" y="686443"/>
                </a:cubicBezTo>
                <a:cubicBezTo>
                  <a:pt x="1227611" y="690634"/>
                  <a:pt x="1225077" y="694291"/>
                  <a:pt x="1222467" y="694139"/>
                </a:cubicBezTo>
                <a:cubicBezTo>
                  <a:pt x="1222429" y="691434"/>
                  <a:pt x="1221410" y="688643"/>
                  <a:pt x="1219676" y="685824"/>
                </a:cubicBezTo>
                <a:cubicBezTo>
                  <a:pt x="1214647" y="697835"/>
                  <a:pt x="1205093" y="680861"/>
                  <a:pt x="1195159" y="693606"/>
                </a:cubicBezTo>
                <a:cubicBezTo>
                  <a:pt x="1193444" y="690805"/>
                  <a:pt x="1193444" y="688110"/>
                  <a:pt x="1194378" y="685481"/>
                </a:cubicBezTo>
                <a:cubicBezTo>
                  <a:pt x="1182462" y="688805"/>
                  <a:pt x="1154782" y="684290"/>
                  <a:pt x="1151677" y="691881"/>
                </a:cubicBezTo>
                <a:cubicBezTo>
                  <a:pt x="1145553" y="693387"/>
                  <a:pt x="1139828" y="682404"/>
                  <a:pt x="1133399" y="693701"/>
                </a:cubicBezTo>
                <a:cubicBezTo>
                  <a:pt x="1127970" y="685786"/>
                  <a:pt x="1117978" y="680918"/>
                  <a:pt x="1115320" y="689043"/>
                </a:cubicBezTo>
                <a:cubicBezTo>
                  <a:pt x="1077411" y="681728"/>
                  <a:pt x="1042492" y="689348"/>
                  <a:pt x="1003182" y="681957"/>
                </a:cubicBezTo>
                <a:cubicBezTo>
                  <a:pt x="1001201" y="683966"/>
                  <a:pt x="1002278" y="686176"/>
                  <a:pt x="1000973" y="688253"/>
                </a:cubicBezTo>
                <a:cubicBezTo>
                  <a:pt x="997972" y="683385"/>
                  <a:pt x="996858" y="685071"/>
                  <a:pt x="992134" y="679470"/>
                </a:cubicBezTo>
                <a:cubicBezTo>
                  <a:pt x="970883" y="688938"/>
                  <a:pt x="941861" y="668717"/>
                  <a:pt x="917105" y="683357"/>
                </a:cubicBezTo>
                <a:cubicBezTo>
                  <a:pt x="915257" y="680537"/>
                  <a:pt x="916372" y="677918"/>
                  <a:pt x="914324" y="675079"/>
                </a:cubicBezTo>
                <a:cubicBezTo>
                  <a:pt x="904837" y="676270"/>
                  <a:pt x="895274" y="680261"/>
                  <a:pt x="885939" y="676080"/>
                </a:cubicBezTo>
                <a:cubicBezTo>
                  <a:pt x="886244" y="680747"/>
                  <a:pt x="888254" y="694796"/>
                  <a:pt x="879205" y="698244"/>
                </a:cubicBezTo>
                <a:cubicBezTo>
                  <a:pt x="876652" y="691634"/>
                  <a:pt x="879034" y="687938"/>
                  <a:pt x="873538" y="684862"/>
                </a:cubicBezTo>
                <a:cubicBezTo>
                  <a:pt x="872166" y="679747"/>
                  <a:pt x="879157" y="673689"/>
                  <a:pt x="880748" y="680537"/>
                </a:cubicBezTo>
                <a:cubicBezTo>
                  <a:pt x="884634" y="672946"/>
                  <a:pt x="874233" y="668907"/>
                  <a:pt x="874795" y="676842"/>
                </a:cubicBezTo>
                <a:cubicBezTo>
                  <a:pt x="862355" y="663878"/>
                  <a:pt x="849030" y="680918"/>
                  <a:pt x="836609" y="667412"/>
                </a:cubicBezTo>
                <a:cubicBezTo>
                  <a:pt x="833514" y="678432"/>
                  <a:pt x="825017" y="674375"/>
                  <a:pt x="819493" y="664440"/>
                </a:cubicBezTo>
                <a:cubicBezTo>
                  <a:pt x="817331" y="666421"/>
                  <a:pt x="818245" y="668669"/>
                  <a:pt x="819293" y="670907"/>
                </a:cubicBezTo>
                <a:cubicBezTo>
                  <a:pt x="808025" y="664821"/>
                  <a:pt x="796433" y="668336"/>
                  <a:pt x="785155" y="661792"/>
                </a:cubicBezTo>
                <a:cubicBezTo>
                  <a:pt x="784107" y="664402"/>
                  <a:pt x="785193" y="667193"/>
                  <a:pt x="783898" y="669793"/>
                </a:cubicBezTo>
                <a:cubicBezTo>
                  <a:pt x="767582" y="663316"/>
                  <a:pt x="744645" y="673498"/>
                  <a:pt x="732653" y="657734"/>
                </a:cubicBezTo>
                <a:cubicBezTo>
                  <a:pt x="731653" y="659258"/>
                  <a:pt x="733015" y="660982"/>
                  <a:pt x="733501" y="662630"/>
                </a:cubicBezTo>
                <a:cubicBezTo>
                  <a:pt x="715423" y="658554"/>
                  <a:pt x="697068" y="662964"/>
                  <a:pt x="679171" y="651962"/>
                </a:cubicBezTo>
                <a:cubicBezTo>
                  <a:pt x="666093" y="658411"/>
                  <a:pt x="644871" y="650210"/>
                  <a:pt x="628660" y="648048"/>
                </a:cubicBezTo>
                <a:cubicBezTo>
                  <a:pt x="624697" y="651505"/>
                  <a:pt x="629279" y="655639"/>
                  <a:pt x="625316" y="659106"/>
                </a:cubicBezTo>
                <a:cubicBezTo>
                  <a:pt x="623935" y="659716"/>
                  <a:pt x="622573" y="660373"/>
                  <a:pt x="621268" y="658792"/>
                </a:cubicBezTo>
                <a:cubicBezTo>
                  <a:pt x="625592" y="641218"/>
                  <a:pt x="608990" y="649695"/>
                  <a:pt x="603485" y="644447"/>
                </a:cubicBezTo>
                <a:cubicBezTo>
                  <a:pt x="601389" y="653086"/>
                  <a:pt x="608000" y="646400"/>
                  <a:pt x="609333" y="651419"/>
                </a:cubicBezTo>
                <a:cubicBezTo>
                  <a:pt x="610952" y="658401"/>
                  <a:pt x="604618" y="656039"/>
                  <a:pt x="603085" y="657382"/>
                </a:cubicBezTo>
                <a:cubicBezTo>
                  <a:pt x="596865" y="636017"/>
                  <a:pt x="582997" y="648095"/>
                  <a:pt x="573272" y="638884"/>
                </a:cubicBezTo>
                <a:cubicBezTo>
                  <a:pt x="569300" y="642352"/>
                  <a:pt x="573872" y="646495"/>
                  <a:pt x="569900" y="649933"/>
                </a:cubicBezTo>
                <a:cubicBezTo>
                  <a:pt x="568519" y="651200"/>
                  <a:pt x="567290" y="647638"/>
                  <a:pt x="565871" y="649648"/>
                </a:cubicBezTo>
                <a:cubicBezTo>
                  <a:pt x="564880" y="646876"/>
                  <a:pt x="567709" y="644371"/>
                  <a:pt x="569128" y="641799"/>
                </a:cubicBezTo>
                <a:cubicBezTo>
                  <a:pt x="566242" y="637313"/>
                  <a:pt x="563194" y="637256"/>
                  <a:pt x="559994" y="642723"/>
                </a:cubicBezTo>
                <a:cubicBezTo>
                  <a:pt x="559775" y="645942"/>
                  <a:pt x="563213" y="649448"/>
                  <a:pt x="559698" y="652381"/>
                </a:cubicBezTo>
                <a:cubicBezTo>
                  <a:pt x="561623" y="655763"/>
                  <a:pt x="563813" y="650353"/>
                  <a:pt x="565652" y="656106"/>
                </a:cubicBezTo>
                <a:cubicBezTo>
                  <a:pt x="562089" y="662459"/>
                  <a:pt x="558994" y="653267"/>
                  <a:pt x="555365" y="661802"/>
                </a:cubicBezTo>
                <a:cubicBezTo>
                  <a:pt x="552298" y="652057"/>
                  <a:pt x="548783" y="656382"/>
                  <a:pt x="545459" y="654534"/>
                </a:cubicBezTo>
                <a:cubicBezTo>
                  <a:pt x="544792" y="646466"/>
                  <a:pt x="552059" y="656744"/>
                  <a:pt x="554679" y="650419"/>
                </a:cubicBezTo>
                <a:cubicBezTo>
                  <a:pt x="548430" y="639161"/>
                  <a:pt x="557565" y="646466"/>
                  <a:pt x="559975" y="642723"/>
                </a:cubicBezTo>
                <a:cubicBezTo>
                  <a:pt x="550516" y="630436"/>
                  <a:pt x="551107" y="643733"/>
                  <a:pt x="542001" y="634855"/>
                </a:cubicBezTo>
                <a:cubicBezTo>
                  <a:pt x="540201" y="637961"/>
                  <a:pt x="544611" y="641504"/>
                  <a:pt x="543716" y="644704"/>
                </a:cubicBezTo>
                <a:cubicBezTo>
                  <a:pt x="542668" y="646124"/>
                  <a:pt x="541725" y="643809"/>
                  <a:pt x="540734" y="642847"/>
                </a:cubicBezTo>
                <a:cubicBezTo>
                  <a:pt x="539077" y="646981"/>
                  <a:pt x="539991" y="648752"/>
                  <a:pt x="542582" y="649448"/>
                </a:cubicBezTo>
                <a:cubicBezTo>
                  <a:pt x="537258" y="658172"/>
                  <a:pt x="532295" y="654334"/>
                  <a:pt x="526990" y="662802"/>
                </a:cubicBezTo>
                <a:cubicBezTo>
                  <a:pt x="523961" y="659297"/>
                  <a:pt x="522218" y="658915"/>
                  <a:pt x="523246" y="652829"/>
                </a:cubicBezTo>
                <a:cubicBezTo>
                  <a:pt x="518874" y="652610"/>
                  <a:pt x="514074" y="665669"/>
                  <a:pt x="509864" y="659858"/>
                </a:cubicBezTo>
                <a:cubicBezTo>
                  <a:pt x="507606" y="656458"/>
                  <a:pt x="513188" y="653639"/>
                  <a:pt x="514188" y="650505"/>
                </a:cubicBezTo>
                <a:cubicBezTo>
                  <a:pt x="510969" y="645809"/>
                  <a:pt x="507949" y="653801"/>
                  <a:pt x="508902" y="658172"/>
                </a:cubicBezTo>
                <a:cubicBezTo>
                  <a:pt x="505711" y="662897"/>
                  <a:pt x="503034" y="651134"/>
                  <a:pt x="499862" y="655858"/>
                </a:cubicBezTo>
                <a:cubicBezTo>
                  <a:pt x="498805" y="652553"/>
                  <a:pt x="502368" y="649581"/>
                  <a:pt x="498129" y="646009"/>
                </a:cubicBezTo>
                <a:cubicBezTo>
                  <a:pt x="493205" y="658039"/>
                  <a:pt x="477660" y="659916"/>
                  <a:pt x="477850" y="647657"/>
                </a:cubicBezTo>
                <a:cubicBezTo>
                  <a:pt x="473440" y="648324"/>
                  <a:pt x="469230" y="642285"/>
                  <a:pt x="464572" y="651514"/>
                </a:cubicBezTo>
                <a:cubicBezTo>
                  <a:pt x="459410" y="638123"/>
                  <a:pt x="450866" y="652810"/>
                  <a:pt x="448704" y="640561"/>
                </a:cubicBezTo>
                <a:cubicBezTo>
                  <a:pt x="442884" y="659516"/>
                  <a:pt x="430311" y="628959"/>
                  <a:pt x="421291" y="643285"/>
                </a:cubicBezTo>
                <a:cubicBezTo>
                  <a:pt x="413004" y="638370"/>
                  <a:pt x="404432" y="642847"/>
                  <a:pt x="396192" y="636456"/>
                </a:cubicBezTo>
                <a:cubicBezTo>
                  <a:pt x="393506" y="631712"/>
                  <a:pt x="401355" y="636341"/>
                  <a:pt x="396392" y="630036"/>
                </a:cubicBezTo>
                <a:cubicBezTo>
                  <a:pt x="382448" y="644180"/>
                  <a:pt x="369637" y="622254"/>
                  <a:pt x="355902" y="630102"/>
                </a:cubicBezTo>
                <a:cubicBezTo>
                  <a:pt x="357483" y="633331"/>
                  <a:pt x="359226" y="631807"/>
                  <a:pt x="360797" y="635341"/>
                </a:cubicBezTo>
                <a:cubicBezTo>
                  <a:pt x="361579" y="637560"/>
                  <a:pt x="359340" y="639580"/>
                  <a:pt x="360597" y="641828"/>
                </a:cubicBezTo>
                <a:cubicBezTo>
                  <a:pt x="354578" y="639904"/>
                  <a:pt x="348767" y="631665"/>
                  <a:pt x="342709" y="630712"/>
                </a:cubicBezTo>
                <a:cubicBezTo>
                  <a:pt x="341538" y="634675"/>
                  <a:pt x="344300" y="634027"/>
                  <a:pt x="345586" y="635789"/>
                </a:cubicBezTo>
                <a:cubicBezTo>
                  <a:pt x="347243" y="641780"/>
                  <a:pt x="341071" y="634141"/>
                  <a:pt x="339338" y="641780"/>
                </a:cubicBezTo>
                <a:cubicBezTo>
                  <a:pt x="339138" y="637484"/>
                  <a:pt x="338166" y="635741"/>
                  <a:pt x="335509" y="635008"/>
                </a:cubicBezTo>
                <a:cubicBezTo>
                  <a:pt x="329775" y="653020"/>
                  <a:pt x="319640" y="627531"/>
                  <a:pt x="311077" y="639580"/>
                </a:cubicBezTo>
                <a:cubicBezTo>
                  <a:pt x="307562" y="634998"/>
                  <a:pt x="307705" y="630693"/>
                  <a:pt x="311448" y="626664"/>
                </a:cubicBezTo>
                <a:cubicBezTo>
                  <a:pt x="308943" y="620625"/>
                  <a:pt x="306076" y="626340"/>
                  <a:pt x="303476" y="622835"/>
                </a:cubicBezTo>
                <a:cubicBezTo>
                  <a:pt x="302352" y="625416"/>
                  <a:pt x="305029" y="628340"/>
                  <a:pt x="306276" y="631131"/>
                </a:cubicBezTo>
                <a:cubicBezTo>
                  <a:pt x="303371" y="637770"/>
                  <a:pt x="300723" y="635741"/>
                  <a:pt x="297990" y="636960"/>
                </a:cubicBezTo>
                <a:cubicBezTo>
                  <a:pt x="296561" y="633617"/>
                  <a:pt x="297618" y="630455"/>
                  <a:pt x="300295" y="627416"/>
                </a:cubicBezTo>
                <a:cubicBezTo>
                  <a:pt x="293056" y="633093"/>
                  <a:pt x="286141" y="627007"/>
                  <a:pt x="279044" y="627388"/>
                </a:cubicBezTo>
                <a:cubicBezTo>
                  <a:pt x="277987" y="624073"/>
                  <a:pt x="281559" y="621101"/>
                  <a:pt x="277320" y="617549"/>
                </a:cubicBezTo>
                <a:cubicBezTo>
                  <a:pt x="272853" y="634017"/>
                  <a:pt x="251641" y="620901"/>
                  <a:pt x="244602" y="627969"/>
                </a:cubicBezTo>
                <a:cubicBezTo>
                  <a:pt x="242535" y="619844"/>
                  <a:pt x="234429" y="621358"/>
                  <a:pt x="240963" y="614710"/>
                </a:cubicBezTo>
                <a:cubicBezTo>
                  <a:pt x="236668" y="612662"/>
                  <a:pt x="236182" y="617053"/>
                  <a:pt x="235668" y="622425"/>
                </a:cubicBezTo>
                <a:cubicBezTo>
                  <a:pt x="231410" y="623216"/>
                  <a:pt x="230772" y="606576"/>
                  <a:pt x="224800" y="613491"/>
                </a:cubicBezTo>
                <a:cubicBezTo>
                  <a:pt x="226666" y="619196"/>
                  <a:pt x="228848" y="613824"/>
                  <a:pt x="230753" y="617148"/>
                </a:cubicBezTo>
                <a:cubicBezTo>
                  <a:pt x="229371" y="618672"/>
                  <a:pt x="229076" y="620254"/>
                  <a:pt x="229610" y="621940"/>
                </a:cubicBezTo>
                <a:cubicBezTo>
                  <a:pt x="219513" y="620577"/>
                  <a:pt x="209712" y="610567"/>
                  <a:pt x="199215" y="622806"/>
                </a:cubicBezTo>
                <a:cubicBezTo>
                  <a:pt x="199730" y="613862"/>
                  <a:pt x="198863" y="614939"/>
                  <a:pt x="195653" y="606356"/>
                </a:cubicBezTo>
                <a:cubicBezTo>
                  <a:pt x="192414" y="610967"/>
                  <a:pt x="196396" y="616129"/>
                  <a:pt x="198234" y="621111"/>
                </a:cubicBezTo>
                <a:cubicBezTo>
                  <a:pt x="192462" y="633903"/>
                  <a:pt x="187700" y="612443"/>
                  <a:pt x="181994" y="623111"/>
                </a:cubicBezTo>
                <a:cubicBezTo>
                  <a:pt x="175974" y="616710"/>
                  <a:pt x="184871" y="611443"/>
                  <a:pt x="181518" y="605299"/>
                </a:cubicBezTo>
                <a:cubicBezTo>
                  <a:pt x="177670" y="610890"/>
                  <a:pt x="179508" y="616977"/>
                  <a:pt x="177946" y="622787"/>
                </a:cubicBezTo>
                <a:cubicBezTo>
                  <a:pt x="173917" y="628340"/>
                  <a:pt x="174127" y="616263"/>
                  <a:pt x="171993" y="619073"/>
                </a:cubicBezTo>
                <a:cubicBezTo>
                  <a:pt x="171012" y="616291"/>
                  <a:pt x="173850" y="613843"/>
                  <a:pt x="175279" y="611233"/>
                </a:cubicBezTo>
                <a:cubicBezTo>
                  <a:pt x="171802" y="608719"/>
                  <a:pt x="166154" y="613024"/>
                  <a:pt x="167973" y="618768"/>
                </a:cubicBezTo>
                <a:cubicBezTo>
                  <a:pt x="161182" y="607366"/>
                  <a:pt x="161058" y="617215"/>
                  <a:pt x="156248" y="604918"/>
                </a:cubicBezTo>
                <a:cubicBezTo>
                  <a:pt x="149457" y="610824"/>
                  <a:pt x="148895" y="608290"/>
                  <a:pt x="142094" y="603832"/>
                </a:cubicBezTo>
                <a:cubicBezTo>
                  <a:pt x="141094" y="608052"/>
                  <a:pt x="144656" y="612662"/>
                  <a:pt x="139684" y="616577"/>
                </a:cubicBezTo>
                <a:cubicBezTo>
                  <a:pt x="141294" y="619396"/>
                  <a:pt x="142894" y="622244"/>
                  <a:pt x="144504" y="625073"/>
                </a:cubicBezTo>
                <a:cubicBezTo>
                  <a:pt x="148180" y="625578"/>
                  <a:pt x="146494" y="616748"/>
                  <a:pt x="150562" y="625540"/>
                </a:cubicBezTo>
                <a:cubicBezTo>
                  <a:pt x="152724" y="623549"/>
                  <a:pt x="151809" y="621311"/>
                  <a:pt x="150762" y="619082"/>
                </a:cubicBezTo>
                <a:cubicBezTo>
                  <a:pt x="156991" y="620054"/>
                  <a:pt x="176584" y="617872"/>
                  <a:pt x="172583" y="633703"/>
                </a:cubicBezTo>
                <a:cubicBezTo>
                  <a:pt x="174479" y="637627"/>
                  <a:pt x="176784" y="629016"/>
                  <a:pt x="178822" y="627731"/>
                </a:cubicBezTo>
                <a:cubicBezTo>
                  <a:pt x="182108" y="634560"/>
                  <a:pt x="179194" y="639732"/>
                  <a:pt x="175365" y="641999"/>
                </a:cubicBezTo>
                <a:cubicBezTo>
                  <a:pt x="177413" y="644180"/>
                  <a:pt x="187747" y="644038"/>
                  <a:pt x="183652" y="636198"/>
                </a:cubicBezTo>
                <a:cubicBezTo>
                  <a:pt x="188100" y="634008"/>
                  <a:pt x="192243" y="641485"/>
                  <a:pt x="196920" y="632369"/>
                </a:cubicBezTo>
                <a:cubicBezTo>
                  <a:pt x="198653" y="636275"/>
                  <a:pt x="192529" y="639580"/>
                  <a:pt x="193548" y="643437"/>
                </a:cubicBezTo>
                <a:cubicBezTo>
                  <a:pt x="196872" y="650200"/>
                  <a:pt x="207559" y="638437"/>
                  <a:pt x="204416" y="652372"/>
                </a:cubicBezTo>
                <a:cubicBezTo>
                  <a:pt x="206883" y="656353"/>
                  <a:pt x="208140" y="647648"/>
                  <a:pt x="206635" y="646066"/>
                </a:cubicBezTo>
                <a:cubicBezTo>
                  <a:pt x="210341" y="645971"/>
                  <a:pt x="214027" y="646790"/>
                  <a:pt x="217599" y="651781"/>
                </a:cubicBezTo>
                <a:cubicBezTo>
                  <a:pt x="218637" y="649162"/>
                  <a:pt x="217560" y="646371"/>
                  <a:pt x="218846" y="643780"/>
                </a:cubicBezTo>
                <a:cubicBezTo>
                  <a:pt x="221285" y="641170"/>
                  <a:pt x="223514" y="645333"/>
                  <a:pt x="225971" y="642732"/>
                </a:cubicBezTo>
                <a:cubicBezTo>
                  <a:pt x="226085" y="645409"/>
                  <a:pt x="225504" y="648086"/>
                  <a:pt x="224714" y="650715"/>
                </a:cubicBezTo>
                <a:cubicBezTo>
                  <a:pt x="233677" y="644733"/>
                  <a:pt x="242392" y="646085"/>
                  <a:pt x="251079" y="649514"/>
                </a:cubicBezTo>
                <a:cubicBezTo>
                  <a:pt x="253289" y="654258"/>
                  <a:pt x="247926" y="649829"/>
                  <a:pt x="246840" y="655667"/>
                </a:cubicBezTo>
                <a:cubicBezTo>
                  <a:pt x="249726" y="660497"/>
                  <a:pt x="252965" y="653524"/>
                  <a:pt x="255775" y="661211"/>
                </a:cubicBezTo>
                <a:cubicBezTo>
                  <a:pt x="251631" y="664535"/>
                  <a:pt x="247583" y="664526"/>
                  <a:pt x="243745" y="657049"/>
                </a:cubicBezTo>
                <a:cubicBezTo>
                  <a:pt x="240325" y="670412"/>
                  <a:pt x="229924" y="653820"/>
                  <a:pt x="223361" y="661925"/>
                </a:cubicBezTo>
                <a:cubicBezTo>
                  <a:pt x="236639" y="667126"/>
                  <a:pt x="248612" y="664259"/>
                  <a:pt x="259623" y="667983"/>
                </a:cubicBezTo>
                <a:cubicBezTo>
                  <a:pt x="262157" y="662259"/>
                  <a:pt x="256546" y="665840"/>
                  <a:pt x="255784" y="661211"/>
                </a:cubicBezTo>
                <a:cubicBezTo>
                  <a:pt x="262509" y="652677"/>
                  <a:pt x="262042" y="675632"/>
                  <a:pt x="268757" y="667059"/>
                </a:cubicBezTo>
                <a:cubicBezTo>
                  <a:pt x="266795" y="665354"/>
                  <a:pt x="264757" y="665078"/>
                  <a:pt x="262804" y="663392"/>
                </a:cubicBezTo>
                <a:cubicBezTo>
                  <a:pt x="265757" y="655086"/>
                  <a:pt x="268119" y="665793"/>
                  <a:pt x="271082" y="657534"/>
                </a:cubicBezTo>
                <a:cubicBezTo>
                  <a:pt x="273615" y="660449"/>
                  <a:pt x="271405" y="662973"/>
                  <a:pt x="269824" y="665526"/>
                </a:cubicBezTo>
                <a:cubicBezTo>
                  <a:pt x="271491" y="666269"/>
                  <a:pt x="273253" y="663735"/>
                  <a:pt x="274825" y="667536"/>
                </a:cubicBezTo>
                <a:cubicBezTo>
                  <a:pt x="276796" y="656582"/>
                  <a:pt x="294046" y="664354"/>
                  <a:pt x="302133" y="668040"/>
                </a:cubicBezTo>
                <a:cubicBezTo>
                  <a:pt x="303724" y="675918"/>
                  <a:pt x="297675" y="664202"/>
                  <a:pt x="295989" y="670784"/>
                </a:cubicBezTo>
                <a:cubicBezTo>
                  <a:pt x="309867" y="669155"/>
                  <a:pt x="323688" y="669707"/>
                  <a:pt x="337337" y="675632"/>
                </a:cubicBezTo>
                <a:cubicBezTo>
                  <a:pt x="338318" y="678404"/>
                  <a:pt x="335490" y="680880"/>
                  <a:pt x="334080" y="683461"/>
                </a:cubicBezTo>
                <a:cubicBezTo>
                  <a:pt x="338176" y="691891"/>
                  <a:pt x="341690" y="680899"/>
                  <a:pt x="341386" y="675937"/>
                </a:cubicBezTo>
                <a:cubicBezTo>
                  <a:pt x="347462" y="674489"/>
                  <a:pt x="341128" y="685471"/>
                  <a:pt x="347053" y="689310"/>
                </a:cubicBezTo>
                <a:cubicBezTo>
                  <a:pt x="352768" y="686005"/>
                  <a:pt x="343262" y="681471"/>
                  <a:pt x="346386" y="677918"/>
                </a:cubicBezTo>
                <a:cubicBezTo>
                  <a:pt x="354787" y="679090"/>
                  <a:pt x="363493" y="669831"/>
                  <a:pt x="371570" y="681528"/>
                </a:cubicBezTo>
                <a:cubicBezTo>
                  <a:pt x="374933" y="670384"/>
                  <a:pt x="378552" y="675918"/>
                  <a:pt x="384000" y="672784"/>
                </a:cubicBezTo>
                <a:cubicBezTo>
                  <a:pt x="387582" y="676270"/>
                  <a:pt x="384991" y="679337"/>
                  <a:pt x="387734" y="682795"/>
                </a:cubicBezTo>
                <a:cubicBezTo>
                  <a:pt x="394335" y="676346"/>
                  <a:pt x="400688" y="678594"/>
                  <a:pt x="407070" y="679423"/>
                </a:cubicBezTo>
                <a:cubicBezTo>
                  <a:pt x="408403" y="685624"/>
                  <a:pt x="401669" y="683099"/>
                  <a:pt x="399840" y="683699"/>
                </a:cubicBezTo>
                <a:cubicBezTo>
                  <a:pt x="403889" y="690624"/>
                  <a:pt x="411632" y="686567"/>
                  <a:pt x="417147" y="680204"/>
                </a:cubicBezTo>
                <a:cubicBezTo>
                  <a:pt x="420910" y="684271"/>
                  <a:pt x="416109" y="687681"/>
                  <a:pt x="419852" y="691739"/>
                </a:cubicBezTo>
                <a:cubicBezTo>
                  <a:pt x="416909" y="696892"/>
                  <a:pt x="412661" y="692301"/>
                  <a:pt x="412518" y="699263"/>
                </a:cubicBezTo>
                <a:cubicBezTo>
                  <a:pt x="425263" y="700807"/>
                  <a:pt x="433788" y="697063"/>
                  <a:pt x="445237" y="688871"/>
                </a:cubicBezTo>
                <a:cubicBezTo>
                  <a:pt x="450761" y="694129"/>
                  <a:pt x="441388" y="698273"/>
                  <a:pt x="445799" y="703474"/>
                </a:cubicBezTo>
                <a:cubicBezTo>
                  <a:pt x="456600" y="703378"/>
                  <a:pt x="467439" y="702140"/>
                  <a:pt x="477936" y="712408"/>
                </a:cubicBezTo>
                <a:cubicBezTo>
                  <a:pt x="483575" y="702254"/>
                  <a:pt x="487080" y="711313"/>
                  <a:pt x="490033" y="713398"/>
                </a:cubicBezTo>
                <a:cubicBezTo>
                  <a:pt x="492119" y="710284"/>
                  <a:pt x="488775" y="706807"/>
                  <a:pt x="492347" y="703835"/>
                </a:cubicBezTo>
                <a:cubicBezTo>
                  <a:pt x="499901" y="715132"/>
                  <a:pt x="518636" y="698939"/>
                  <a:pt x="519370" y="714008"/>
                </a:cubicBezTo>
                <a:cubicBezTo>
                  <a:pt x="531962" y="713094"/>
                  <a:pt x="549335" y="724105"/>
                  <a:pt x="558803" y="715456"/>
                </a:cubicBezTo>
                <a:cubicBezTo>
                  <a:pt x="564928" y="725057"/>
                  <a:pt x="571624" y="715694"/>
                  <a:pt x="577653" y="728257"/>
                </a:cubicBezTo>
                <a:cubicBezTo>
                  <a:pt x="582311" y="719390"/>
                  <a:pt x="586426" y="727896"/>
                  <a:pt x="591131" y="717961"/>
                </a:cubicBezTo>
                <a:cubicBezTo>
                  <a:pt x="594712" y="721476"/>
                  <a:pt x="592122" y="724533"/>
                  <a:pt x="594874" y="727991"/>
                </a:cubicBezTo>
                <a:cubicBezTo>
                  <a:pt x="618430" y="730048"/>
                  <a:pt x="642118" y="727819"/>
                  <a:pt x="665369" y="739906"/>
                </a:cubicBezTo>
                <a:cubicBezTo>
                  <a:pt x="666093" y="735754"/>
                  <a:pt x="668722" y="732125"/>
                  <a:pt x="664597" y="731772"/>
                </a:cubicBezTo>
                <a:cubicBezTo>
                  <a:pt x="683952" y="739011"/>
                  <a:pt x="703336" y="744945"/>
                  <a:pt x="723081" y="739545"/>
                </a:cubicBezTo>
                <a:cubicBezTo>
                  <a:pt x="727910" y="735801"/>
                  <a:pt x="732272" y="748050"/>
                  <a:pt x="737025" y="747098"/>
                </a:cubicBezTo>
                <a:cubicBezTo>
                  <a:pt x="737930" y="745012"/>
                  <a:pt x="735816" y="742678"/>
                  <a:pt x="737216" y="740631"/>
                </a:cubicBezTo>
                <a:cubicBezTo>
                  <a:pt x="743150" y="744402"/>
                  <a:pt x="750722" y="748975"/>
                  <a:pt x="759428" y="742373"/>
                </a:cubicBezTo>
                <a:cubicBezTo>
                  <a:pt x="761352" y="745736"/>
                  <a:pt x="763276" y="749146"/>
                  <a:pt x="765191" y="752518"/>
                </a:cubicBezTo>
                <a:cubicBezTo>
                  <a:pt x="785993" y="745326"/>
                  <a:pt x="806358" y="752889"/>
                  <a:pt x="826751" y="758909"/>
                </a:cubicBezTo>
                <a:cubicBezTo>
                  <a:pt x="827418" y="757337"/>
                  <a:pt x="826846" y="755690"/>
                  <a:pt x="827913" y="754137"/>
                </a:cubicBezTo>
                <a:cubicBezTo>
                  <a:pt x="863394" y="763738"/>
                  <a:pt x="899312" y="758956"/>
                  <a:pt x="934860" y="765662"/>
                </a:cubicBezTo>
                <a:cubicBezTo>
                  <a:pt x="940546" y="755909"/>
                  <a:pt x="964854" y="766757"/>
                  <a:pt x="980370" y="767596"/>
                </a:cubicBezTo>
                <a:cubicBezTo>
                  <a:pt x="988771" y="768053"/>
                  <a:pt x="995477" y="762271"/>
                  <a:pt x="1001506" y="770872"/>
                </a:cubicBezTo>
                <a:cubicBezTo>
                  <a:pt x="1002916" y="768815"/>
                  <a:pt x="1004335" y="766757"/>
                  <a:pt x="1005764" y="764719"/>
                </a:cubicBezTo>
                <a:cubicBezTo>
                  <a:pt x="1009583" y="776883"/>
                  <a:pt x="1018994" y="761205"/>
                  <a:pt x="1025757" y="772758"/>
                </a:cubicBezTo>
                <a:cubicBezTo>
                  <a:pt x="1042959" y="762405"/>
                  <a:pt x="1067191" y="777730"/>
                  <a:pt x="1087593" y="769463"/>
                </a:cubicBezTo>
                <a:cubicBezTo>
                  <a:pt x="1088888" y="771682"/>
                  <a:pt x="1090174" y="773958"/>
                  <a:pt x="1091460" y="776216"/>
                </a:cubicBezTo>
                <a:cubicBezTo>
                  <a:pt x="1117730" y="766415"/>
                  <a:pt x="1143267" y="781712"/>
                  <a:pt x="1169565" y="770968"/>
                </a:cubicBezTo>
                <a:cubicBezTo>
                  <a:pt x="1180700" y="781693"/>
                  <a:pt x="1192654" y="766367"/>
                  <a:pt x="1203798" y="776854"/>
                </a:cubicBezTo>
                <a:cubicBezTo>
                  <a:pt x="1210828" y="767786"/>
                  <a:pt x="1217200" y="779635"/>
                  <a:pt x="1224182" y="771939"/>
                </a:cubicBezTo>
                <a:cubicBezTo>
                  <a:pt x="1242841" y="779674"/>
                  <a:pt x="1261834" y="776921"/>
                  <a:pt x="1280836" y="773111"/>
                </a:cubicBezTo>
                <a:cubicBezTo>
                  <a:pt x="1322527" y="778416"/>
                  <a:pt x="1364675" y="768025"/>
                  <a:pt x="1406357" y="773139"/>
                </a:cubicBezTo>
                <a:cubicBezTo>
                  <a:pt x="1407766" y="771082"/>
                  <a:pt x="1409186" y="769034"/>
                  <a:pt x="1410595" y="766986"/>
                </a:cubicBezTo>
                <a:cubicBezTo>
                  <a:pt x="1412424" y="765453"/>
                  <a:pt x="1412367" y="769853"/>
                  <a:pt x="1411453" y="771911"/>
                </a:cubicBezTo>
                <a:cubicBezTo>
                  <a:pt x="1433760" y="767348"/>
                  <a:pt x="1449867" y="768872"/>
                  <a:pt x="1472451" y="763719"/>
                </a:cubicBezTo>
                <a:cubicBezTo>
                  <a:pt x="1473727" y="765986"/>
                  <a:pt x="1475013" y="768205"/>
                  <a:pt x="1476280" y="770472"/>
                </a:cubicBezTo>
                <a:cubicBezTo>
                  <a:pt x="1480499" y="769663"/>
                  <a:pt x="1478128" y="758709"/>
                  <a:pt x="1484557" y="764653"/>
                </a:cubicBezTo>
                <a:cubicBezTo>
                  <a:pt x="1485538" y="767834"/>
                  <a:pt x="1482833" y="765948"/>
                  <a:pt x="1481395" y="769234"/>
                </a:cubicBezTo>
                <a:cubicBezTo>
                  <a:pt x="1484109" y="771387"/>
                  <a:pt x="1488538" y="769967"/>
                  <a:pt x="1488605" y="764976"/>
                </a:cubicBezTo>
                <a:cubicBezTo>
                  <a:pt x="1653035" y="768520"/>
                  <a:pt x="1812684" y="739183"/>
                  <a:pt x="1976561" y="730010"/>
                </a:cubicBezTo>
                <a:cubicBezTo>
                  <a:pt x="1977609" y="728496"/>
                  <a:pt x="1978676" y="726933"/>
                  <a:pt x="1979743" y="725410"/>
                </a:cubicBezTo>
                <a:cubicBezTo>
                  <a:pt x="2001860" y="730477"/>
                  <a:pt x="2024605" y="714523"/>
                  <a:pt x="2046589" y="724114"/>
                </a:cubicBezTo>
                <a:cubicBezTo>
                  <a:pt x="2050542" y="722181"/>
                  <a:pt x="2054076" y="711389"/>
                  <a:pt x="2054762" y="721523"/>
                </a:cubicBezTo>
                <a:cubicBezTo>
                  <a:pt x="2057924" y="716894"/>
                  <a:pt x="2067144" y="713665"/>
                  <a:pt x="2073059" y="719723"/>
                </a:cubicBezTo>
                <a:cubicBezTo>
                  <a:pt x="2074450" y="717647"/>
                  <a:pt x="2075879" y="715599"/>
                  <a:pt x="2077279" y="713560"/>
                </a:cubicBezTo>
                <a:cubicBezTo>
                  <a:pt x="2085013" y="714294"/>
                  <a:pt x="2092700" y="716799"/>
                  <a:pt x="2100653" y="710503"/>
                </a:cubicBezTo>
                <a:cubicBezTo>
                  <a:pt x="2137839" y="718837"/>
                  <a:pt x="2175939" y="697778"/>
                  <a:pt x="2212896" y="714370"/>
                </a:cubicBezTo>
                <a:cubicBezTo>
                  <a:pt x="2214315" y="712332"/>
                  <a:pt x="2215715" y="710284"/>
                  <a:pt x="2217134" y="708236"/>
                </a:cubicBezTo>
                <a:cubicBezTo>
                  <a:pt x="2223211" y="716132"/>
                  <a:pt x="2234184" y="713865"/>
                  <a:pt x="2237432" y="706550"/>
                </a:cubicBezTo>
                <a:cubicBezTo>
                  <a:pt x="2239289" y="709417"/>
                  <a:pt x="2238166" y="711998"/>
                  <a:pt x="2240223" y="714865"/>
                </a:cubicBezTo>
                <a:cubicBezTo>
                  <a:pt x="2243090" y="702797"/>
                  <a:pt x="2246414" y="710398"/>
                  <a:pt x="2249357" y="713951"/>
                </a:cubicBezTo>
                <a:cubicBezTo>
                  <a:pt x="2259187" y="703997"/>
                  <a:pt x="2270970" y="706740"/>
                  <a:pt x="2283971" y="706931"/>
                </a:cubicBezTo>
                <a:cubicBezTo>
                  <a:pt x="2285676" y="709779"/>
                  <a:pt x="2285676" y="712475"/>
                  <a:pt x="2284743" y="715094"/>
                </a:cubicBezTo>
                <a:cubicBezTo>
                  <a:pt x="2287800" y="716713"/>
                  <a:pt x="2288372" y="703683"/>
                  <a:pt x="2293982" y="710960"/>
                </a:cubicBezTo>
                <a:cubicBezTo>
                  <a:pt x="2294982" y="709407"/>
                  <a:pt x="2293620" y="707683"/>
                  <a:pt x="2293125" y="706017"/>
                </a:cubicBezTo>
                <a:cubicBezTo>
                  <a:pt x="2296249" y="703197"/>
                  <a:pt x="2299097" y="709293"/>
                  <a:pt x="2302364" y="701892"/>
                </a:cubicBezTo>
                <a:cubicBezTo>
                  <a:pt x="2304393" y="704178"/>
                  <a:pt x="2303335" y="706274"/>
                  <a:pt x="2302154" y="708331"/>
                </a:cubicBezTo>
                <a:cubicBezTo>
                  <a:pt x="2305717" y="704112"/>
                  <a:pt x="2312499" y="699425"/>
                  <a:pt x="2318604" y="699911"/>
                </a:cubicBezTo>
                <a:cubicBezTo>
                  <a:pt x="2321281" y="708236"/>
                  <a:pt x="2315147" y="704140"/>
                  <a:pt x="2312261" y="709122"/>
                </a:cubicBezTo>
                <a:cubicBezTo>
                  <a:pt x="2324634" y="701626"/>
                  <a:pt x="2336902" y="698235"/>
                  <a:pt x="2349198" y="692548"/>
                </a:cubicBezTo>
                <a:cubicBezTo>
                  <a:pt x="2350818" y="695377"/>
                  <a:pt x="2352399" y="698216"/>
                  <a:pt x="2354018" y="701035"/>
                </a:cubicBezTo>
                <a:cubicBezTo>
                  <a:pt x="2352913" y="708341"/>
                  <a:pt x="2356933" y="697158"/>
                  <a:pt x="2352189" y="694425"/>
                </a:cubicBezTo>
                <a:cubicBezTo>
                  <a:pt x="2357904" y="686395"/>
                  <a:pt x="2363000" y="688500"/>
                  <a:pt x="2370753" y="682918"/>
                </a:cubicBezTo>
                <a:cubicBezTo>
                  <a:pt x="2372020" y="689929"/>
                  <a:pt x="2379279" y="687386"/>
                  <a:pt x="2374516" y="692939"/>
                </a:cubicBezTo>
                <a:cubicBezTo>
                  <a:pt x="2377916" y="695539"/>
                  <a:pt x="2378031" y="683519"/>
                  <a:pt x="2384612" y="693701"/>
                </a:cubicBezTo>
                <a:cubicBezTo>
                  <a:pt x="2389423" y="687195"/>
                  <a:pt x="2382193" y="688481"/>
                  <a:pt x="2380764" y="686947"/>
                </a:cubicBezTo>
                <a:cubicBezTo>
                  <a:pt x="2388099" y="678651"/>
                  <a:pt x="2394947" y="686709"/>
                  <a:pt x="2402310" y="677289"/>
                </a:cubicBezTo>
                <a:cubicBezTo>
                  <a:pt x="2403253" y="679518"/>
                  <a:pt x="2401186" y="681518"/>
                  <a:pt x="2400100" y="683576"/>
                </a:cubicBezTo>
                <a:cubicBezTo>
                  <a:pt x="2402053" y="685595"/>
                  <a:pt x="2404253" y="680194"/>
                  <a:pt x="2406053" y="687281"/>
                </a:cubicBezTo>
                <a:cubicBezTo>
                  <a:pt x="2404339" y="678242"/>
                  <a:pt x="2409673" y="683804"/>
                  <a:pt x="2413454" y="676527"/>
                </a:cubicBezTo>
                <a:cubicBezTo>
                  <a:pt x="2430847" y="689158"/>
                  <a:pt x="2450983" y="655696"/>
                  <a:pt x="2466156" y="674146"/>
                </a:cubicBezTo>
                <a:cubicBezTo>
                  <a:pt x="2469633" y="659620"/>
                  <a:pt x="2480462" y="662440"/>
                  <a:pt x="2486863" y="659563"/>
                </a:cubicBezTo>
                <a:cubicBezTo>
                  <a:pt x="2486482" y="669879"/>
                  <a:pt x="2478062" y="662135"/>
                  <a:pt x="2474443" y="668326"/>
                </a:cubicBezTo>
                <a:cubicBezTo>
                  <a:pt x="2476033" y="671527"/>
                  <a:pt x="2477757" y="670003"/>
                  <a:pt x="2479339" y="673556"/>
                </a:cubicBezTo>
                <a:cubicBezTo>
                  <a:pt x="2473471" y="677756"/>
                  <a:pt x="2467451" y="687100"/>
                  <a:pt x="2461632" y="689967"/>
                </a:cubicBezTo>
                <a:cubicBezTo>
                  <a:pt x="2462384" y="673155"/>
                  <a:pt x="2446496" y="689605"/>
                  <a:pt x="2443363" y="691777"/>
                </a:cubicBezTo>
                <a:cubicBezTo>
                  <a:pt x="2454974" y="700082"/>
                  <a:pt x="2474195" y="694748"/>
                  <a:pt x="2485206" y="680471"/>
                </a:cubicBezTo>
                <a:cubicBezTo>
                  <a:pt x="2486187" y="683252"/>
                  <a:pt x="2483368" y="685709"/>
                  <a:pt x="2481939" y="688300"/>
                </a:cubicBezTo>
                <a:cubicBezTo>
                  <a:pt x="2488235" y="686348"/>
                  <a:pt x="2501218" y="686500"/>
                  <a:pt x="2501665" y="672022"/>
                </a:cubicBezTo>
                <a:cubicBezTo>
                  <a:pt x="2505571" y="668974"/>
                  <a:pt x="2504123" y="678423"/>
                  <a:pt x="2506485" y="680509"/>
                </a:cubicBezTo>
                <a:cubicBezTo>
                  <a:pt x="2518191" y="670384"/>
                  <a:pt x="2525525" y="670526"/>
                  <a:pt x="2538508" y="658706"/>
                </a:cubicBezTo>
                <a:cubicBezTo>
                  <a:pt x="2554015" y="659115"/>
                  <a:pt x="2569550" y="659058"/>
                  <a:pt x="2585561" y="642932"/>
                </a:cubicBezTo>
                <a:cubicBezTo>
                  <a:pt x="2594591" y="645390"/>
                  <a:pt x="2609298" y="637989"/>
                  <a:pt x="2615375" y="627445"/>
                </a:cubicBezTo>
                <a:cubicBezTo>
                  <a:pt x="2634996" y="634370"/>
                  <a:pt x="2669258" y="593736"/>
                  <a:pt x="2694642" y="617415"/>
                </a:cubicBezTo>
                <a:cubicBezTo>
                  <a:pt x="2688546" y="596784"/>
                  <a:pt x="2709882" y="606109"/>
                  <a:pt x="2708701" y="587735"/>
                </a:cubicBezTo>
                <a:cubicBezTo>
                  <a:pt x="2714054" y="589364"/>
                  <a:pt x="2720026" y="570495"/>
                  <a:pt x="2725064" y="582554"/>
                </a:cubicBezTo>
                <a:cubicBezTo>
                  <a:pt x="2746858" y="564704"/>
                  <a:pt x="2768156" y="563580"/>
                  <a:pt x="2788939" y="579410"/>
                </a:cubicBezTo>
                <a:cubicBezTo>
                  <a:pt x="2791759" y="574257"/>
                  <a:pt x="2794816" y="569095"/>
                  <a:pt x="2793463" y="563580"/>
                </a:cubicBezTo>
                <a:cubicBezTo>
                  <a:pt x="2796883" y="561722"/>
                  <a:pt x="2800169" y="564466"/>
                  <a:pt x="2803351" y="570819"/>
                </a:cubicBezTo>
                <a:cubicBezTo>
                  <a:pt x="2806637" y="563418"/>
                  <a:pt x="2809542" y="567028"/>
                  <a:pt x="2812590" y="566685"/>
                </a:cubicBezTo>
                <a:cubicBezTo>
                  <a:pt x="2814076" y="557846"/>
                  <a:pt x="2816895" y="559141"/>
                  <a:pt x="2819133" y="551007"/>
                </a:cubicBezTo>
                <a:cubicBezTo>
                  <a:pt x="2817238" y="546635"/>
                  <a:pt x="2815018" y="553588"/>
                  <a:pt x="2813076" y="550569"/>
                </a:cubicBezTo>
                <a:cubicBezTo>
                  <a:pt x="2826582" y="539453"/>
                  <a:pt x="2848499" y="539701"/>
                  <a:pt x="2864529" y="556160"/>
                </a:cubicBezTo>
                <a:cubicBezTo>
                  <a:pt x="2866644" y="544349"/>
                  <a:pt x="2872492" y="541768"/>
                  <a:pt x="2879055" y="544349"/>
                </a:cubicBezTo>
                <a:cubicBezTo>
                  <a:pt x="2891971" y="520451"/>
                  <a:pt x="2908564" y="507697"/>
                  <a:pt x="2924975" y="499315"/>
                </a:cubicBezTo>
                <a:cubicBezTo>
                  <a:pt x="2926899" y="502725"/>
                  <a:pt x="2928814" y="506125"/>
                  <a:pt x="2930747" y="509506"/>
                </a:cubicBezTo>
                <a:cubicBezTo>
                  <a:pt x="2929166" y="499029"/>
                  <a:pt x="2939815" y="501772"/>
                  <a:pt x="2944301" y="496000"/>
                </a:cubicBezTo>
                <a:cubicBezTo>
                  <a:pt x="2944682" y="498191"/>
                  <a:pt x="2945102" y="500372"/>
                  <a:pt x="2944101" y="502448"/>
                </a:cubicBezTo>
                <a:cubicBezTo>
                  <a:pt x="2958732" y="498076"/>
                  <a:pt x="2972429" y="495790"/>
                  <a:pt x="2984221" y="481293"/>
                </a:cubicBezTo>
                <a:cubicBezTo>
                  <a:pt x="2999585" y="477998"/>
                  <a:pt x="3020177" y="473026"/>
                  <a:pt x="3032617" y="454309"/>
                </a:cubicBezTo>
                <a:cubicBezTo>
                  <a:pt x="3042999" y="456090"/>
                  <a:pt x="3062392" y="437145"/>
                  <a:pt x="3070812" y="429754"/>
                </a:cubicBezTo>
                <a:cubicBezTo>
                  <a:pt x="3085033" y="417314"/>
                  <a:pt x="3097711" y="407532"/>
                  <a:pt x="3108446" y="390606"/>
                </a:cubicBezTo>
                <a:cubicBezTo>
                  <a:pt x="3104579" y="390434"/>
                  <a:pt x="3104607" y="384872"/>
                  <a:pt x="3102674" y="380462"/>
                </a:cubicBezTo>
                <a:cubicBezTo>
                  <a:pt x="3105541" y="375499"/>
                  <a:pt x="3108112" y="379547"/>
                  <a:pt x="3110960" y="374623"/>
                </a:cubicBezTo>
                <a:cubicBezTo>
                  <a:pt x="3106026" y="371365"/>
                  <a:pt x="3103788" y="377433"/>
                  <a:pt x="3100950" y="370603"/>
                </a:cubicBezTo>
                <a:cubicBezTo>
                  <a:pt x="3095854" y="381728"/>
                  <a:pt x="3087453" y="365774"/>
                  <a:pt x="3085557" y="377528"/>
                </a:cubicBezTo>
                <a:cubicBezTo>
                  <a:pt x="3083109" y="380690"/>
                  <a:pt x="3081042" y="370975"/>
                  <a:pt x="3078747" y="368908"/>
                </a:cubicBezTo>
                <a:cubicBezTo>
                  <a:pt x="3072251" y="371213"/>
                  <a:pt x="3065812" y="372099"/>
                  <a:pt x="3059411" y="372242"/>
                </a:cubicBezTo>
                <a:cubicBezTo>
                  <a:pt x="3065383" y="364393"/>
                  <a:pt x="3068107" y="364050"/>
                  <a:pt x="3076261" y="350896"/>
                </a:cubicBezTo>
                <a:cubicBezTo>
                  <a:pt x="3052172" y="354820"/>
                  <a:pt x="3019387" y="357202"/>
                  <a:pt x="2991402" y="378299"/>
                </a:cubicBezTo>
                <a:cubicBezTo>
                  <a:pt x="2988640" y="380157"/>
                  <a:pt x="2986012" y="377871"/>
                  <a:pt x="2983430" y="374461"/>
                </a:cubicBezTo>
                <a:cubicBezTo>
                  <a:pt x="2983135" y="377109"/>
                  <a:pt x="2983554" y="379852"/>
                  <a:pt x="2984183" y="382595"/>
                </a:cubicBezTo>
                <a:cubicBezTo>
                  <a:pt x="2981144" y="382529"/>
                  <a:pt x="2978039" y="385015"/>
                  <a:pt x="2974943" y="386739"/>
                </a:cubicBezTo>
                <a:cubicBezTo>
                  <a:pt x="2970724" y="371880"/>
                  <a:pt x="2958770" y="395587"/>
                  <a:pt x="2953103" y="406046"/>
                </a:cubicBezTo>
                <a:cubicBezTo>
                  <a:pt x="2950264" y="400455"/>
                  <a:pt x="2954684" y="395397"/>
                  <a:pt x="2957646" y="390244"/>
                </a:cubicBezTo>
                <a:cubicBezTo>
                  <a:pt x="2954798" y="392130"/>
                  <a:pt x="2950550" y="387491"/>
                  <a:pt x="2950826" y="381624"/>
                </a:cubicBezTo>
                <a:cubicBezTo>
                  <a:pt x="2955931" y="374728"/>
                  <a:pt x="2956798" y="380890"/>
                  <a:pt x="2960237" y="371032"/>
                </a:cubicBezTo>
                <a:cubicBezTo>
                  <a:pt x="2958027" y="366069"/>
                  <a:pt x="2955208" y="381224"/>
                  <a:pt x="2953131" y="372108"/>
                </a:cubicBezTo>
                <a:cubicBezTo>
                  <a:pt x="2949340" y="375042"/>
                  <a:pt x="2951731" y="378480"/>
                  <a:pt x="2948807" y="381481"/>
                </a:cubicBezTo>
                <a:cubicBezTo>
                  <a:pt x="2947435" y="382090"/>
                  <a:pt x="2946073" y="382748"/>
                  <a:pt x="2944749" y="381167"/>
                </a:cubicBezTo>
                <a:cubicBezTo>
                  <a:pt x="2944873" y="375775"/>
                  <a:pt x="2949311" y="370708"/>
                  <a:pt x="2949293" y="365336"/>
                </a:cubicBezTo>
                <a:cubicBezTo>
                  <a:pt x="2950331" y="364383"/>
                  <a:pt x="2951302" y="365488"/>
                  <a:pt x="2952369" y="363955"/>
                </a:cubicBezTo>
                <a:cubicBezTo>
                  <a:pt x="2949893" y="373766"/>
                  <a:pt x="2958627" y="366346"/>
                  <a:pt x="2962456" y="364726"/>
                </a:cubicBezTo>
                <a:cubicBezTo>
                  <a:pt x="2964333" y="367565"/>
                  <a:pt x="2963209" y="370184"/>
                  <a:pt x="2965256" y="373023"/>
                </a:cubicBezTo>
                <a:cubicBezTo>
                  <a:pt x="2974220" y="368270"/>
                  <a:pt x="2976115" y="351639"/>
                  <a:pt x="2984211" y="348610"/>
                </a:cubicBezTo>
                <a:cubicBezTo>
                  <a:pt x="2984916" y="354630"/>
                  <a:pt x="2977191" y="359945"/>
                  <a:pt x="2974591" y="365650"/>
                </a:cubicBezTo>
                <a:cubicBezTo>
                  <a:pt x="2978249" y="366012"/>
                  <a:pt x="2985964" y="362745"/>
                  <a:pt x="2984011" y="355087"/>
                </a:cubicBezTo>
                <a:cubicBezTo>
                  <a:pt x="2993631" y="360878"/>
                  <a:pt x="3003823" y="347276"/>
                  <a:pt x="3013844" y="339580"/>
                </a:cubicBezTo>
                <a:cubicBezTo>
                  <a:pt x="3007947" y="334313"/>
                  <a:pt x="3001470" y="346877"/>
                  <a:pt x="2995279" y="351087"/>
                </a:cubicBezTo>
                <a:cubicBezTo>
                  <a:pt x="2999127" y="335599"/>
                  <a:pt x="3011386" y="331084"/>
                  <a:pt x="3017872" y="339895"/>
                </a:cubicBezTo>
                <a:cubicBezTo>
                  <a:pt x="3025893" y="331494"/>
                  <a:pt x="3033884" y="324198"/>
                  <a:pt x="3041447" y="330417"/>
                </a:cubicBezTo>
                <a:cubicBezTo>
                  <a:pt x="3066050" y="309081"/>
                  <a:pt x="3089796" y="316101"/>
                  <a:pt x="3114275" y="298813"/>
                </a:cubicBezTo>
                <a:cubicBezTo>
                  <a:pt x="3109112" y="290822"/>
                  <a:pt x="3103559" y="296337"/>
                  <a:pt x="3098511" y="284669"/>
                </a:cubicBezTo>
                <a:cubicBezTo>
                  <a:pt x="3092691" y="287688"/>
                  <a:pt x="3086967" y="287079"/>
                  <a:pt x="3081471" y="278487"/>
                </a:cubicBezTo>
                <a:cubicBezTo>
                  <a:pt x="3079490" y="280487"/>
                  <a:pt x="3080566" y="282726"/>
                  <a:pt x="3079261" y="284812"/>
                </a:cubicBezTo>
                <a:cubicBezTo>
                  <a:pt x="3075213" y="273772"/>
                  <a:pt x="3070508" y="283888"/>
                  <a:pt x="3066298" y="278935"/>
                </a:cubicBezTo>
                <a:cubicBezTo>
                  <a:pt x="3064345" y="274972"/>
                  <a:pt x="3066888" y="271429"/>
                  <a:pt x="3069650" y="267857"/>
                </a:cubicBezTo>
                <a:cubicBezTo>
                  <a:pt x="3064459" y="261104"/>
                  <a:pt x="3058830" y="268762"/>
                  <a:pt x="3053496" y="266609"/>
                </a:cubicBezTo>
                <a:cubicBezTo>
                  <a:pt x="3049477" y="262504"/>
                  <a:pt x="3055677" y="259218"/>
                  <a:pt x="3052848" y="255227"/>
                </a:cubicBezTo>
                <a:cubicBezTo>
                  <a:pt x="3045047" y="250150"/>
                  <a:pt x="3040580" y="262323"/>
                  <a:pt x="3031284" y="264857"/>
                </a:cubicBezTo>
                <a:cubicBezTo>
                  <a:pt x="3028826" y="255865"/>
                  <a:pt x="3039370" y="249379"/>
                  <a:pt x="3043028" y="244778"/>
                </a:cubicBezTo>
                <a:cubicBezTo>
                  <a:pt x="3041352" y="244445"/>
                  <a:pt x="3039723" y="242587"/>
                  <a:pt x="3038113" y="239530"/>
                </a:cubicBezTo>
                <a:cubicBezTo>
                  <a:pt x="3037113" y="241054"/>
                  <a:pt x="3038475" y="242768"/>
                  <a:pt x="3038999" y="244445"/>
                </a:cubicBezTo>
                <a:cubicBezTo>
                  <a:pt x="3034865" y="248388"/>
                  <a:pt x="3032665" y="241435"/>
                  <a:pt x="3030712" y="250283"/>
                </a:cubicBezTo>
                <a:cubicBezTo>
                  <a:pt x="3028864" y="247426"/>
                  <a:pt x="3029988" y="244807"/>
                  <a:pt x="3027931" y="241978"/>
                </a:cubicBezTo>
                <a:cubicBezTo>
                  <a:pt x="3021016" y="247340"/>
                  <a:pt x="3014329" y="245445"/>
                  <a:pt x="3007624" y="243635"/>
                </a:cubicBezTo>
                <a:cubicBezTo>
                  <a:pt x="3005062" y="247740"/>
                  <a:pt x="3004928" y="252036"/>
                  <a:pt x="3007243" y="256532"/>
                </a:cubicBezTo>
                <a:cubicBezTo>
                  <a:pt x="3005090" y="260656"/>
                  <a:pt x="3003023" y="262180"/>
                  <a:pt x="3000985" y="262561"/>
                </a:cubicBezTo>
                <a:cubicBezTo>
                  <a:pt x="2998985" y="255913"/>
                  <a:pt x="2998327" y="249369"/>
                  <a:pt x="2997537" y="242854"/>
                </a:cubicBezTo>
                <a:cubicBezTo>
                  <a:pt x="3005718" y="241149"/>
                  <a:pt x="3018101" y="228862"/>
                  <a:pt x="3020635" y="215527"/>
                </a:cubicBezTo>
                <a:cubicBezTo>
                  <a:pt x="3033217" y="212212"/>
                  <a:pt x="3045838" y="207745"/>
                  <a:pt x="3058154" y="213593"/>
                </a:cubicBezTo>
                <a:cubicBezTo>
                  <a:pt x="3055201" y="200563"/>
                  <a:pt x="3064459" y="205087"/>
                  <a:pt x="3069508" y="206373"/>
                </a:cubicBezTo>
                <a:cubicBezTo>
                  <a:pt x="3070832" y="213279"/>
                  <a:pt x="3064221" y="205783"/>
                  <a:pt x="3062297" y="210669"/>
                </a:cubicBezTo>
                <a:cubicBezTo>
                  <a:pt x="3067460" y="217965"/>
                  <a:pt x="3073279" y="204097"/>
                  <a:pt x="3078737" y="202220"/>
                </a:cubicBezTo>
                <a:cubicBezTo>
                  <a:pt x="3082481" y="206716"/>
                  <a:pt x="3076251" y="210078"/>
                  <a:pt x="3081519" y="210526"/>
                </a:cubicBezTo>
                <a:cubicBezTo>
                  <a:pt x="3082919" y="199544"/>
                  <a:pt x="3096806" y="199610"/>
                  <a:pt x="3104045" y="202573"/>
                </a:cubicBezTo>
                <a:cubicBezTo>
                  <a:pt x="3110208" y="192572"/>
                  <a:pt x="3117171" y="197420"/>
                  <a:pt x="3125572" y="192905"/>
                </a:cubicBezTo>
                <a:cubicBezTo>
                  <a:pt x="3126505" y="181932"/>
                  <a:pt x="3118314" y="190333"/>
                  <a:pt x="3115589" y="188895"/>
                </a:cubicBezTo>
                <a:cubicBezTo>
                  <a:pt x="3122638" y="182599"/>
                  <a:pt x="3139935" y="170778"/>
                  <a:pt x="3152242" y="182027"/>
                </a:cubicBezTo>
                <a:cubicBezTo>
                  <a:pt x="3160900" y="168816"/>
                  <a:pt x="3189865" y="182761"/>
                  <a:pt x="3192552" y="154405"/>
                </a:cubicBezTo>
                <a:cubicBezTo>
                  <a:pt x="3199933" y="158415"/>
                  <a:pt x="3202924" y="144118"/>
                  <a:pt x="3208906" y="149195"/>
                </a:cubicBezTo>
                <a:cubicBezTo>
                  <a:pt x="3208944" y="154776"/>
                  <a:pt x="3204858" y="152881"/>
                  <a:pt x="3205534" y="160272"/>
                </a:cubicBezTo>
                <a:cubicBezTo>
                  <a:pt x="3221898" y="149433"/>
                  <a:pt x="3238071" y="133155"/>
                  <a:pt x="3239405" y="111123"/>
                </a:cubicBezTo>
                <a:cubicBezTo>
                  <a:pt x="3235671" y="106018"/>
                  <a:pt x="3228966" y="100789"/>
                  <a:pt x="3230861" y="92654"/>
                </a:cubicBezTo>
                <a:cubicBezTo>
                  <a:pt x="3222279" y="84977"/>
                  <a:pt x="3208553" y="86987"/>
                  <a:pt x="3206344" y="66460"/>
                </a:cubicBezTo>
                <a:cubicBezTo>
                  <a:pt x="3202181" y="75347"/>
                  <a:pt x="3194790" y="71499"/>
                  <a:pt x="3193733" y="81672"/>
                </a:cubicBezTo>
                <a:cubicBezTo>
                  <a:pt x="3195037" y="83415"/>
                  <a:pt x="3196476" y="80310"/>
                  <a:pt x="3197876" y="78757"/>
                </a:cubicBezTo>
                <a:cubicBezTo>
                  <a:pt x="3199762" y="85034"/>
                  <a:pt x="3197362" y="82948"/>
                  <a:pt x="3194609" y="86606"/>
                </a:cubicBezTo>
                <a:cubicBezTo>
                  <a:pt x="3192104" y="80253"/>
                  <a:pt x="3189456" y="78538"/>
                  <a:pt x="3186732" y="79519"/>
                </a:cubicBezTo>
                <a:cubicBezTo>
                  <a:pt x="3183865" y="75528"/>
                  <a:pt x="3185036" y="71823"/>
                  <a:pt x="3188065" y="68299"/>
                </a:cubicBezTo>
                <a:cubicBezTo>
                  <a:pt x="3185484" y="67080"/>
                  <a:pt x="3183027" y="68499"/>
                  <a:pt x="3182874" y="72737"/>
                </a:cubicBezTo>
                <a:cubicBezTo>
                  <a:pt x="3176730" y="60927"/>
                  <a:pt x="3162309" y="70947"/>
                  <a:pt x="3152375" y="76852"/>
                </a:cubicBezTo>
                <a:cubicBezTo>
                  <a:pt x="3141364" y="61774"/>
                  <a:pt x="3129287" y="82358"/>
                  <a:pt x="3117456" y="93578"/>
                </a:cubicBezTo>
                <a:cubicBezTo>
                  <a:pt x="3116818" y="92454"/>
                  <a:pt x="3116180" y="91311"/>
                  <a:pt x="3115523" y="90168"/>
                </a:cubicBezTo>
                <a:cubicBezTo>
                  <a:pt x="3120495" y="73023"/>
                  <a:pt x="3131782" y="72518"/>
                  <a:pt x="3137687" y="61146"/>
                </a:cubicBezTo>
                <a:cubicBezTo>
                  <a:pt x="3135792" y="56440"/>
                  <a:pt x="3133649" y="60279"/>
                  <a:pt x="3131810" y="54211"/>
                </a:cubicBezTo>
                <a:cubicBezTo>
                  <a:pt x="3114237" y="71766"/>
                  <a:pt x="3103664" y="65098"/>
                  <a:pt x="3086614" y="76614"/>
                </a:cubicBezTo>
                <a:cubicBezTo>
                  <a:pt x="3086033" y="74938"/>
                  <a:pt x="3086710" y="73366"/>
                  <a:pt x="3085738" y="71680"/>
                </a:cubicBezTo>
                <a:cubicBezTo>
                  <a:pt x="3091901" y="69804"/>
                  <a:pt x="3101226" y="62060"/>
                  <a:pt x="3104512" y="53706"/>
                </a:cubicBezTo>
                <a:cubicBezTo>
                  <a:pt x="3101950" y="48687"/>
                  <a:pt x="3099092" y="54373"/>
                  <a:pt x="3096530" y="49887"/>
                </a:cubicBezTo>
                <a:cubicBezTo>
                  <a:pt x="3097635" y="56755"/>
                  <a:pt x="3094901" y="58279"/>
                  <a:pt x="3091329" y="54307"/>
                </a:cubicBezTo>
                <a:cubicBezTo>
                  <a:pt x="3092148" y="58679"/>
                  <a:pt x="3092006" y="62993"/>
                  <a:pt x="3090948" y="67251"/>
                </a:cubicBezTo>
                <a:cubicBezTo>
                  <a:pt x="3085110" y="63289"/>
                  <a:pt x="3071822" y="68947"/>
                  <a:pt x="3074289" y="82120"/>
                </a:cubicBezTo>
                <a:cubicBezTo>
                  <a:pt x="3071746" y="87187"/>
                  <a:pt x="3073375" y="71975"/>
                  <a:pt x="3069393" y="76900"/>
                </a:cubicBezTo>
                <a:cubicBezTo>
                  <a:pt x="3068812" y="73576"/>
                  <a:pt x="3073461" y="73699"/>
                  <a:pt x="3071698" y="67356"/>
                </a:cubicBezTo>
                <a:cubicBezTo>
                  <a:pt x="3067622" y="66118"/>
                  <a:pt x="3063840" y="78491"/>
                  <a:pt x="3065145" y="83034"/>
                </a:cubicBezTo>
                <a:cubicBezTo>
                  <a:pt x="3062392" y="85253"/>
                  <a:pt x="3063040" y="74452"/>
                  <a:pt x="3060430" y="71328"/>
                </a:cubicBezTo>
                <a:cubicBezTo>
                  <a:pt x="3054963" y="75776"/>
                  <a:pt x="3058344" y="80881"/>
                  <a:pt x="3054953" y="85463"/>
                </a:cubicBezTo>
                <a:cubicBezTo>
                  <a:pt x="3052258" y="89044"/>
                  <a:pt x="3051562" y="80224"/>
                  <a:pt x="3053125" y="78843"/>
                </a:cubicBezTo>
                <a:cubicBezTo>
                  <a:pt x="3048934" y="75605"/>
                  <a:pt x="3049762" y="85920"/>
                  <a:pt x="3048800" y="88235"/>
                </a:cubicBezTo>
                <a:cubicBezTo>
                  <a:pt x="3047562" y="87568"/>
                  <a:pt x="3043495" y="83234"/>
                  <a:pt x="3043028" y="78091"/>
                </a:cubicBezTo>
                <a:cubicBezTo>
                  <a:pt x="3045571" y="72166"/>
                  <a:pt x="3047867" y="74223"/>
                  <a:pt x="3050362" y="70547"/>
                </a:cubicBezTo>
                <a:cubicBezTo>
                  <a:pt x="3044447" y="64603"/>
                  <a:pt x="3041580" y="76204"/>
                  <a:pt x="3041876" y="82843"/>
                </a:cubicBezTo>
                <a:cubicBezTo>
                  <a:pt x="3034703" y="84225"/>
                  <a:pt x="3028226" y="84653"/>
                  <a:pt x="3023197" y="97569"/>
                </a:cubicBezTo>
                <a:cubicBezTo>
                  <a:pt x="3018053" y="92873"/>
                  <a:pt x="3023969" y="89025"/>
                  <a:pt x="3021568" y="84510"/>
                </a:cubicBezTo>
                <a:cubicBezTo>
                  <a:pt x="3025702" y="82043"/>
                  <a:pt x="3029788" y="81024"/>
                  <a:pt x="3033884" y="78976"/>
                </a:cubicBezTo>
                <a:cubicBezTo>
                  <a:pt x="3030141" y="72214"/>
                  <a:pt x="3030350" y="65775"/>
                  <a:pt x="3034475" y="59621"/>
                </a:cubicBezTo>
                <a:cubicBezTo>
                  <a:pt x="3031951" y="56135"/>
                  <a:pt x="3029446" y="59831"/>
                  <a:pt x="3029284" y="64060"/>
                </a:cubicBezTo>
                <a:cubicBezTo>
                  <a:pt x="3028903" y="56259"/>
                  <a:pt x="3024473" y="63336"/>
                  <a:pt x="3023521" y="53897"/>
                </a:cubicBezTo>
                <a:cubicBezTo>
                  <a:pt x="3017796" y="62431"/>
                  <a:pt x="3012653" y="61984"/>
                  <a:pt x="3005042" y="62203"/>
                </a:cubicBezTo>
                <a:cubicBezTo>
                  <a:pt x="3003671" y="57459"/>
                  <a:pt x="3010576" y="54059"/>
                  <a:pt x="3012167" y="61126"/>
                </a:cubicBezTo>
                <a:cubicBezTo>
                  <a:pt x="3013234" y="60126"/>
                  <a:pt x="3012777" y="59021"/>
                  <a:pt x="3012281" y="57907"/>
                </a:cubicBezTo>
                <a:cubicBezTo>
                  <a:pt x="3012977" y="56907"/>
                  <a:pt x="3013682" y="55878"/>
                  <a:pt x="3014386" y="54850"/>
                </a:cubicBezTo>
                <a:cubicBezTo>
                  <a:pt x="3010519" y="48830"/>
                  <a:pt x="3006300" y="54545"/>
                  <a:pt x="3002166" y="57116"/>
                </a:cubicBezTo>
                <a:cubicBezTo>
                  <a:pt x="3000299" y="50506"/>
                  <a:pt x="3002652" y="44200"/>
                  <a:pt x="3000747" y="37590"/>
                </a:cubicBezTo>
                <a:cubicBezTo>
                  <a:pt x="2998489" y="44334"/>
                  <a:pt x="2998422" y="41219"/>
                  <a:pt x="2994384" y="46801"/>
                </a:cubicBezTo>
                <a:cubicBezTo>
                  <a:pt x="2990698" y="42734"/>
                  <a:pt x="2991965" y="39057"/>
                  <a:pt x="2989669" y="35104"/>
                </a:cubicBezTo>
                <a:cubicBezTo>
                  <a:pt x="2987059" y="37628"/>
                  <a:pt x="2987535" y="40352"/>
                  <a:pt x="2986412" y="42924"/>
                </a:cubicBezTo>
                <a:cubicBezTo>
                  <a:pt x="2983640" y="39495"/>
                  <a:pt x="2986250" y="36428"/>
                  <a:pt x="2982668" y="32923"/>
                </a:cubicBezTo>
                <a:cubicBezTo>
                  <a:pt x="2976487" y="36428"/>
                  <a:pt x="2970448" y="35142"/>
                  <a:pt x="2964399" y="34733"/>
                </a:cubicBezTo>
                <a:cubicBezTo>
                  <a:pt x="2961866" y="27398"/>
                  <a:pt x="2966866" y="30770"/>
                  <a:pt x="2969771" y="23846"/>
                </a:cubicBezTo>
                <a:cubicBezTo>
                  <a:pt x="2966876" y="19340"/>
                  <a:pt x="2963532" y="29027"/>
                  <a:pt x="2960732" y="21531"/>
                </a:cubicBezTo>
                <a:cubicBezTo>
                  <a:pt x="2960703" y="24198"/>
                  <a:pt x="2958408" y="26732"/>
                  <a:pt x="2959484" y="29522"/>
                </a:cubicBezTo>
                <a:cubicBezTo>
                  <a:pt x="2944844" y="22769"/>
                  <a:pt x="2929528" y="37685"/>
                  <a:pt x="2914860" y="32513"/>
                </a:cubicBezTo>
                <a:cubicBezTo>
                  <a:pt x="2913764" y="34590"/>
                  <a:pt x="2915707" y="36904"/>
                  <a:pt x="2916679" y="39124"/>
                </a:cubicBezTo>
                <a:cubicBezTo>
                  <a:pt x="2914203" y="43153"/>
                  <a:pt x="2911726" y="46782"/>
                  <a:pt x="2909364" y="46677"/>
                </a:cubicBezTo>
                <a:cubicBezTo>
                  <a:pt x="2905916" y="20921"/>
                  <a:pt x="2889456" y="52754"/>
                  <a:pt x="2880998" y="47687"/>
                </a:cubicBezTo>
                <a:cubicBezTo>
                  <a:pt x="2883989" y="24741"/>
                  <a:pt x="2894752" y="31523"/>
                  <a:pt x="2903039" y="21874"/>
                </a:cubicBezTo>
                <a:cubicBezTo>
                  <a:pt x="2898781" y="16549"/>
                  <a:pt x="2893419" y="27875"/>
                  <a:pt x="2892076" y="16188"/>
                </a:cubicBezTo>
                <a:cubicBezTo>
                  <a:pt x="2889961" y="19245"/>
                  <a:pt x="2887837" y="22341"/>
                  <a:pt x="2885713" y="25389"/>
                </a:cubicBezTo>
                <a:cubicBezTo>
                  <a:pt x="2883265" y="22512"/>
                  <a:pt x="2883904" y="19826"/>
                  <a:pt x="2882922" y="17083"/>
                </a:cubicBezTo>
                <a:cubicBezTo>
                  <a:pt x="2885618" y="17483"/>
                  <a:pt x="2888533" y="10301"/>
                  <a:pt x="2891114" y="14502"/>
                </a:cubicBezTo>
                <a:cubicBezTo>
                  <a:pt x="2889761" y="7244"/>
                  <a:pt x="2893724" y="10520"/>
                  <a:pt x="2894476" y="3414"/>
                </a:cubicBezTo>
                <a:cubicBezTo>
                  <a:pt x="2890152" y="-9463"/>
                  <a:pt x="2884551" y="19226"/>
                  <a:pt x="2880236" y="5577"/>
                </a:cubicBezTo>
                <a:cubicBezTo>
                  <a:pt x="2875521" y="14368"/>
                  <a:pt x="2870587" y="23160"/>
                  <a:pt x="2866282" y="31989"/>
                </a:cubicBezTo>
                <a:cubicBezTo>
                  <a:pt x="2862329" y="27379"/>
                  <a:pt x="2864549" y="23198"/>
                  <a:pt x="2866682" y="19074"/>
                </a:cubicBezTo>
                <a:cubicBezTo>
                  <a:pt x="2863548" y="10692"/>
                  <a:pt x="2860024" y="16540"/>
                  <a:pt x="2856671" y="15054"/>
                </a:cubicBezTo>
                <a:cubicBezTo>
                  <a:pt x="2857271" y="19407"/>
                  <a:pt x="2856224" y="23665"/>
                  <a:pt x="2852242" y="27665"/>
                </a:cubicBezTo>
                <a:cubicBezTo>
                  <a:pt x="2854204" y="29665"/>
                  <a:pt x="2856405" y="24274"/>
                  <a:pt x="2858214" y="31361"/>
                </a:cubicBezTo>
                <a:cubicBezTo>
                  <a:pt x="2854719" y="35066"/>
                  <a:pt x="2851347" y="34809"/>
                  <a:pt x="2848118" y="30580"/>
                </a:cubicBezTo>
                <a:cubicBezTo>
                  <a:pt x="2844946" y="35190"/>
                  <a:pt x="2841765" y="39790"/>
                  <a:pt x="2838583" y="44420"/>
                </a:cubicBezTo>
                <a:cubicBezTo>
                  <a:pt x="2837155" y="34809"/>
                  <a:pt x="2840641" y="36828"/>
                  <a:pt x="2833773" y="35923"/>
                </a:cubicBezTo>
                <a:cubicBezTo>
                  <a:pt x="2829058" y="31266"/>
                  <a:pt x="2836231" y="27484"/>
                  <a:pt x="2832154" y="22865"/>
                </a:cubicBezTo>
                <a:cubicBezTo>
                  <a:pt x="2830420" y="38524"/>
                  <a:pt x="2824906" y="33437"/>
                  <a:pt x="2818286" y="46077"/>
                </a:cubicBezTo>
                <a:cubicBezTo>
                  <a:pt x="2812295" y="43172"/>
                  <a:pt x="2806218" y="42800"/>
                  <a:pt x="2800293" y="38190"/>
                </a:cubicBezTo>
                <a:cubicBezTo>
                  <a:pt x="2795349" y="53354"/>
                  <a:pt x="2789406" y="56050"/>
                  <a:pt x="2782300" y="64327"/>
                </a:cubicBezTo>
                <a:cubicBezTo>
                  <a:pt x="2777804" y="59660"/>
                  <a:pt x="2785882" y="55954"/>
                  <a:pt x="2784719" y="51563"/>
                </a:cubicBezTo>
                <a:cubicBezTo>
                  <a:pt x="2775461" y="52535"/>
                  <a:pt x="2765822" y="74071"/>
                  <a:pt x="2761421" y="85368"/>
                </a:cubicBezTo>
                <a:cubicBezTo>
                  <a:pt x="2770851" y="89530"/>
                  <a:pt x="2774061" y="68127"/>
                  <a:pt x="2780271" y="64165"/>
                </a:cubicBezTo>
                <a:cubicBezTo>
                  <a:pt x="2781986" y="66984"/>
                  <a:pt x="2781986" y="69689"/>
                  <a:pt x="2781043" y="72299"/>
                </a:cubicBezTo>
                <a:cubicBezTo>
                  <a:pt x="2783615" y="75423"/>
                  <a:pt x="2787777" y="65489"/>
                  <a:pt x="2785386" y="62927"/>
                </a:cubicBezTo>
                <a:cubicBezTo>
                  <a:pt x="2793683" y="76005"/>
                  <a:pt x="2810732" y="37971"/>
                  <a:pt x="2822029" y="56059"/>
                </a:cubicBezTo>
                <a:cubicBezTo>
                  <a:pt x="2814704" y="74709"/>
                  <a:pt x="2799198" y="75185"/>
                  <a:pt x="2789130" y="72928"/>
                </a:cubicBezTo>
                <a:cubicBezTo>
                  <a:pt x="2782367" y="95083"/>
                  <a:pt x="2768070" y="92835"/>
                  <a:pt x="2755068" y="94569"/>
                </a:cubicBezTo>
                <a:cubicBezTo>
                  <a:pt x="2758888" y="84834"/>
                  <a:pt x="2761050" y="77671"/>
                  <a:pt x="2762003" y="65975"/>
                </a:cubicBezTo>
                <a:cubicBezTo>
                  <a:pt x="2759088" y="72652"/>
                  <a:pt x="2756507" y="69356"/>
                  <a:pt x="2753620" y="75023"/>
                </a:cubicBezTo>
                <a:cubicBezTo>
                  <a:pt x="2744877" y="57212"/>
                  <a:pt x="2740981" y="84034"/>
                  <a:pt x="2732561" y="68546"/>
                </a:cubicBezTo>
                <a:cubicBezTo>
                  <a:pt x="2722969" y="75938"/>
                  <a:pt x="2726093" y="73852"/>
                  <a:pt x="2717083" y="78652"/>
                </a:cubicBezTo>
                <a:cubicBezTo>
                  <a:pt x="2719778" y="81596"/>
                  <a:pt x="2716435" y="84015"/>
                  <a:pt x="2717854" y="86806"/>
                </a:cubicBezTo>
                <a:cubicBezTo>
                  <a:pt x="2715073" y="89044"/>
                  <a:pt x="2712425" y="86996"/>
                  <a:pt x="2709567" y="92635"/>
                </a:cubicBezTo>
                <a:cubicBezTo>
                  <a:pt x="2705071" y="86358"/>
                  <a:pt x="2710815" y="82824"/>
                  <a:pt x="2713892" y="83272"/>
                </a:cubicBezTo>
                <a:cubicBezTo>
                  <a:pt x="2713063" y="75881"/>
                  <a:pt x="2701309" y="84748"/>
                  <a:pt x="2701490" y="92035"/>
                </a:cubicBezTo>
                <a:cubicBezTo>
                  <a:pt x="2697461" y="91206"/>
                  <a:pt x="2693232" y="97512"/>
                  <a:pt x="2689460" y="87835"/>
                </a:cubicBezTo>
                <a:cubicBezTo>
                  <a:pt x="2683774" y="86701"/>
                  <a:pt x="2677544" y="103160"/>
                  <a:pt x="2671963" y="97836"/>
                </a:cubicBezTo>
                <a:cubicBezTo>
                  <a:pt x="2668410" y="88377"/>
                  <a:pt x="2674658" y="79681"/>
                  <a:pt x="2677849" y="70747"/>
                </a:cubicBezTo>
                <a:cubicBezTo>
                  <a:pt x="2670505" y="71633"/>
                  <a:pt x="2667171" y="84891"/>
                  <a:pt x="2657256" y="82110"/>
                </a:cubicBezTo>
                <a:cubicBezTo>
                  <a:pt x="2653770" y="75681"/>
                  <a:pt x="2655742" y="74347"/>
                  <a:pt x="2651389" y="75176"/>
                </a:cubicBezTo>
                <a:cubicBezTo>
                  <a:pt x="2647931" y="81024"/>
                  <a:pt x="2657628" y="77662"/>
                  <a:pt x="2654179" y="83491"/>
                </a:cubicBezTo>
                <a:cubicBezTo>
                  <a:pt x="2657180" y="84225"/>
                  <a:pt x="2660180" y="85396"/>
                  <a:pt x="2663304" y="82577"/>
                </a:cubicBezTo>
                <a:cubicBezTo>
                  <a:pt x="2664647" y="90959"/>
                  <a:pt x="2663762" y="90092"/>
                  <a:pt x="2669181" y="89521"/>
                </a:cubicBezTo>
                <a:cubicBezTo>
                  <a:pt x="2670134" y="91740"/>
                  <a:pt x="2668057" y="93721"/>
                  <a:pt x="2666962" y="95797"/>
                </a:cubicBezTo>
                <a:cubicBezTo>
                  <a:pt x="2664171" y="98541"/>
                  <a:pt x="2661837" y="86844"/>
                  <a:pt x="2659085" y="88720"/>
                </a:cubicBezTo>
                <a:cubicBezTo>
                  <a:pt x="2659047" y="91426"/>
                  <a:pt x="2656751" y="93921"/>
                  <a:pt x="2657837" y="96702"/>
                </a:cubicBezTo>
                <a:cubicBezTo>
                  <a:pt x="2654370" y="99141"/>
                  <a:pt x="2651103" y="95636"/>
                  <a:pt x="2647741" y="95921"/>
                </a:cubicBezTo>
                <a:cubicBezTo>
                  <a:pt x="2646321" y="91549"/>
                  <a:pt x="2647340" y="89940"/>
                  <a:pt x="2649950" y="89644"/>
                </a:cubicBezTo>
                <a:cubicBezTo>
                  <a:pt x="2651932" y="88082"/>
                  <a:pt x="2650770" y="92388"/>
                  <a:pt x="2652817" y="94702"/>
                </a:cubicBezTo>
                <a:cubicBezTo>
                  <a:pt x="2653427" y="89901"/>
                  <a:pt x="2655008" y="85177"/>
                  <a:pt x="2652255" y="80091"/>
                </a:cubicBezTo>
                <a:cubicBezTo>
                  <a:pt x="2637996" y="105189"/>
                  <a:pt x="2624528" y="103970"/>
                  <a:pt x="2610688" y="115714"/>
                </a:cubicBezTo>
                <a:cubicBezTo>
                  <a:pt x="2609221" y="113438"/>
                  <a:pt x="2607783" y="111161"/>
                  <a:pt x="2608850" y="109075"/>
                </a:cubicBezTo>
                <a:cubicBezTo>
                  <a:pt x="2607659" y="114181"/>
                  <a:pt x="2597048" y="122963"/>
                  <a:pt x="2590200" y="123829"/>
                </a:cubicBezTo>
                <a:cubicBezTo>
                  <a:pt x="2589448" y="115467"/>
                  <a:pt x="2600458" y="111628"/>
                  <a:pt x="2599820" y="106780"/>
                </a:cubicBezTo>
                <a:cubicBezTo>
                  <a:pt x="2602516" y="114019"/>
                  <a:pt x="2605126" y="110247"/>
                  <a:pt x="2600887" y="105256"/>
                </a:cubicBezTo>
                <a:cubicBezTo>
                  <a:pt x="2589390" y="112600"/>
                  <a:pt x="2579008" y="116162"/>
                  <a:pt x="2570188" y="115800"/>
                </a:cubicBezTo>
                <a:cubicBezTo>
                  <a:pt x="2567035" y="104732"/>
                  <a:pt x="2580913" y="109009"/>
                  <a:pt x="2580866" y="97179"/>
                </a:cubicBezTo>
                <a:cubicBezTo>
                  <a:pt x="2576941" y="97464"/>
                  <a:pt x="2575703" y="94007"/>
                  <a:pt x="2573655" y="101474"/>
                </a:cubicBezTo>
                <a:cubicBezTo>
                  <a:pt x="2560472" y="92540"/>
                  <a:pt x="2536260" y="116952"/>
                  <a:pt x="2522477" y="120201"/>
                </a:cubicBezTo>
                <a:cubicBezTo>
                  <a:pt x="2519563" y="115657"/>
                  <a:pt x="2530554" y="112190"/>
                  <a:pt x="2524897" y="107427"/>
                </a:cubicBezTo>
                <a:cubicBezTo>
                  <a:pt x="2522915" y="116533"/>
                  <a:pt x="2517819" y="118981"/>
                  <a:pt x="2513324" y="121105"/>
                </a:cubicBezTo>
                <a:cubicBezTo>
                  <a:pt x="2516305" y="122915"/>
                  <a:pt x="2519267" y="125687"/>
                  <a:pt x="2522382" y="123449"/>
                </a:cubicBezTo>
                <a:cubicBezTo>
                  <a:pt x="2522953" y="125087"/>
                  <a:pt x="2522277" y="126649"/>
                  <a:pt x="2523230" y="128364"/>
                </a:cubicBezTo>
                <a:cubicBezTo>
                  <a:pt x="2516991" y="133926"/>
                  <a:pt x="2511276" y="121944"/>
                  <a:pt x="2504856" y="133393"/>
                </a:cubicBezTo>
                <a:cubicBezTo>
                  <a:pt x="2503008" y="130554"/>
                  <a:pt x="2504132" y="127954"/>
                  <a:pt x="2502084" y="125087"/>
                </a:cubicBezTo>
                <a:cubicBezTo>
                  <a:pt x="2497112" y="132431"/>
                  <a:pt x="2492578" y="127020"/>
                  <a:pt x="2487740" y="130449"/>
                </a:cubicBezTo>
                <a:cubicBezTo>
                  <a:pt x="2486054" y="127649"/>
                  <a:pt x="2486034" y="124935"/>
                  <a:pt x="2486968" y="122306"/>
                </a:cubicBezTo>
                <a:cubicBezTo>
                  <a:pt x="2484692" y="119696"/>
                  <a:pt x="2482120" y="126935"/>
                  <a:pt x="2479948" y="120124"/>
                </a:cubicBezTo>
                <a:cubicBezTo>
                  <a:pt x="2477795" y="122134"/>
                  <a:pt x="2478691" y="124353"/>
                  <a:pt x="2479758" y="126601"/>
                </a:cubicBezTo>
                <a:cubicBezTo>
                  <a:pt x="2461069" y="124496"/>
                  <a:pt x="2448477" y="127182"/>
                  <a:pt x="2430028" y="130849"/>
                </a:cubicBezTo>
                <a:cubicBezTo>
                  <a:pt x="2428589" y="127468"/>
                  <a:pt x="2429656" y="124334"/>
                  <a:pt x="2432342" y="121324"/>
                </a:cubicBezTo>
                <a:cubicBezTo>
                  <a:pt x="2429332" y="120372"/>
                  <a:pt x="2426189" y="124020"/>
                  <a:pt x="2423189" y="122210"/>
                </a:cubicBezTo>
                <a:cubicBezTo>
                  <a:pt x="2418226" y="126154"/>
                  <a:pt x="2425141" y="130992"/>
                  <a:pt x="2420788" y="134964"/>
                </a:cubicBezTo>
                <a:cubicBezTo>
                  <a:pt x="2416264" y="128135"/>
                  <a:pt x="2411482" y="130716"/>
                  <a:pt x="2406568" y="137117"/>
                </a:cubicBezTo>
                <a:cubicBezTo>
                  <a:pt x="2403796" y="133640"/>
                  <a:pt x="2406377" y="130621"/>
                  <a:pt x="2402796" y="127106"/>
                </a:cubicBezTo>
                <a:cubicBezTo>
                  <a:pt x="2400938" y="130735"/>
                  <a:pt x="2403329" y="134698"/>
                  <a:pt x="2401443" y="138327"/>
                </a:cubicBezTo>
                <a:cubicBezTo>
                  <a:pt x="2395985" y="128859"/>
                  <a:pt x="2396785" y="139022"/>
                  <a:pt x="2389222" y="140622"/>
                </a:cubicBezTo>
                <a:cubicBezTo>
                  <a:pt x="2386479" y="137184"/>
                  <a:pt x="2389070" y="134126"/>
                  <a:pt x="2385479" y="130621"/>
                </a:cubicBezTo>
                <a:cubicBezTo>
                  <a:pt x="2384603" y="133240"/>
                  <a:pt x="2384536" y="135936"/>
                  <a:pt x="2386251" y="138793"/>
                </a:cubicBezTo>
                <a:cubicBezTo>
                  <a:pt x="2379802" y="143289"/>
                  <a:pt x="2366182" y="131993"/>
                  <a:pt x="2366544" y="121039"/>
                </a:cubicBezTo>
                <a:cubicBezTo>
                  <a:pt x="2356923" y="126782"/>
                  <a:pt x="2374040" y="130954"/>
                  <a:pt x="2367982" y="140594"/>
                </a:cubicBezTo>
                <a:cubicBezTo>
                  <a:pt x="2364515" y="140260"/>
                  <a:pt x="2365629" y="135936"/>
                  <a:pt x="2361162" y="131983"/>
                </a:cubicBezTo>
                <a:cubicBezTo>
                  <a:pt x="2356342" y="138050"/>
                  <a:pt x="2350818" y="131726"/>
                  <a:pt x="2348656" y="143946"/>
                </a:cubicBezTo>
                <a:cubicBezTo>
                  <a:pt x="2344226" y="143899"/>
                  <a:pt x="2339169" y="144832"/>
                  <a:pt x="2337778" y="134993"/>
                </a:cubicBezTo>
                <a:cubicBezTo>
                  <a:pt x="2336006" y="137574"/>
                  <a:pt x="2334254" y="140127"/>
                  <a:pt x="2332492" y="142689"/>
                </a:cubicBezTo>
                <a:cubicBezTo>
                  <a:pt x="2336045" y="151500"/>
                  <a:pt x="2333920" y="135898"/>
                  <a:pt x="2337483" y="144718"/>
                </a:cubicBezTo>
                <a:cubicBezTo>
                  <a:pt x="2334549" y="156643"/>
                  <a:pt x="2319804" y="147528"/>
                  <a:pt x="2310832" y="155576"/>
                </a:cubicBezTo>
                <a:cubicBezTo>
                  <a:pt x="2312384" y="149138"/>
                  <a:pt x="2311565" y="143661"/>
                  <a:pt x="2316309" y="141432"/>
                </a:cubicBezTo>
                <a:cubicBezTo>
                  <a:pt x="2309451" y="132231"/>
                  <a:pt x="2307908" y="153529"/>
                  <a:pt x="2300726" y="154795"/>
                </a:cubicBezTo>
                <a:cubicBezTo>
                  <a:pt x="2296325" y="144270"/>
                  <a:pt x="2291334" y="153186"/>
                  <a:pt x="2286496" y="156967"/>
                </a:cubicBezTo>
                <a:cubicBezTo>
                  <a:pt x="2281047" y="147652"/>
                  <a:pt x="2275189" y="151662"/>
                  <a:pt x="2269379" y="154005"/>
                </a:cubicBezTo>
                <a:cubicBezTo>
                  <a:pt x="2268055" y="146918"/>
                  <a:pt x="2274722" y="151719"/>
                  <a:pt x="2276675" y="146461"/>
                </a:cubicBezTo>
                <a:cubicBezTo>
                  <a:pt x="2274742" y="141470"/>
                  <a:pt x="2279656" y="136984"/>
                  <a:pt x="2278142" y="132012"/>
                </a:cubicBezTo>
                <a:cubicBezTo>
                  <a:pt x="2272436" y="141460"/>
                  <a:pt x="2264407" y="142765"/>
                  <a:pt x="2259282" y="153195"/>
                </a:cubicBezTo>
                <a:cubicBezTo>
                  <a:pt x="2257701" y="150071"/>
                  <a:pt x="2255196" y="152738"/>
                  <a:pt x="2251310" y="149357"/>
                </a:cubicBezTo>
                <a:cubicBezTo>
                  <a:pt x="2249262" y="139803"/>
                  <a:pt x="2263435" y="148033"/>
                  <a:pt x="2255730" y="136764"/>
                </a:cubicBezTo>
                <a:cubicBezTo>
                  <a:pt x="2258940" y="130402"/>
                  <a:pt x="2261730" y="138965"/>
                  <a:pt x="2264969" y="132612"/>
                </a:cubicBezTo>
                <a:cubicBezTo>
                  <a:pt x="2262102" y="124820"/>
                  <a:pt x="2253415" y="137746"/>
                  <a:pt x="2254006" y="126906"/>
                </a:cubicBezTo>
                <a:cubicBezTo>
                  <a:pt x="2250615" y="132535"/>
                  <a:pt x="2247033" y="129906"/>
                  <a:pt x="2241576" y="135641"/>
                </a:cubicBezTo>
                <a:cubicBezTo>
                  <a:pt x="2242042" y="122468"/>
                  <a:pt x="2235756" y="135231"/>
                  <a:pt x="2230707" y="126706"/>
                </a:cubicBezTo>
                <a:cubicBezTo>
                  <a:pt x="2224345" y="135993"/>
                  <a:pt x="2218382" y="132916"/>
                  <a:pt x="2212143" y="138193"/>
                </a:cubicBezTo>
                <a:cubicBezTo>
                  <a:pt x="2211924" y="144804"/>
                  <a:pt x="2216953" y="149880"/>
                  <a:pt x="2220030" y="145289"/>
                </a:cubicBezTo>
                <a:cubicBezTo>
                  <a:pt x="2219296" y="156481"/>
                  <a:pt x="2210486" y="149680"/>
                  <a:pt x="2206752" y="149118"/>
                </a:cubicBezTo>
                <a:cubicBezTo>
                  <a:pt x="2205895" y="144061"/>
                  <a:pt x="2208686" y="139003"/>
                  <a:pt x="2210124" y="138050"/>
                </a:cubicBezTo>
                <a:cubicBezTo>
                  <a:pt x="2209486" y="132745"/>
                  <a:pt x="2206571" y="132459"/>
                  <a:pt x="2206466" y="124820"/>
                </a:cubicBezTo>
                <a:cubicBezTo>
                  <a:pt x="2205914" y="139327"/>
                  <a:pt x="2200466" y="128497"/>
                  <a:pt x="2194922" y="138498"/>
                </a:cubicBezTo>
                <a:cubicBezTo>
                  <a:pt x="2197018" y="147128"/>
                  <a:pt x="2199685" y="137507"/>
                  <a:pt x="2201847" y="143889"/>
                </a:cubicBezTo>
                <a:cubicBezTo>
                  <a:pt x="2198465" y="144489"/>
                  <a:pt x="2194912" y="150214"/>
                  <a:pt x="2191750" y="143108"/>
                </a:cubicBezTo>
                <a:cubicBezTo>
                  <a:pt x="2190798" y="139927"/>
                  <a:pt x="2193493" y="141794"/>
                  <a:pt x="2194922" y="138498"/>
                </a:cubicBezTo>
                <a:cubicBezTo>
                  <a:pt x="2193512" y="135260"/>
                  <a:pt x="2190636" y="136707"/>
                  <a:pt x="2192045" y="133421"/>
                </a:cubicBezTo>
                <a:cubicBezTo>
                  <a:pt x="2188369" y="128316"/>
                  <a:pt x="2190512" y="143880"/>
                  <a:pt x="2186950" y="134640"/>
                </a:cubicBezTo>
                <a:cubicBezTo>
                  <a:pt x="2187902" y="140127"/>
                  <a:pt x="2189798" y="145642"/>
                  <a:pt x="2186464" y="150776"/>
                </a:cubicBezTo>
                <a:cubicBezTo>
                  <a:pt x="2181597" y="150557"/>
                  <a:pt x="2186264" y="145327"/>
                  <a:pt x="2182720" y="140784"/>
                </a:cubicBezTo>
                <a:cubicBezTo>
                  <a:pt x="2179901" y="144346"/>
                  <a:pt x="2180882" y="148185"/>
                  <a:pt x="2181368" y="152014"/>
                </a:cubicBezTo>
                <a:cubicBezTo>
                  <a:pt x="2179663" y="152471"/>
                  <a:pt x="2178053" y="149718"/>
                  <a:pt x="2176272" y="153233"/>
                </a:cubicBezTo>
                <a:cubicBezTo>
                  <a:pt x="2171110" y="145813"/>
                  <a:pt x="2179615" y="139460"/>
                  <a:pt x="2175891" y="132154"/>
                </a:cubicBezTo>
                <a:cubicBezTo>
                  <a:pt x="2174710" y="136403"/>
                  <a:pt x="2172862" y="140556"/>
                  <a:pt x="2173481" y="144918"/>
                </a:cubicBezTo>
                <a:cubicBezTo>
                  <a:pt x="2169900" y="151938"/>
                  <a:pt x="2166966" y="137431"/>
                  <a:pt x="2163280" y="147366"/>
                </a:cubicBezTo>
                <a:cubicBezTo>
                  <a:pt x="2159584" y="143299"/>
                  <a:pt x="2160870" y="139622"/>
                  <a:pt x="2158584" y="135688"/>
                </a:cubicBezTo>
                <a:cubicBezTo>
                  <a:pt x="2153984" y="142032"/>
                  <a:pt x="2149745" y="137669"/>
                  <a:pt x="2145392" y="136288"/>
                </a:cubicBezTo>
                <a:cubicBezTo>
                  <a:pt x="2142735" y="147366"/>
                  <a:pt x="2135295" y="143908"/>
                  <a:pt x="2130000" y="143175"/>
                </a:cubicBezTo>
                <a:cubicBezTo>
                  <a:pt x="2127285" y="139708"/>
                  <a:pt x="2135362" y="137127"/>
                  <a:pt x="2130295" y="133469"/>
                </a:cubicBezTo>
                <a:cubicBezTo>
                  <a:pt x="2125628" y="143280"/>
                  <a:pt x="2120646" y="138003"/>
                  <a:pt x="2113950" y="138679"/>
                </a:cubicBezTo>
                <a:cubicBezTo>
                  <a:pt x="2109702" y="142127"/>
                  <a:pt x="2115674" y="146366"/>
                  <a:pt x="2112597" y="149909"/>
                </a:cubicBezTo>
                <a:cubicBezTo>
                  <a:pt x="2106682" y="151395"/>
                  <a:pt x="2111693" y="140270"/>
                  <a:pt x="2106920" y="136498"/>
                </a:cubicBezTo>
                <a:cubicBezTo>
                  <a:pt x="2104244" y="136822"/>
                  <a:pt x="2103149" y="138422"/>
                  <a:pt x="2102691" y="142651"/>
                </a:cubicBezTo>
                <a:cubicBezTo>
                  <a:pt x="2093147" y="124182"/>
                  <a:pt x="2082184" y="151157"/>
                  <a:pt x="2072383" y="140289"/>
                </a:cubicBezTo>
                <a:cubicBezTo>
                  <a:pt x="2068744" y="150985"/>
                  <a:pt x="2066554" y="149147"/>
                  <a:pt x="2059791" y="155519"/>
                </a:cubicBezTo>
                <a:cubicBezTo>
                  <a:pt x="2057962" y="155710"/>
                  <a:pt x="2056809" y="149042"/>
                  <a:pt x="2052857" y="150138"/>
                </a:cubicBezTo>
                <a:cubicBezTo>
                  <a:pt x="2051895" y="141937"/>
                  <a:pt x="2058953" y="146099"/>
                  <a:pt x="2061239" y="141089"/>
                </a:cubicBezTo>
                <a:cubicBezTo>
                  <a:pt x="2055085" y="135717"/>
                  <a:pt x="2050323" y="142156"/>
                  <a:pt x="2045846" y="147966"/>
                </a:cubicBezTo>
                <a:cubicBezTo>
                  <a:pt x="2040855" y="144908"/>
                  <a:pt x="2043236" y="141213"/>
                  <a:pt x="2040169" y="134574"/>
                </a:cubicBezTo>
                <a:cubicBezTo>
                  <a:pt x="2036112" y="136669"/>
                  <a:pt x="2033845" y="131878"/>
                  <a:pt x="2031892" y="140394"/>
                </a:cubicBezTo>
                <a:cubicBezTo>
                  <a:pt x="2030625" y="138174"/>
                  <a:pt x="2029330" y="135907"/>
                  <a:pt x="2028053" y="133659"/>
                </a:cubicBezTo>
                <a:cubicBezTo>
                  <a:pt x="2029673" y="142470"/>
                  <a:pt x="2018871" y="145499"/>
                  <a:pt x="2014880" y="134259"/>
                </a:cubicBezTo>
                <a:cubicBezTo>
                  <a:pt x="2011518" y="145918"/>
                  <a:pt x="2008737" y="140756"/>
                  <a:pt x="2003612" y="138222"/>
                </a:cubicBezTo>
                <a:cubicBezTo>
                  <a:pt x="1999402" y="143803"/>
                  <a:pt x="2004032" y="140146"/>
                  <a:pt x="2005451" y="144832"/>
                </a:cubicBezTo>
                <a:cubicBezTo>
                  <a:pt x="2002965" y="148956"/>
                  <a:pt x="2000726" y="144756"/>
                  <a:pt x="1998326" y="145889"/>
                </a:cubicBezTo>
                <a:cubicBezTo>
                  <a:pt x="1994545" y="137984"/>
                  <a:pt x="1997259" y="138098"/>
                  <a:pt x="1998726" y="132993"/>
                </a:cubicBezTo>
                <a:cubicBezTo>
                  <a:pt x="1994354" y="132736"/>
                  <a:pt x="1990020" y="130602"/>
                  <a:pt x="1985934" y="120648"/>
                </a:cubicBezTo>
                <a:cubicBezTo>
                  <a:pt x="1986991" y="118610"/>
                  <a:pt x="1988020" y="118324"/>
                  <a:pt x="1989010" y="119296"/>
                </a:cubicBezTo>
                <a:cubicBezTo>
                  <a:pt x="1988468" y="113133"/>
                  <a:pt x="1979028" y="115819"/>
                  <a:pt x="1974971" y="114971"/>
                </a:cubicBezTo>
                <a:cubicBezTo>
                  <a:pt x="1985505" y="120191"/>
                  <a:pt x="1983458" y="130649"/>
                  <a:pt x="1993621" y="134202"/>
                </a:cubicBezTo>
                <a:cubicBezTo>
                  <a:pt x="1983896" y="147547"/>
                  <a:pt x="1982915" y="123992"/>
                  <a:pt x="1975628" y="126335"/>
                </a:cubicBezTo>
                <a:cubicBezTo>
                  <a:pt x="1975771" y="133364"/>
                  <a:pt x="1983219" y="140955"/>
                  <a:pt x="1982076" y="147880"/>
                </a:cubicBezTo>
                <a:cubicBezTo>
                  <a:pt x="1979457" y="141556"/>
                  <a:pt x="1972513" y="142375"/>
                  <a:pt x="1970351" y="134031"/>
                </a:cubicBezTo>
                <a:cubicBezTo>
                  <a:pt x="1967427" y="140803"/>
                  <a:pt x="1967236" y="147794"/>
                  <a:pt x="1964665" y="154643"/>
                </a:cubicBezTo>
                <a:cubicBezTo>
                  <a:pt x="1966008" y="143137"/>
                  <a:pt x="1960931" y="143594"/>
                  <a:pt x="1957064" y="137841"/>
                </a:cubicBezTo>
                <a:cubicBezTo>
                  <a:pt x="1955159" y="133364"/>
                  <a:pt x="1961512" y="129573"/>
                  <a:pt x="1957445" y="124925"/>
                </a:cubicBezTo>
                <a:cubicBezTo>
                  <a:pt x="1955597" y="130049"/>
                  <a:pt x="1954644" y="130049"/>
                  <a:pt x="1955035" y="137679"/>
                </a:cubicBezTo>
                <a:cubicBezTo>
                  <a:pt x="1952358" y="137889"/>
                  <a:pt x="1948701" y="131678"/>
                  <a:pt x="1950892" y="140613"/>
                </a:cubicBezTo>
                <a:cubicBezTo>
                  <a:pt x="1947891" y="140346"/>
                  <a:pt x="1944976" y="135650"/>
                  <a:pt x="1942062" y="131831"/>
                </a:cubicBezTo>
                <a:cubicBezTo>
                  <a:pt x="1942005" y="126839"/>
                  <a:pt x="1951291" y="131773"/>
                  <a:pt x="1949472" y="121067"/>
                </a:cubicBezTo>
                <a:cubicBezTo>
                  <a:pt x="1943967" y="126554"/>
                  <a:pt x="1919430" y="139422"/>
                  <a:pt x="1924174" y="120734"/>
                </a:cubicBezTo>
                <a:cubicBezTo>
                  <a:pt x="1921164" y="119991"/>
                  <a:pt x="1917897" y="127535"/>
                  <a:pt x="1915049" y="121658"/>
                </a:cubicBezTo>
                <a:cubicBezTo>
                  <a:pt x="1910506" y="136822"/>
                  <a:pt x="1899952" y="124220"/>
                  <a:pt x="1892217" y="139289"/>
                </a:cubicBezTo>
                <a:cubicBezTo>
                  <a:pt x="1890589" y="128487"/>
                  <a:pt x="1884273" y="135107"/>
                  <a:pt x="1886569" y="125897"/>
                </a:cubicBezTo>
                <a:cubicBezTo>
                  <a:pt x="1883169" y="123201"/>
                  <a:pt x="1883826" y="134155"/>
                  <a:pt x="1879168" y="136660"/>
                </a:cubicBezTo>
                <a:cubicBezTo>
                  <a:pt x="1871443" y="135393"/>
                  <a:pt x="1863824" y="130449"/>
                  <a:pt x="1855775" y="139708"/>
                </a:cubicBezTo>
                <a:cubicBezTo>
                  <a:pt x="1855080" y="130649"/>
                  <a:pt x="1848384" y="132955"/>
                  <a:pt x="1847698" y="139070"/>
                </a:cubicBezTo>
                <a:cubicBezTo>
                  <a:pt x="1844926" y="130316"/>
                  <a:pt x="1841716" y="135707"/>
                  <a:pt x="1838859" y="130316"/>
                </a:cubicBezTo>
                <a:cubicBezTo>
                  <a:pt x="1839697" y="135641"/>
                  <a:pt x="1841230" y="135822"/>
                  <a:pt x="1842516" y="143546"/>
                </a:cubicBezTo>
                <a:cubicBezTo>
                  <a:pt x="1838573" y="144337"/>
                  <a:pt x="1834182" y="137641"/>
                  <a:pt x="1832696" y="133059"/>
                </a:cubicBezTo>
                <a:cubicBezTo>
                  <a:pt x="1827390" y="131231"/>
                  <a:pt x="1829781" y="142460"/>
                  <a:pt x="1822618" y="132297"/>
                </a:cubicBezTo>
                <a:cubicBezTo>
                  <a:pt x="1822152" y="134945"/>
                  <a:pt x="1823723" y="137755"/>
                  <a:pt x="1821351" y="140270"/>
                </a:cubicBezTo>
                <a:cubicBezTo>
                  <a:pt x="1825809" y="138393"/>
                  <a:pt x="1830086" y="141079"/>
                  <a:pt x="1834325" y="146118"/>
                </a:cubicBezTo>
                <a:cubicBezTo>
                  <a:pt x="1826933" y="145499"/>
                  <a:pt x="1819542" y="144004"/>
                  <a:pt x="1812122" y="144413"/>
                </a:cubicBezTo>
                <a:cubicBezTo>
                  <a:pt x="1811541" y="142765"/>
                  <a:pt x="1812217" y="141203"/>
                  <a:pt x="1811245" y="139498"/>
                </a:cubicBezTo>
                <a:cubicBezTo>
                  <a:pt x="1814722" y="136650"/>
                  <a:pt x="1820951" y="143670"/>
                  <a:pt x="1821542" y="133812"/>
                </a:cubicBezTo>
                <a:cubicBezTo>
                  <a:pt x="1816332" y="128478"/>
                  <a:pt x="1811493" y="141194"/>
                  <a:pt x="1804435" y="130869"/>
                </a:cubicBezTo>
                <a:cubicBezTo>
                  <a:pt x="1803006" y="133193"/>
                  <a:pt x="1801587" y="135488"/>
                  <a:pt x="1800292" y="133783"/>
                </a:cubicBezTo>
                <a:cubicBezTo>
                  <a:pt x="1799396" y="136412"/>
                  <a:pt x="1799330" y="139089"/>
                  <a:pt x="1801063" y="141937"/>
                </a:cubicBezTo>
                <a:cubicBezTo>
                  <a:pt x="1796501" y="147271"/>
                  <a:pt x="1792300" y="141032"/>
                  <a:pt x="1787785" y="145737"/>
                </a:cubicBezTo>
                <a:cubicBezTo>
                  <a:pt x="1784194" y="142232"/>
                  <a:pt x="1786785" y="139193"/>
                  <a:pt x="1784023" y="135755"/>
                </a:cubicBezTo>
                <a:cubicBezTo>
                  <a:pt x="1780041" y="139622"/>
                  <a:pt x="1786033" y="143946"/>
                  <a:pt x="1780737" y="143556"/>
                </a:cubicBezTo>
                <a:cubicBezTo>
                  <a:pt x="1777003" y="139089"/>
                  <a:pt x="1783223" y="135726"/>
                  <a:pt x="1777965" y="135279"/>
                </a:cubicBezTo>
                <a:cubicBezTo>
                  <a:pt x="1775079" y="137736"/>
                  <a:pt x="1778289" y="140689"/>
                  <a:pt x="1776708" y="143251"/>
                </a:cubicBezTo>
                <a:cubicBezTo>
                  <a:pt x="1761363" y="123077"/>
                  <a:pt x="1742075" y="141460"/>
                  <a:pt x="1729492" y="131507"/>
                </a:cubicBezTo>
                <a:cubicBezTo>
                  <a:pt x="1727873" y="128163"/>
                  <a:pt x="1732483" y="125287"/>
                  <a:pt x="1731797" y="121982"/>
                </a:cubicBezTo>
                <a:cubicBezTo>
                  <a:pt x="1726178" y="118448"/>
                  <a:pt x="1720005" y="132812"/>
                  <a:pt x="1714681" y="119039"/>
                </a:cubicBezTo>
                <a:cubicBezTo>
                  <a:pt x="1713805" y="121648"/>
                  <a:pt x="1713738" y="124344"/>
                  <a:pt x="1715443" y="127201"/>
                </a:cubicBezTo>
                <a:cubicBezTo>
                  <a:pt x="1713252" y="132916"/>
                  <a:pt x="1711357" y="128783"/>
                  <a:pt x="1709204" y="133155"/>
                </a:cubicBezTo>
                <a:cubicBezTo>
                  <a:pt x="1706651" y="130259"/>
                  <a:pt x="1708890" y="127735"/>
                  <a:pt x="1710461" y="125173"/>
                </a:cubicBezTo>
                <a:cubicBezTo>
                  <a:pt x="1707566" y="120686"/>
                  <a:pt x="1704375" y="125563"/>
                  <a:pt x="1701403" y="122877"/>
                </a:cubicBezTo>
                <a:cubicBezTo>
                  <a:pt x="1700317" y="124935"/>
                  <a:pt x="1702260" y="127259"/>
                  <a:pt x="1703232" y="129468"/>
                </a:cubicBezTo>
                <a:cubicBezTo>
                  <a:pt x="1701051" y="134888"/>
                  <a:pt x="1699193" y="129202"/>
                  <a:pt x="1697069" y="132212"/>
                </a:cubicBezTo>
                <a:cubicBezTo>
                  <a:pt x="1696793" y="129497"/>
                  <a:pt x="1698517" y="126935"/>
                  <a:pt x="1696307" y="124077"/>
                </a:cubicBezTo>
                <a:cubicBezTo>
                  <a:pt x="1694907" y="126116"/>
                  <a:pt x="1693488" y="128192"/>
                  <a:pt x="1692069" y="130221"/>
                </a:cubicBezTo>
                <a:cubicBezTo>
                  <a:pt x="1689326" y="126782"/>
                  <a:pt x="1691916" y="123744"/>
                  <a:pt x="1688325" y="120220"/>
                </a:cubicBezTo>
                <a:cubicBezTo>
                  <a:pt x="1678486" y="122248"/>
                  <a:pt x="1668637" y="124153"/>
                  <a:pt x="1658912" y="122801"/>
                </a:cubicBezTo>
                <a:cubicBezTo>
                  <a:pt x="1659865" y="124506"/>
                  <a:pt x="1660817" y="126182"/>
                  <a:pt x="1661779" y="127878"/>
                </a:cubicBezTo>
                <a:cubicBezTo>
                  <a:pt x="1659103" y="127478"/>
                  <a:pt x="1656169" y="134660"/>
                  <a:pt x="1653607" y="130478"/>
                </a:cubicBezTo>
                <a:cubicBezTo>
                  <a:pt x="1651054" y="127563"/>
                  <a:pt x="1653283" y="125039"/>
                  <a:pt x="1654855" y="122477"/>
                </a:cubicBezTo>
                <a:cubicBezTo>
                  <a:pt x="1648997" y="118257"/>
                  <a:pt x="1638224" y="126058"/>
                  <a:pt x="1635423" y="129068"/>
                </a:cubicBezTo>
                <a:cubicBezTo>
                  <a:pt x="1633966" y="122239"/>
                  <a:pt x="1631594" y="120534"/>
                  <a:pt x="1627451" y="125201"/>
                </a:cubicBezTo>
                <a:cubicBezTo>
                  <a:pt x="1632509" y="131783"/>
                  <a:pt x="1627880" y="131669"/>
                  <a:pt x="1625127" y="134726"/>
                </a:cubicBezTo>
                <a:cubicBezTo>
                  <a:pt x="1634433" y="132078"/>
                  <a:pt x="1638205" y="141622"/>
                  <a:pt x="1648311" y="138136"/>
                </a:cubicBezTo>
                <a:cubicBezTo>
                  <a:pt x="1649435" y="135174"/>
                  <a:pt x="1647368" y="136812"/>
                  <a:pt x="1646406" y="134755"/>
                </a:cubicBezTo>
                <a:cubicBezTo>
                  <a:pt x="1648654" y="127706"/>
                  <a:pt x="1650311" y="139070"/>
                  <a:pt x="1652568" y="132002"/>
                </a:cubicBezTo>
                <a:cubicBezTo>
                  <a:pt x="1655597" y="140184"/>
                  <a:pt x="1655702" y="138069"/>
                  <a:pt x="1660246" y="145546"/>
                </a:cubicBezTo>
                <a:cubicBezTo>
                  <a:pt x="1648587" y="138022"/>
                  <a:pt x="1632299" y="150814"/>
                  <a:pt x="1623984" y="139479"/>
                </a:cubicBezTo>
                <a:cubicBezTo>
                  <a:pt x="1623308" y="141051"/>
                  <a:pt x="1623889" y="142746"/>
                  <a:pt x="1622822" y="144251"/>
                </a:cubicBezTo>
                <a:cubicBezTo>
                  <a:pt x="1618869" y="147328"/>
                  <a:pt x="1623841" y="138155"/>
                  <a:pt x="1620050" y="135964"/>
                </a:cubicBezTo>
                <a:cubicBezTo>
                  <a:pt x="1613583" y="148814"/>
                  <a:pt x="1607763" y="140460"/>
                  <a:pt x="1601753" y="137755"/>
                </a:cubicBezTo>
                <a:cubicBezTo>
                  <a:pt x="1599876" y="146585"/>
                  <a:pt x="1595647" y="145680"/>
                  <a:pt x="1591475" y="143461"/>
                </a:cubicBezTo>
                <a:cubicBezTo>
                  <a:pt x="1593056" y="137088"/>
                  <a:pt x="1596771" y="130907"/>
                  <a:pt x="1594085" y="124239"/>
                </a:cubicBezTo>
                <a:cubicBezTo>
                  <a:pt x="1597114" y="122401"/>
                  <a:pt x="1602172" y="125230"/>
                  <a:pt x="1602372" y="118419"/>
                </a:cubicBezTo>
                <a:cubicBezTo>
                  <a:pt x="1598467" y="119296"/>
                  <a:pt x="1598371" y="117781"/>
                  <a:pt x="1596504" y="111485"/>
                </a:cubicBezTo>
                <a:cubicBezTo>
                  <a:pt x="1594714" y="118676"/>
                  <a:pt x="1592056" y="116905"/>
                  <a:pt x="1591104" y="122382"/>
                </a:cubicBezTo>
                <a:cubicBezTo>
                  <a:pt x="1587656" y="124677"/>
                  <a:pt x="1584474" y="118324"/>
                  <a:pt x="1580893" y="124820"/>
                </a:cubicBezTo>
                <a:cubicBezTo>
                  <a:pt x="1577083" y="112790"/>
                  <a:pt x="1567958" y="118705"/>
                  <a:pt x="1560709" y="123277"/>
                </a:cubicBezTo>
                <a:cubicBezTo>
                  <a:pt x="1560681" y="113438"/>
                  <a:pt x="1557090" y="114047"/>
                  <a:pt x="1551661" y="120953"/>
                </a:cubicBezTo>
                <a:cubicBezTo>
                  <a:pt x="1550956" y="118181"/>
                  <a:pt x="1551051" y="115486"/>
                  <a:pt x="1552927" y="112952"/>
                </a:cubicBezTo>
                <a:cubicBezTo>
                  <a:pt x="1546327" y="107951"/>
                  <a:pt x="1539249" y="118496"/>
                  <a:pt x="1532620" y="114628"/>
                </a:cubicBezTo>
                <a:cubicBezTo>
                  <a:pt x="1530734" y="117695"/>
                  <a:pt x="1535059" y="121296"/>
                  <a:pt x="1532325" y="124296"/>
                </a:cubicBezTo>
                <a:cubicBezTo>
                  <a:pt x="1530172" y="128649"/>
                  <a:pt x="1528543" y="115762"/>
                  <a:pt x="1526267" y="123839"/>
                </a:cubicBezTo>
                <a:cubicBezTo>
                  <a:pt x="1524562" y="121001"/>
                  <a:pt x="1524562" y="118286"/>
                  <a:pt x="1525505" y="115667"/>
                </a:cubicBezTo>
                <a:cubicBezTo>
                  <a:pt x="1522295" y="114019"/>
                  <a:pt x="1525524" y="124611"/>
                  <a:pt x="1520304" y="120143"/>
                </a:cubicBezTo>
                <a:cubicBezTo>
                  <a:pt x="1517828" y="116714"/>
                  <a:pt x="1516952" y="113400"/>
                  <a:pt x="1518580" y="110314"/>
                </a:cubicBezTo>
                <a:cubicBezTo>
                  <a:pt x="1513389" y="114733"/>
                  <a:pt x="1504350" y="105475"/>
                  <a:pt x="1502216" y="115495"/>
                </a:cubicBezTo>
                <a:cubicBezTo>
                  <a:pt x="1499464" y="112047"/>
                  <a:pt x="1502073" y="108999"/>
                  <a:pt x="1498463" y="105522"/>
                </a:cubicBezTo>
                <a:cubicBezTo>
                  <a:pt x="1498225" y="115524"/>
                  <a:pt x="1493149" y="106742"/>
                  <a:pt x="1493377" y="106732"/>
                </a:cubicBezTo>
                <a:cubicBezTo>
                  <a:pt x="1486233" y="107675"/>
                  <a:pt x="1483700" y="120391"/>
                  <a:pt x="1476061" y="110237"/>
                </a:cubicBezTo>
                <a:cubicBezTo>
                  <a:pt x="1474527" y="119648"/>
                  <a:pt x="1466231" y="114600"/>
                  <a:pt x="1461726" y="115600"/>
                </a:cubicBezTo>
                <a:cubicBezTo>
                  <a:pt x="1461449" y="112895"/>
                  <a:pt x="1463164" y="110342"/>
                  <a:pt x="1460954" y="107446"/>
                </a:cubicBezTo>
                <a:cubicBezTo>
                  <a:pt x="1457601" y="117819"/>
                  <a:pt x="1452905" y="107332"/>
                  <a:pt x="1447476" y="117714"/>
                </a:cubicBezTo>
                <a:cubicBezTo>
                  <a:pt x="1445752" y="124382"/>
                  <a:pt x="1452496" y="126649"/>
                  <a:pt x="1454401" y="123115"/>
                </a:cubicBezTo>
                <a:cubicBezTo>
                  <a:pt x="1456192" y="124611"/>
                  <a:pt x="1449610" y="130249"/>
                  <a:pt x="1448152" y="129125"/>
                </a:cubicBezTo>
                <a:cubicBezTo>
                  <a:pt x="1446095" y="136707"/>
                  <a:pt x="1452667" y="131288"/>
                  <a:pt x="1454106" y="132802"/>
                </a:cubicBezTo>
                <a:cubicBezTo>
                  <a:pt x="1455087" y="135583"/>
                  <a:pt x="1452267" y="138069"/>
                  <a:pt x="1450829" y="140641"/>
                </a:cubicBezTo>
                <a:cubicBezTo>
                  <a:pt x="1449191" y="141432"/>
                  <a:pt x="1445285" y="130154"/>
                  <a:pt x="1440742" y="139870"/>
                </a:cubicBezTo>
                <a:cubicBezTo>
                  <a:pt x="1438208" y="135888"/>
                  <a:pt x="1435865" y="131945"/>
                  <a:pt x="1438046" y="128325"/>
                </a:cubicBezTo>
                <a:cubicBezTo>
                  <a:pt x="1434513" y="122325"/>
                  <a:pt x="1430550" y="130659"/>
                  <a:pt x="1427083" y="122610"/>
                </a:cubicBezTo>
                <a:cubicBezTo>
                  <a:pt x="1426064" y="126830"/>
                  <a:pt x="1427036" y="132469"/>
                  <a:pt x="1422759" y="131993"/>
                </a:cubicBezTo>
                <a:cubicBezTo>
                  <a:pt x="1425264" y="120153"/>
                  <a:pt x="1433046" y="112133"/>
                  <a:pt x="1440752" y="105875"/>
                </a:cubicBezTo>
                <a:cubicBezTo>
                  <a:pt x="1437427" y="104560"/>
                  <a:pt x="1434179" y="100741"/>
                  <a:pt x="1430865" y="98636"/>
                </a:cubicBezTo>
                <a:cubicBezTo>
                  <a:pt x="1429302" y="101722"/>
                  <a:pt x="1428750" y="108294"/>
                  <a:pt x="1425673" y="103094"/>
                </a:cubicBezTo>
                <a:cubicBezTo>
                  <a:pt x="1424607" y="105684"/>
                  <a:pt x="1425683" y="108475"/>
                  <a:pt x="1424416" y="111085"/>
                </a:cubicBezTo>
                <a:cubicBezTo>
                  <a:pt x="1419806" y="115143"/>
                  <a:pt x="1421911" y="107094"/>
                  <a:pt x="1417596" y="102465"/>
                </a:cubicBezTo>
                <a:cubicBezTo>
                  <a:pt x="1418130" y="116076"/>
                  <a:pt x="1400232" y="116819"/>
                  <a:pt x="1398346" y="102608"/>
                </a:cubicBezTo>
                <a:cubicBezTo>
                  <a:pt x="1398175" y="110637"/>
                  <a:pt x="1394060" y="102303"/>
                  <a:pt x="1391041" y="110104"/>
                </a:cubicBezTo>
                <a:cubicBezTo>
                  <a:pt x="1394222" y="116133"/>
                  <a:pt x="1397832" y="108094"/>
                  <a:pt x="1401023" y="114152"/>
                </a:cubicBezTo>
                <a:cubicBezTo>
                  <a:pt x="1400794" y="120191"/>
                  <a:pt x="1392317" y="113857"/>
                  <a:pt x="1388926" y="113181"/>
                </a:cubicBezTo>
                <a:cubicBezTo>
                  <a:pt x="1388507" y="116381"/>
                  <a:pt x="1387345" y="119534"/>
                  <a:pt x="1384583" y="122563"/>
                </a:cubicBezTo>
                <a:cubicBezTo>
                  <a:pt x="1382078" y="126144"/>
                  <a:pt x="1382335" y="117362"/>
                  <a:pt x="1384783" y="116086"/>
                </a:cubicBezTo>
                <a:cubicBezTo>
                  <a:pt x="1381296" y="113381"/>
                  <a:pt x="1380858" y="124249"/>
                  <a:pt x="1383420" y="127316"/>
                </a:cubicBezTo>
                <a:cubicBezTo>
                  <a:pt x="1385849" y="125115"/>
                  <a:pt x="1388088" y="129392"/>
                  <a:pt x="1390622" y="123020"/>
                </a:cubicBezTo>
                <a:cubicBezTo>
                  <a:pt x="1391517" y="126316"/>
                  <a:pt x="1391507" y="129573"/>
                  <a:pt x="1392365" y="132869"/>
                </a:cubicBezTo>
                <a:cubicBezTo>
                  <a:pt x="1387516" y="137250"/>
                  <a:pt x="1383087" y="127011"/>
                  <a:pt x="1378239" y="131773"/>
                </a:cubicBezTo>
                <a:cubicBezTo>
                  <a:pt x="1377305" y="125458"/>
                  <a:pt x="1385611" y="114114"/>
                  <a:pt x="1378820" y="112400"/>
                </a:cubicBezTo>
                <a:cubicBezTo>
                  <a:pt x="1379858" y="121229"/>
                  <a:pt x="1377305" y="116771"/>
                  <a:pt x="1373515" y="120096"/>
                </a:cubicBezTo>
                <a:cubicBezTo>
                  <a:pt x="1373115" y="110466"/>
                  <a:pt x="1377029" y="116029"/>
                  <a:pt x="1369771" y="110085"/>
                </a:cubicBezTo>
                <a:cubicBezTo>
                  <a:pt x="1369238" y="116314"/>
                  <a:pt x="1368819" y="118438"/>
                  <a:pt x="1364380" y="120991"/>
                </a:cubicBezTo>
                <a:cubicBezTo>
                  <a:pt x="1362951" y="108609"/>
                  <a:pt x="1356732" y="124792"/>
                  <a:pt x="1352464" y="113628"/>
                </a:cubicBezTo>
                <a:cubicBezTo>
                  <a:pt x="1364694" y="112666"/>
                  <a:pt x="1374410" y="103141"/>
                  <a:pt x="1387955" y="111514"/>
                </a:cubicBezTo>
                <a:cubicBezTo>
                  <a:pt x="1383144" y="100246"/>
                  <a:pt x="1397327" y="107151"/>
                  <a:pt x="1395555" y="94302"/>
                </a:cubicBezTo>
                <a:cubicBezTo>
                  <a:pt x="1393974" y="91054"/>
                  <a:pt x="1392231" y="92578"/>
                  <a:pt x="1390669" y="89054"/>
                </a:cubicBezTo>
                <a:cubicBezTo>
                  <a:pt x="1388564" y="99531"/>
                  <a:pt x="1380220" y="91245"/>
                  <a:pt x="1378639" y="84882"/>
                </a:cubicBezTo>
                <a:cubicBezTo>
                  <a:pt x="1381363" y="94359"/>
                  <a:pt x="1373743" y="93035"/>
                  <a:pt x="1377105" y="102541"/>
                </a:cubicBezTo>
                <a:cubicBezTo>
                  <a:pt x="1374419" y="101846"/>
                  <a:pt x="1371562" y="106961"/>
                  <a:pt x="1369009" y="101941"/>
                </a:cubicBezTo>
                <a:cubicBezTo>
                  <a:pt x="1367076" y="96598"/>
                  <a:pt x="1377125" y="103046"/>
                  <a:pt x="1370276" y="93940"/>
                </a:cubicBezTo>
                <a:cubicBezTo>
                  <a:pt x="1372514" y="86882"/>
                  <a:pt x="1374200" y="98264"/>
                  <a:pt x="1376429" y="91197"/>
                </a:cubicBezTo>
                <a:cubicBezTo>
                  <a:pt x="1374572" y="88311"/>
                  <a:pt x="1375705" y="85739"/>
                  <a:pt x="1373648" y="82891"/>
                </a:cubicBezTo>
                <a:cubicBezTo>
                  <a:pt x="1367542" y="93254"/>
                  <a:pt x="1366018" y="84777"/>
                  <a:pt x="1364685" y="77329"/>
                </a:cubicBezTo>
                <a:cubicBezTo>
                  <a:pt x="1364275" y="90844"/>
                  <a:pt x="1351598" y="81119"/>
                  <a:pt x="1345263" y="83891"/>
                </a:cubicBezTo>
                <a:cubicBezTo>
                  <a:pt x="1343016" y="89863"/>
                  <a:pt x="1345511" y="88168"/>
                  <a:pt x="1348054" y="92207"/>
                </a:cubicBezTo>
                <a:cubicBezTo>
                  <a:pt x="1341091" y="102665"/>
                  <a:pt x="1330138" y="91845"/>
                  <a:pt x="1326509" y="101865"/>
                </a:cubicBezTo>
                <a:cubicBezTo>
                  <a:pt x="1322480" y="97788"/>
                  <a:pt x="1327252" y="94378"/>
                  <a:pt x="1325832" y="90492"/>
                </a:cubicBezTo>
                <a:cubicBezTo>
                  <a:pt x="1331233" y="90492"/>
                  <a:pt x="1336691" y="88587"/>
                  <a:pt x="1341987" y="91749"/>
                </a:cubicBezTo>
                <a:cubicBezTo>
                  <a:pt x="1343939" y="87577"/>
                  <a:pt x="1344063" y="83282"/>
                  <a:pt x="1342387" y="78843"/>
                </a:cubicBezTo>
                <a:cubicBezTo>
                  <a:pt x="1340949" y="82072"/>
                  <a:pt x="1339634" y="80424"/>
                  <a:pt x="1338358" y="78510"/>
                </a:cubicBezTo>
                <a:cubicBezTo>
                  <a:pt x="1337834" y="80643"/>
                  <a:pt x="1337300" y="82767"/>
                  <a:pt x="1338139" y="85006"/>
                </a:cubicBezTo>
                <a:cubicBezTo>
                  <a:pt x="1332700" y="74871"/>
                  <a:pt x="1317365" y="83748"/>
                  <a:pt x="1313612" y="92816"/>
                </a:cubicBezTo>
                <a:cubicBezTo>
                  <a:pt x="1316450" y="76605"/>
                  <a:pt x="1306440" y="84444"/>
                  <a:pt x="1304106" y="72623"/>
                </a:cubicBezTo>
                <a:cubicBezTo>
                  <a:pt x="1302325" y="75319"/>
                  <a:pt x="1300648" y="75366"/>
                  <a:pt x="1299000" y="73861"/>
                </a:cubicBezTo>
                <a:cubicBezTo>
                  <a:pt x="1296924" y="82472"/>
                  <a:pt x="1303525" y="75814"/>
                  <a:pt x="1304868" y="80796"/>
                </a:cubicBezTo>
                <a:cubicBezTo>
                  <a:pt x="1306468" y="87635"/>
                  <a:pt x="1300534" y="91702"/>
                  <a:pt x="1295143" y="101065"/>
                </a:cubicBezTo>
                <a:cubicBezTo>
                  <a:pt x="1290676" y="91864"/>
                  <a:pt x="1299620" y="92111"/>
                  <a:pt x="1299667" y="85234"/>
                </a:cubicBezTo>
                <a:cubicBezTo>
                  <a:pt x="1294733" y="78681"/>
                  <a:pt x="1295676" y="85777"/>
                  <a:pt x="1290428" y="89387"/>
                </a:cubicBezTo>
                <a:cubicBezTo>
                  <a:pt x="1292066" y="93273"/>
                  <a:pt x="1290866" y="96988"/>
                  <a:pt x="1291104" y="100770"/>
                </a:cubicBezTo>
                <a:cubicBezTo>
                  <a:pt x="1288656" y="103046"/>
                  <a:pt x="1286542" y="95407"/>
                  <a:pt x="1283980" y="101846"/>
                </a:cubicBezTo>
                <a:cubicBezTo>
                  <a:pt x="1288161" y="108675"/>
                  <a:pt x="1292943" y="95426"/>
                  <a:pt x="1296962" y="107685"/>
                </a:cubicBezTo>
                <a:cubicBezTo>
                  <a:pt x="1302210" y="101312"/>
                  <a:pt x="1307449" y="95978"/>
                  <a:pt x="1312459" y="97560"/>
                </a:cubicBezTo>
                <a:cubicBezTo>
                  <a:pt x="1314174" y="101646"/>
                  <a:pt x="1307811" y="99912"/>
                  <a:pt x="1306306" y="100312"/>
                </a:cubicBezTo>
                <a:cubicBezTo>
                  <a:pt x="1304277" y="105989"/>
                  <a:pt x="1311450" y="106513"/>
                  <a:pt x="1310354" y="100617"/>
                </a:cubicBezTo>
                <a:cubicBezTo>
                  <a:pt x="1311107" y="132364"/>
                  <a:pt x="1281389" y="103913"/>
                  <a:pt x="1265415" y="113314"/>
                </a:cubicBezTo>
                <a:cubicBezTo>
                  <a:pt x="1266854" y="115600"/>
                  <a:pt x="1268301" y="117876"/>
                  <a:pt x="1267235" y="119924"/>
                </a:cubicBezTo>
                <a:cubicBezTo>
                  <a:pt x="1269444" y="124849"/>
                  <a:pt x="1272121" y="115295"/>
                  <a:pt x="1274264" y="122115"/>
                </a:cubicBezTo>
                <a:cubicBezTo>
                  <a:pt x="1274721" y="126716"/>
                  <a:pt x="1266606" y="132126"/>
                  <a:pt x="1264063" y="124525"/>
                </a:cubicBezTo>
                <a:cubicBezTo>
                  <a:pt x="1266006" y="132307"/>
                  <a:pt x="1257205" y="141965"/>
                  <a:pt x="1253681" y="133459"/>
                </a:cubicBezTo>
                <a:cubicBezTo>
                  <a:pt x="1252509" y="131630"/>
                  <a:pt x="1259853" y="126887"/>
                  <a:pt x="1261853" y="130849"/>
                </a:cubicBezTo>
                <a:cubicBezTo>
                  <a:pt x="1260653" y="121191"/>
                  <a:pt x="1264215" y="121553"/>
                  <a:pt x="1265425" y="113314"/>
                </a:cubicBezTo>
                <a:cubicBezTo>
                  <a:pt x="1261100" y="109304"/>
                  <a:pt x="1262482" y="107056"/>
                  <a:pt x="1257624" y="103008"/>
                </a:cubicBezTo>
                <a:cubicBezTo>
                  <a:pt x="1264920" y="99893"/>
                  <a:pt x="1269025" y="106685"/>
                  <a:pt x="1278131" y="94883"/>
                </a:cubicBezTo>
                <a:cubicBezTo>
                  <a:pt x="1273997" y="86958"/>
                  <a:pt x="1278645" y="87244"/>
                  <a:pt x="1272454" y="81491"/>
                </a:cubicBezTo>
                <a:cubicBezTo>
                  <a:pt x="1272502" y="86911"/>
                  <a:pt x="1276179" y="92568"/>
                  <a:pt x="1269968" y="97512"/>
                </a:cubicBezTo>
                <a:cubicBezTo>
                  <a:pt x="1263215" y="97188"/>
                  <a:pt x="1256586" y="93340"/>
                  <a:pt x="1249766" y="95950"/>
                </a:cubicBezTo>
                <a:cubicBezTo>
                  <a:pt x="1252252" y="99350"/>
                  <a:pt x="1253119" y="102656"/>
                  <a:pt x="1251490" y="105780"/>
                </a:cubicBezTo>
                <a:cubicBezTo>
                  <a:pt x="1254471" y="107580"/>
                  <a:pt x="1257491" y="107875"/>
                  <a:pt x="1260519" y="108085"/>
                </a:cubicBezTo>
                <a:cubicBezTo>
                  <a:pt x="1260215" y="112647"/>
                  <a:pt x="1256262" y="115267"/>
                  <a:pt x="1254166" y="117324"/>
                </a:cubicBezTo>
                <a:cubicBezTo>
                  <a:pt x="1252166" y="115000"/>
                  <a:pt x="1253185" y="112904"/>
                  <a:pt x="1254366" y="110856"/>
                </a:cubicBezTo>
                <a:cubicBezTo>
                  <a:pt x="1248651" y="106132"/>
                  <a:pt x="1252680" y="120020"/>
                  <a:pt x="1246089" y="116695"/>
                </a:cubicBezTo>
                <a:cubicBezTo>
                  <a:pt x="1245803" y="111809"/>
                  <a:pt x="1248394" y="107151"/>
                  <a:pt x="1247556" y="102208"/>
                </a:cubicBezTo>
                <a:cubicBezTo>
                  <a:pt x="1240184" y="113914"/>
                  <a:pt x="1226744" y="100960"/>
                  <a:pt x="1218876" y="112952"/>
                </a:cubicBezTo>
                <a:cubicBezTo>
                  <a:pt x="1217505" y="109066"/>
                  <a:pt x="1220172" y="105484"/>
                  <a:pt x="1216200" y="101398"/>
                </a:cubicBezTo>
                <a:cubicBezTo>
                  <a:pt x="1212380" y="104884"/>
                  <a:pt x="1208808" y="100265"/>
                  <a:pt x="1204827" y="108628"/>
                </a:cubicBezTo>
                <a:cubicBezTo>
                  <a:pt x="1207408" y="112038"/>
                  <a:pt x="1208351" y="115343"/>
                  <a:pt x="1208599" y="118629"/>
                </a:cubicBezTo>
                <a:cubicBezTo>
                  <a:pt x="1203760" y="122096"/>
                  <a:pt x="1199131" y="118781"/>
                  <a:pt x="1194254" y="123963"/>
                </a:cubicBezTo>
                <a:cubicBezTo>
                  <a:pt x="1192082" y="117381"/>
                  <a:pt x="1198045" y="105532"/>
                  <a:pt x="1202617" y="114914"/>
                </a:cubicBezTo>
                <a:cubicBezTo>
                  <a:pt x="1200436" y="109885"/>
                  <a:pt x="1204360" y="105342"/>
                  <a:pt x="1202055" y="100312"/>
                </a:cubicBezTo>
                <a:cubicBezTo>
                  <a:pt x="1197664" y="111438"/>
                  <a:pt x="1193130" y="106618"/>
                  <a:pt x="1184453" y="113504"/>
                </a:cubicBezTo>
                <a:cubicBezTo>
                  <a:pt x="1186615" y="120315"/>
                  <a:pt x="1189272" y="110790"/>
                  <a:pt x="1191482" y="115686"/>
                </a:cubicBezTo>
                <a:cubicBezTo>
                  <a:pt x="1191111" y="123610"/>
                  <a:pt x="1185501" y="116552"/>
                  <a:pt x="1182148" y="123039"/>
                </a:cubicBezTo>
                <a:cubicBezTo>
                  <a:pt x="1180281" y="120220"/>
                  <a:pt x="1181424" y="117600"/>
                  <a:pt x="1179357" y="114733"/>
                </a:cubicBezTo>
                <a:cubicBezTo>
                  <a:pt x="1176728" y="132088"/>
                  <a:pt x="1167546" y="113438"/>
                  <a:pt x="1161945" y="121458"/>
                </a:cubicBezTo>
                <a:cubicBezTo>
                  <a:pt x="1159335" y="109314"/>
                  <a:pt x="1169880" y="113400"/>
                  <a:pt x="1170508" y="105942"/>
                </a:cubicBezTo>
                <a:cubicBezTo>
                  <a:pt x="1169546" y="104370"/>
                  <a:pt x="1168460" y="106523"/>
                  <a:pt x="1167441" y="107342"/>
                </a:cubicBezTo>
                <a:cubicBezTo>
                  <a:pt x="1163022" y="103770"/>
                  <a:pt x="1170118" y="101074"/>
                  <a:pt x="1165708" y="97493"/>
                </a:cubicBezTo>
                <a:cubicBezTo>
                  <a:pt x="1162012" y="102189"/>
                  <a:pt x="1156668" y="96464"/>
                  <a:pt x="1158392" y="105037"/>
                </a:cubicBezTo>
                <a:cubicBezTo>
                  <a:pt x="1154801" y="111914"/>
                  <a:pt x="1151754" y="101303"/>
                  <a:pt x="1148296" y="104237"/>
                </a:cubicBezTo>
                <a:cubicBezTo>
                  <a:pt x="1147582" y="99922"/>
                  <a:pt x="1149544" y="93912"/>
                  <a:pt x="1152516" y="98084"/>
                </a:cubicBezTo>
                <a:cubicBezTo>
                  <a:pt x="1151973" y="86854"/>
                  <a:pt x="1139323" y="106265"/>
                  <a:pt x="1138571" y="90540"/>
                </a:cubicBezTo>
                <a:cubicBezTo>
                  <a:pt x="1136456" y="93588"/>
                  <a:pt x="1134342" y="96702"/>
                  <a:pt x="1132227" y="99750"/>
                </a:cubicBezTo>
                <a:cubicBezTo>
                  <a:pt x="1134694" y="102627"/>
                  <a:pt x="1134046" y="105294"/>
                  <a:pt x="1135018" y="108066"/>
                </a:cubicBezTo>
                <a:cubicBezTo>
                  <a:pt x="1131027" y="111695"/>
                  <a:pt x="1131065" y="105532"/>
                  <a:pt x="1129151" y="101112"/>
                </a:cubicBezTo>
                <a:cubicBezTo>
                  <a:pt x="1122655" y="113600"/>
                  <a:pt x="1116854" y="100922"/>
                  <a:pt x="1106062" y="94473"/>
                </a:cubicBezTo>
                <a:cubicBezTo>
                  <a:pt x="1099918" y="103170"/>
                  <a:pt x="1087012" y="89054"/>
                  <a:pt x="1077697" y="95521"/>
                </a:cubicBezTo>
                <a:cubicBezTo>
                  <a:pt x="1077373" y="103170"/>
                  <a:pt x="1081935" y="97655"/>
                  <a:pt x="1084621" y="100893"/>
                </a:cubicBezTo>
                <a:cubicBezTo>
                  <a:pt x="1082983" y="109342"/>
                  <a:pt x="1073001" y="106742"/>
                  <a:pt x="1068276" y="106113"/>
                </a:cubicBezTo>
                <a:cubicBezTo>
                  <a:pt x="1066743" y="97941"/>
                  <a:pt x="1074630" y="106551"/>
                  <a:pt x="1073563" y="98407"/>
                </a:cubicBezTo>
                <a:cubicBezTo>
                  <a:pt x="1070496" y="94512"/>
                  <a:pt x="1068067" y="91968"/>
                  <a:pt x="1067800" y="88282"/>
                </a:cubicBezTo>
                <a:cubicBezTo>
                  <a:pt x="1065295" y="91387"/>
                  <a:pt x="1060647" y="100893"/>
                  <a:pt x="1057104" y="106866"/>
                </a:cubicBezTo>
                <a:cubicBezTo>
                  <a:pt x="1052446" y="108942"/>
                  <a:pt x="1053760" y="98150"/>
                  <a:pt x="1050379" y="94997"/>
                </a:cubicBezTo>
                <a:cubicBezTo>
                  <a:pt x="1047969" y="93750"/>
                  <a:pt x="1040130" y="102998"/>
                  <a:pt x="1041349" y="92683"/>
                </a:cubicBezTo>
                <a:cubicBezTo>
                  <a:pt x="1033329" y="100941"/>
                  <a:pt x="1025661" y="97988"/>
                  <a:pt x="1017975" y="95712"/>
                </a:cubicBezTo>
                <a:cubicBezTo>
                  <a:pt x="1013441" y="90502"/>
                  <a:pt x="1021947" y="86330"/>
                  <a:pt x="1017394" y="81119"/>
                </a:cubicBezTo>
                <a:cubicBezTo>
                  <a:pt x="1011460" y="85501"/>
                  <a:pt x="1018870" y="90940"/>
                  <a:pt x="1013927" y="95426"/>
                </a:cubicBezTo>
                <a:cubicBezTo>
                  <a:pt x="1009288" y="99884"/>
                  <a:pt x="1009212" y="86854"/>
                  <a:pt x="1006231" y="81862"/>
                </a:cubicBezTo>
                <a:cubicBezTo>
                  <a:pt x="1003449" y="84948"/>
                  <a:pt x="1000906" y="80072"/>
                  <a:pt x="998153" y="81253"/>
                </a:cubicBezTo>
                <a:cubicBezTo>
                  <a:pt x="999030" y="76995"/>
                  <a:pt x="998220" y="72614"/>
                  <a:pt x="994524" y="68023"/>
                </a:cubicBezTo>
                <a:cubicBezTo>
                  <a:pt x="994324" y="70413"/>
                  <a:pt x="993096" y="74871"/>
                  <a:pt x="991333" y="72623"/>
                </a:cubicBezTo>
                <a:cubicBezTo>
                  <a:pt x="988847" y="76986"/>
                  <a:pt x="994439" y="73433"/>
                  <a:pt x="995172" y="79376"/>
                </a:cubicBezTo>
                <a:cubicBezTo>
                  <a:pt x="992315" y="84987"/>
                  <a:pt x="989781" y="79453"/>
                  <a:pt x="987104" y="78767"/>
                </a:cubicBezTo>
                <a:cubicBezTo>
                  <a:pt x="984866" y="82872"/>
                  <a:pt x="990771" y="84920"/>
                  <a:pt x="992010" y="83996"/>
                </a:cubicBezTo>
                <a:cubicBezTo>
                  <a:pt x="992267" y="87816"/>
                  <a:pt x="991095" y="91492"/>
                  <a:pt x="990657" y="95235"/>
                </a:cubicBezTo>
                <a:cubicBezTo>
                  <a:pt x="986771" y="95340"/>
                  <a:pt x="986809" y="89397"/>
                  <a:pt x="984504" y="97979"/>
                </a:cubicBezTo>
                <a:cubicBezTo>
                  <a:pt x="980284" y="90340"/>
                  <a:pt x="985704" y="92321"/>
                  <a:pt x="985837" y="86758"/>
                </a:cubicBezTo>
                <a:cubicBezTo>
                  <a:pt x="981761" y="82053"/>
                  <a:pt x="982018" y="90273"/>
                  <a:pt x="980551" y="94445"/>
                </a:cubicBezTo>
                <a:cubicBezTo>
                  <a:pt x="975760" y="96740"/>
                  <a:pt x="971150" y="92397"/>
                  <a:pt x="966397" y="93350"/>
                </a:cubicBezTo>
                <a:cubicBezTo>
                  <a:pt x="966207" y="88463"/>
                  <a:pt x="969607" y="83882"/>
                  <a:pt x="969874" y="79053"/>
                </a:cubicBezTo>
                <a:cubicBezTo>
                  <a:pt x="965445" y="76309"/>
                  <a:pt x="961530" y="63203"/>
                  <a:pt x="956024" y="68289"/>
                </a:cubicBezTo>
                <a:cubicBezTo>
                  <a:pt x="952262" y="58145"/>
                  <a:pt x="951471" y="52773"/>
                  <a:pt x="942375" y="51020"/>
                </a:cubicBezTo>
                <a:cubicBezTo>
                  <a:pt x="944956" y="54488"/>
                  <a:pt x="948414" y="55021"/>
                  <a:pt x="948147" y="61193"/>
                </a:cubicBezTo>
                <a:cubicBezTo>
                  <a:pt x="944966" y="65565"/>
                  <a:pt x="942013" y="63031"/>
                  <a:pt x="939003" y="62079"/>
                </a:cubicBezTo>
                <a:cubicBezTo>
                  <a:pt x="936917" y="65175"/>
                  <a:pt x="940270" y="68642"/>
                  <a:pt x="936698" y="71604"/>
                </a:cubicBezTo>
                <a:cubicBezTo>
                  <a:pt x="940603" y="71166"/>
                  <a:pt x="947823" y="80529"/>
                  <a:pt x="948814" y="72556"/>
                </a:cubicBezTo>
                <a:cubicBezTo>
                  <a:pt x="949300" y="76376"/>
                  <a:pt x="950281" y="80243"/>
                  <a:pt x="947452" y="83786"/>
                </a:cubicBezTo>
                <a:cubicBezTo>
                  <a:pt x="943947" y="84396"/>
                  <a:pt x="945251" y="74538"/>
                  <a:pt x="940346" y="84834"/>
                </a:cubicBezTo>
                <a:cubicBezTo>
                  <a:pt x="935927" y="81272"/>
                  <a:pt x="943032" y="78595"/>
                  <a:pt x="938632" y="75023"/>
                </a:cubicBezTo>
                <a:cubicBezTo>
                  <a:pt x="939194" y="84834"/>
                  <a:pt x="933669" y="84091"/>
                  <a:pt x="929383" y="79157"/>
                </a:cubicBezTo>
                <a:cubicBezTo>
                  <a:pt x="926725" y="85101"/>
                  <a:pt x="930516" y="86892"/>
                  <a:pt x="933221" y="85911"/>
                </a:cubicBezTo>
                <a:cubicBezTo>
                  <a:pt x="931440" y="88892"/>
                  <a:pt x="929812" y="87101"/>
                  <a:pt x="928021" y="90397"/>
                </a:cubicBezTo>
                <a:cubicBezTo>
                  <a:pt x="926954" y="86530"/>
                  <a:pt x="921096" y="82300"/>
                  <a:pt x="923315" y="78691"/>
                </a:cubicBezTo>
                <a:cubicBezTo>
                  <a:pt x="921544" y="77690"/>
                  <a:pt x="914448" y="87044"/>
                  <a:pt x="916295" y="76528"/>
                </a:cubicBezTo>
                <a:cubicBezTo>
                  <a:pt x="913047" y="73280"/>
                  <a:pt x="910838" y="90521"/>
                  <a:pt x="905904" y="85434"/>
                </a:cubicBezTo>
                <a:cubicBezTo>
                  <a:pt x="904923" y="82653"/>
                  <a:pt x="907761" y="80167"/>
                  <a:pt x="909171" y="77595"/>
                </a:cubicBezTo>
                <a:cubicBezTo>
                  <a:pt x="904151" y="76204"/>
                  <a:pt x="895131" y="66594"/>
                  <a:pt x="893016" y="76319"/>
                </a:cubicBezTo>
                <a:cubicBezTo>
                  <a:pt x="891502" y="77567"/>
                  <a:pt x="884425" y="74195"/>
                  <a:pt x="889178" y="69585"/>
                </a:cubicBezTo>
                <a:cubicBezTo>
                  <a:pt x="880291" y="70213"/>
                  <a:pt x="868490" y="79691"/>
                  <a:pt x="865022" y="98445"/>
                </a:cubicBezTo>
                <a:cubicBezTo>
                  <a:pt x="862651" y="98807"/>
                  <a:pt x="860355" y="96893"/>
                  <a:pt x="857898" y="99493"/>
                </a:cubicBezTo>
                <a:cubicBezTo>
                  <a:pt x="854031" y="93807"/>
                  <a:pt x="861736" y="89016"/>
                  <a:pt x="856383" y="83205"/>
                </a:cubicBezTo>
                <a:cubicBezTo>
                  <a:pt x="861317" y="77167"/>
                  <a:pt x="861222" y="81491"/>
                  <a:pt x="864432" y="83805"/>
                </a:cubicBezTo>
                <a:cubicBezTo>
                  <a:pt x="869299" y="78814"/>
                  <a:pt x="870404" y="73499"/>
                  <a:pt x="866946" y="67832"/>
                </a:cubicBezTo>
                <a:cubicBezTo>
                  <a:pt x="865937" y="69366"/>
                  <a:pt x="867318" y="71090"/>
                  <a:pt x="867823" y="72775"/>
                </a:cubicBezTo>
                <a:cubicBezTo>
                  <a:pt x="864679" y="75547"/>
                  <a:pt x="861536" y="79224"/>
                  <a:pt x="858679" y="73680"/>
                </a:cubicBezTo>
                <a:cubicBezTo>
                  <a:pt x="856459" y="68956"/>
                  <a:pt x="861822" y="73357"/>
                  <a:pt x="862917" y="67527"/>
                </a:cubicBezTo>
                <a:cubicBezTo>
                  <a:pt x="860431" y="60584"/>
                  <a:pt x="857383" y="71604"/>
                  <a:pt x="854935" y="63679"/>
                </a:cubicBezTo>
                <a:cubicBezTo>
                  <a:pt x="852735" y="79243"/>
                  <a:pt x="841858" y="67413"/>
                  <a:pt x="834838" y="58859"/>
                </a:cubicBezTo>
                <a:cubicBezTo>
                  <a:pt x="831409" y="64422"/>
                  <a:pt x="828427" y="75357"/>
                  <a:pt x="835295" y="76700"/>
                </a:cubicBezTo>
                <a:cubicBezTo>
                  <a:pt x="833847" y="68242"/>
                  <a:pt x="837943" y="71414"/>
                  <a:pt x="841467" y="73947"/>
                </a:cubicBezTo>
                <a:cubicBezTo>
                  <a:pt x="842448" y="76871"/>
                  <a:pt x="839695" y="76814"/>
                  <a:pt x="838390" y="75338"/>
                </a:cubicBezTo>
                <a:cubicBezTo>
                  <a:pt x="839876" y="82767"/>
                  <a:pt x="850421" y="78176"/>
                  <a:pt x="855402" y="81491"/>
                </a:cubicBezTo>
                <a:cubicBezTo>
                  <a:pt x="838867" y="91587"/>
                  <a:pt x="814283" y="81243"/>
                  <a:pt x="794518" y="86482"/>
                </a:cubicBezTo>
                <a:cubicBezTo>
                  <a:pt x="793566" y="84234"/>
                  <a:pt x="795633" y="82253"/>
                  <a:pt x="796728" y="80196"/>
                </a:cubicBezTo>
                <a:cubicBezTo>
                  <a:pt x="794109" y="77624"/>
                  <a:pt x="791461" y="76147"/>
                  <a:pt x="788556" y="82796"/>
                </a:cubicBezTo>
                <a:cubicBezTo>
                  <a:pt x="787184" y="72318"/>
                  <a:pt x="784508" y="81081"/>
                  <a:pt x="780669" y="75690"/>
                </a:cubicBezTo>
                <a:cubicBezTo>
                  <a:pt x="777783" y="71728"/>
                  <a:pt x="787508" y="68670"/>
                  <a:pt x="782022" y="64489"/>
                </a:cubicBezTo>
                <a:cubicBezTo>
                  <a:pt x="778097" y="74795"/>
                  <a:pt x="776154" y="68470"/>
                  <a:pt x="768839" y="65070"/>
                </a:cubicBezTo>
                <a:cubicBezTo>
                  <a:pt x="765591" y="73033"/>
                  <a:pt x="761648" y="78167"/>
                  <a:pt x="756628" y="67365"/>
                </a:cubicBezTo>
                <a:cubicBezTo>
                  <a:pt x="753037" y="74538"/>
                  <a:pt x="749837" y="69051"/>
                  <a:pt x="746236" y="76243"/>
                </a:cubicBezTo>
                <a:cubicBezTo>
                  <a:pt x="736073" y="53173"/>
                  <a:pt x="716423" y="68575"/>
                  <a:pt x="698259" y="56354"/>
                </a:cubicBezTo>
                <a:cubicBezTo>
                  <a:pt x="698535" y="63508"/>
                  <a:pt x="693763" y="69146"/>
                  <a:pt x="692086" y="59117"/>
                </a:cubicBezTo>
                <a:cubicBezTo>
                  <a:pt x="687895" y="62574"/>
                  <a:pt x="688905" y="66432"/>
                  <a:pt x="688705" y="70204"/>
                </a:cubicBezTo>
                <a:cubicBezTo>
                  <a:pt x="687353" y="70794"/>
                  <a:pt x="685962" y="71442"/>
                  <a:pt x="684686" y="69870"/>
                </a:cubicBezTo>
                <a:cubicBezTo>
                  <a:pt x="685295" y="65041"/>
                  <a:pt x="684200" y="60126"/>
                  <a:pt x="688153" y="55564"/>
                </a:cubicBezTo>
                <a:cubicBezTo>
                  <a:pt x="682485" y="48811"/>
                  <a:pt x="686333" y="68927"/>
                  <a:pt x="679971" y="58183"/>
                </a:cubicBezTo>
                <a:cubicBezTo>
                  <a:pt x="678085" y="69547"/>
                  <a:pt x="676418" y="65365"/>
                  <a:pt x="670636" y="65537"/>
                </a:cubicBezTo>
                <a:cubicBezTo>
                  <a:pt x="668693" y="61603"/>
                  <a:pt x="671227" y="58012"/>
                  <a:pt x="673998" y="54478"/>
                </a:cubicBezTo>
                <a:cubicBezTo>
                  <a:pt x="664131" y="62508"/>
                  <a:pt x="649529" y="53878"/>
                  <a:pt x="642071" y="73023"/>
                </a:cubicBezTo>
                <a:cubicBezTo>
                  <a:pt x="637194" y="76271"/>
                  <a:pt x="637327" y="70937"/>
                  <a:pt x="634089" y="69194"/>
                </a:cubicBezTo>
                <a:cubicBezTo>
                  <a:pt x="631441" y="64108"/>
                  <a:pt x="636927" y="59688"/>
                  <a:pt x="633508" y="54564"/>
                </a:cubicBezTo>
                <a:cubicBezTo>
                  <a:pt x="629726" y="58602"/>
                  <a:pt x="630393" y="62965"/>
                  <a:pt x="631108" y="67337"/>
                </a:cubicBezTo>
                <a:cubicBezTo>
                  <a:pt x="626193" y="65203"/>
                  <a:pt x="627364" y="70528"/>
                  <a:pt x="622821" y="73157"/>
                </a:cubicBezTo>
                <a:cubicBezTo>
                  <a:pt x="620068" y="64365"/>
                  <a:pt x="626821" y="53859"/>
                  <a:pt x="631498" y="54411"/>
                </a:cubicBezTo>
                <a:cubicBezTo>
                  <a:pt x="629469" y="51811"/>
                  <a:pt x="630517" y="49487"/>
                  <a:pt x="631584" y="51182"/>
                </a:cubicBezTo>
                <a:cubicBezTo>
                  <a:pt x="624935" y="41429"/>
                  <a:pt x="615525" y="30637"/>
                  <a:pt x="604361" y="47439"/>
                </a:cubicBezTo>
                <a:cubicBezTo>
                  <a:pt x="600808" y="42848"/>
                  <a:pt x="609267" y="39200"/>
                  <a:pt x="604761" y="34542"/>
                </a:cubicBezTo>
                <a:cubicBezTo>
                  <a:pt x="600970" y="43400"/>
                  <a:pt x="591255" y="32323"/>
                  <a:pt x="584559" y="32961"/>
                </a:cubicBezTo>
                <a:cubicBezTo>
                  <a:pt x="582530" y="35495"/>
                  <a:pt x="583511" y="38286"/>
                  <a:pt x="581273" y="40791"/>
                </a:cubicBezTo>
                <a:cubicBezTo>
                  <a:pt x="581006" y="38066"/>
                  <a:pt x="582711" y="35514"/>
                  <a:pt x="580530" y="32637"/>
                </a:cubicBezTo>
                <a:cubicBezTo>
                  <a:pt x="576815" y="32885"/>
                  <a:pt x="579253" y="34752"/>
                  <a:pt x="576281" y="38790"/>
                </a:cubicBezTo>
                <a:cubicBezTo>
                  <a:pt x="575500" y="36590"/>
                  <a:pt x="577739" y="34580"/>
                  <a:pt x="576472" y="32313"/>
                </a:cubicBezTo>
                <a:cubicBezTo>
                  <a:pt x="572300" y="25293"/>
                  <a:pt x="567728" y="30666"/>
                  <a:pt x="568195" y="38162"/>
                </a:cubicBezTo>
                <a:cubicBezTo>
                  <a:pt x="567261" y="35923"/>
                  <a:pt x="566261" y="35485"/>
                  <a:pt x="565214" y="36304"/>
                </a:cubicBezTo>
                <a:cubicBezTo>
                  <a:pt x="564270" y="34085"/>
                  <a:pt x="566337" y="32056"/>
                  <a:pt x="567423" y="30008"/>
                </a:cubicBezTo>
                <a:cubicBezTo>
                  <a:pt x="558013" y="28951"/>
                  <a:pt x="543592" y="15988"/>
                  <a:pt x="537143" y="27665"/>
                </a:cubicBezTo>
                <a:cubicBezTo>
                  <a:pt x="528209" y="18140"/>
                  <a:pt x="530295" y="30104"/>
                  <a:pt x="525123" y="23493"/>
                </a:cubicBezTo>
                <a:cubicBezTo>
                  <a:pt x="519617" y="35828"/>
                  <a:pt x="516474" y="33485"/>
                  <a:pt x="509426" y="40076"/>
                </a:cubicBezTo>
                <a:cubicBezTo>
                  <a:pt x="511664" y="44524"/>
                  <a:pt x="514055" y="42896"/>
                  <a:pt x="516360" y="45448"/>
                </a:cubicBezTo>
                <a:cubicBezTo>
                  <a:pt x="513150" y="50925"/>
                  <a:pt x="510378" y="42143"/>
                  <a:pt x="507225" y="46372"/>
                </a:cubicBezTo>
                <a:cubicBezTo>
                  <a:pt x="506263" y="44162"/>
                  <a:pt x="508330" y="42134"/>
                  <a:pt x="509426" y="40076"/>
                </a:cubicBezTo>
                <a:cubicBezTo>
                  <a:pt x="503044" y="38876"/>
                  <a:pt x="496862" y="31789"/>
                  <a:pt x="490480" y="30523"/>
                </a:cubicBezTo>
                <a:cubicBezTo>
                  <a:pt x="489528" y="28284"/>
                  <a:pt x="491604" y="26284"/>
                  <a:pt x="492719" y="24198"/>
                </a:cubicBezTo>
                <a:cubicBezTo>
                  <a:pt x="489709" y="23284"/>
                  <a:pt x="486737" y="20740"/>
                  <a:pt x="483565" y="25131"/>
                </a:cubicBezTo>
                <a:cubicBezTo>
                  <a:pt x="479879" y="42562"/>
                  <a:pt x="460305" y="16559"/>
                  <a:pt x="450085" y="27379"/>
                </a:cubicBezTo>
                <a:cubicBezTo>
                  <a:pt x="461781" y="30913"/>
                  <a:pt x="473545" y="33114"/>
                  <a:pt x="485203" y="38190"/>
                </a:cubicBezTo>
                <a:cubicBezTo>
                  <a:pt x="481041" y="42038"/>
                  <a:pt x="477107" y="38219"/>
                  <a:pt x="473078" y="37257"/>
                </a:cubicBezTo>
                <a:cubicBezTo>
                  <a:pt x="471316" y="44782"/>
                  <a:pt x="478288" y="39457"/>
                  <a:pt x="479993" y="42648"/>
                </a:cubicBezTo>
                <a:cubicBezTo>
                  <a:pt x="477879" y="45705"/>
                  <a:pt x="475774" y="48763"/>
                  <a:pt x="473640" y="51859"/>
                </a:cubicBezTo>
                <a:cubicBezTo>
                  <a:pt x="471792" y="49030"/>
                  <a:pt x="472916" y="46429"/>
                  <a:pt x="470868" y="43553"/>
                </a:cubicBezTo>
                <a:cubicBezTo>
                  <a:pt x="462296" y="47096"/>
                  <a:pt x="462324" y="62127"/>
                  <a:pt x="452295" y="55059"/>
                </a:cubicBezTo>
                <a:cubicBezTo>
                  <a:pt x="451561" y="49334"/>
                  <a:pt x="459153" y="48744"/>
                  <a:pt x="461724" y="44467"/>
                </a:cubicBezTo>
                <a:cubicBezTo>
                  <a:pt x="461515" y="40657"/>
                  <a:pt x="459162" y="36733"/>
                  <a:pt x="461058" y="33085"/>
                </a:cubicBezTo>
                <a:cubicBezTo>
                  <a:pt x="458972" y="35295"/>
                  <a:pt x="453409" y="54802"/>
                  <a:pt x="445465" y="46448"/>
                </a:cubicBezTo>
                <a:cubicBezTo>
                  <a:pt x="444036" y="43096"/>
                  <a:pt x="445103" y="39933"/>
                  <a:pt x="447780" y="36904"/>
                </a:cubicBezTo>
                <a:cubicBezTo>
                  <a:pt x="443741" y="30856"/>
                  <a:pt x="439503" y="50201"/>
                  <a:pt x="433349" y="45496"/>
                </a:cubicBezTo>
                <a:cubicBezTo>
                  <a:pt x="429263" y="40867"/>
                  <a:pt x="436426" y="37085"/>
                  <a:pt x="431721" y="32428"/>
                </a:cubicBezTo>
                <a:cubicBezTo>
                  <a:pt x="430635" y="33418"/>
                  <a:pt x="431092" y="34514"/>
                  <a:pt x="431625" y="35638"/>
                </a:cubicBezTo>
                <a:cubicBezTo>
                  <a:pt x="431721" y="40048"/>
                  <a:pt x="426206" y="36019"/>
                  <a:pt x="427272" y="45010"/>
                </a:cubicBezTo>
                <a:cubicBezTo>
                  <a:pt x="425529" y="43505"/>
                  <a:pt x="418805" y="40838"/>
                  <a:pt x="420072" y="49306"/>
                </a:cubicBezTo>
                <a:cubicBezTo>
                  <a:pt x="417767" y="47811"/>
                  <a:pt x="415261" y="51649"/>
                  <a:pt x="413052" y="47134"/>
                </a:cubicBezTo>
                <a:cubicBezTo>
                  <a:pt x="412985" y="41210"/>
                  <a:pt x="420176" y="35819"/>
                  <a:pt x="418633" y="29780"/>
                </a:cubicBezTo>
                <a:cubicBezTo>
                  <a:pt x="416090" y="31532"/>
                  <a:pt x="412442" y="33856"/>
                  <a:pt x="409299" y="37162"/>
                </a:cubicBezTo>
                <a:cubicBezTo>
                  <a:pt x="406556" y="33694"/>
                  <a:pt x="409146" y="30656"/>
                  <a:pt x="405555" y="27151"/>
                </a:cubicBezTo>
                <a:cubicBezTo>
                  <a:pt x="399431" y="28942"/>
                  <a:pt x="393440" y="26132"/>
                  <a:pt x="387372" y="25741"/>
                </a:cubicBezTo>
                <a:cubicBezTo>
                  <a:pt x="385391" y="21750"/>
                  <a:pt x="391287" y="24055"/>
                  <a:pt x="392678" y="18026"/>
                </a:cubicBezTo>
                <a:cubicBezTo>
                  <a:pt x="385029" y="12511"/>
                  <a:pt x="382772" y="34666"/>
                  <a:pt x="375371" y="21560"/>
                </a:cubicBezTo>
                <a:cubicBezTo>
                  <a:pt x="373304" y="22893"/>
                  <a:pt x="371018" y="31494"/>
                  <a:pt x="369094" y="27551"/>
                </a:cubicBezTo>
                <a:cubicBezTo>
                  <a:pt x="366608" y="31923"/>
                  <a:pt x="372199" y="28341"/>
                  <a:pt x="372932" y="34342"/>
                </a:cubicBezTo>
                <a:cubicBezTo>
                  <a:pt x="371875" y="35838"/>
                  <a:pt x="370827" y="37409"/>
                  <a:pt x="369761" y="38933"/>
                </a:cubicBezTo>
                <a:cubicBezTo>
                  <a:pt x="363893" y="32332"/>
                  <a:pt x="357635" y="38267"/>
                  <a:pt x="351796" y="31066"/>
                </a:cubicBezTo>
                <a:cubicBezTo>
                  <a:pt x="351768" y="22779"/>
                  <a:pt x="360093" y="22417"/>
                  <a:pt x="362941" y="30323"/>
                </a:cubicBezTo>
                <a:cubicBezTo>
                  <a:pt x="365760" y="26551"/>
                  <a:pt x="368541" y="23941"/>
                  <a:pt x="371227" y="24493"/>
                </a:cubicBezTo>
                <a:cubicBezTo>
                  <a:pt x="367922" y="24779"/>
                  <a:pt x="360350" y="12282"/>
                  <a:pt x="355044" y="23207"/>
                </a:cubicBezTo>
                <a:cubicBezTo>
                  <a:pt x="351072" y="18026"/>
                  <a:pt x="356435" y="13606"/>
                  <a:pt x="352463" y="8453"/>
                </a:cubicBezTo>
                <a:cubicBezTo>
                  <a:pt x="348282" y="19683"/>
                  <a:pt x="336337" y="17864"/>
                  <a:pt x="326879" y="17788"/>
                </a:cubicBezTo>
                <a:cubicBezTo>
                  <a:pt x="324707" y="11720"/>
                  <a:pt x="330060" y="16121"/>
                  <a:pt x="331098" y="11644"/>
                </a:cubicBezTo>
                <a:cubicBezTo>
                  <a:pt x="326793" y="11454"/>
                  <a:pt x="328898" y="6053"/>
                  <a:pt x="325336" y="1500"/>
                </a:cubicBezTo>
                <a:cubicBezTo>
                  <a:pt x="319802" y="5901"/>
                  <a:pt x="314563" y="1100"/>
                  <a:pt x="308991" y="6710"/>
                </a:cubicBezTo>
                <a:cubicBezTo>
                  <a:pt x="301809" y="-3834"/>
                  <a:pt x="301628" y="8310"/>
                  <a:pt x="290417" y="18207"/>
                </a:cubicBezTo>
                <a:cubicBezTo>
                  <a:pt x="294837" y="17597"/>
                  <a:pt x="299304" y="14054"/>
                  <a:pt x="303590" y="17607"/>
                </a:cubicBezTo>
                <a:cubicBezTo>
                  <a:pt x="305753" y="15606"/>
                  <a:pt x="304848" y="13387"/>
                  <a:pt x="303800" y="11139"/>
                </a:cubicBezTo>
                <a:cubicBezTo>
                  <a:pt x="306572" y="8958"/>
                  <a:pt x="309258" y="9158"/>
                  <a:pt x="311868" y="11777"/>
                </a:cubicBezTo>
                <a:cubicBezTo>
                  <a:pt x="314154" y="14749"/>
                  <a:pt x="308600" y="15845"/>
                  <a:pt x="307734" y="14673"/>
                </a:cubicBezTo>
                <a:cubicBezTo>
                  <a:pt x="308962" y="19969"/>
                  <a:pt x="318554" y="35447"/>
                  <a:pt x="323602" y="25636"/>
                </a:cubicBezTo>
                <a:cubicBezTo>
                  <a:pt x="326631" y="35466"/>
                  <a:pt x="337918" y="35609"/>
                  <a:pt x="344662" y="32123"/>
                </a:cubicBezTo>
                <a:cubicBezTo>
                  <a:pt x="346920" y="36971"/>
                  <a:pt x="345624" y="40838"/>
                  <a:pt x="349653" y="34123"/>
                </a:cubicBezTo>
                <a:cubicBezTo>
                  <a:pt x="359769" y="45534"/>
                  <a:pt x="370122" y="48706"/>
                  <a:pt x="380714" y="44639"/>
                </a:cubicBezTo>
                <a:cubicBezTo>
                  <a:pt x="380781" y="55764"/>
                  <a:pt x="391697" y="47896"/>
                  <a:pt x="388391" y="58183"/>
                </a:cubicBezTo>
                <a:cubicBezTo>
                  <a:pt x="390115" y="54945"/>
                  <a:pt x="393487" y="55621"/>
                  <a:pt x="397659" y="54011"/>
                </a:cubicBezTo>
                <a:cubicBezTo>
                  <a:pt x="396049" y="50811"/>
                  <a:pt x="394316" y="52335"/>
                  <a:pt x="392744" y="48782"/>
                </a:cubicBezTo>
                <a:cubicBezTo>
                  <a:pt x="394811" y="47401"/>
                  <a:pt x="396831" y="47449"/>
                  <a:pt x="398888" y="46020"/>
                </a:cubicBezTo>
                <a:cubicBezTo>
                  <a:pt x="399612" y="48782"/>
                  <a:pt x="399517" y="51478"/>
                  <a:pt x="397659" y="54011"/>
                </a:cubicBezTo>
                <a:cubicBezTo>
                  <a:pt x="400183" y="59393"/>
                  <a:pt x="402984" y="55783"/>
                  <a:pt x="405527" y="61107"/>
                </a:cubicBezTo>
                <a:cubicBezTo>
                  <a:pt x="407518" y="59098"/>
                  <a:pt x="406451" y="56878"/>
                  <a:pt x="407746" y="54802"/>
                </a:cubicBezTo>
                <a:cubicBezTo>
                  <a:pt x="409966" y="59669"/>
                  <a:pt x="412194" y="63793"/>
                  <a:pt x="414766" y="56983"/>
                </a:cubicBezTo>
                <a:cubicBezTo>
                  <a:pt x="416376" y="59536"/>
                  <a:pt x="417928" y="64165"/>
                  <a:pt x="419681" y="62212"/>
                </a:cubicBezTo>
                <a:cubicBezTo>
                  <a:pt x="422396" y="65651"/>
                  <a:pt x="414318" y="68270"/>
                  <a:pt x="419376" y="71909"/>
                </a:cubicBezTo>
                <a:cubicBezTo>
                  <a:pt x="423662" y="59660"/>
                  <a:pt x="440969" y="66575"/>
                  <a:pt x="444579" y="75509"/>
                </a:cubicBezTo>
                <a:cubicBezTo>
                  <a:pt x="448142" y="79548"/>
                  <a:pt x="445913" y="70594"/>
                  <a:pt x="448818" y="69356"/>
                </a:cubicBezTo>
                <a:cubicBezTo>
                  <a:pt x="449847" y="68423"/>
                  <a:pt x="450818" y="69528"/>
                  <a:pt x="451885" y="67956"/>
                </a:cubicBezTo>
                <a:cubicBezTo>
                  <a:pt x="455590" y="72014"/>
                  <a:pt x="452895" y="75614"/>
                  <a:pt x="456590" y="79662"/>
                </a:cubicBezTo>
                <a:cubicBezTo>
                  <a:pt x="463458" y="69889"/>
                  <a:pt x="476260" y="79795"/>
                  <a:pt x="485832" y="83539"/>
                </a:cubicBezTo>
                <a:cubicBezTo>
                  <a:pt x="488385" y="77624"/>
                  <a:pt x="490661" y="79672"/>
                  <a:pt x="493147" y="76043"/>
                </a:cubicBezTo>
                <a:cubicBezTo>
                  <a:pt x="488251" y="68537"/>
                  <a:pt x="489004" y="81596"/>
                  <a:pt x="484003" y="76928"/>
                </a:cubicBezTo>
                <a:cubicBezTo>
                  <a:pt x="486585" y="72004"/>
                  <a:pt x="485851" y="73395"/>
                  <a:pt x="483356" y="65565"/>
                </a:cubicBezTo>
                <a:cubicBezTo>
                  <a:pt x="490128" y="55564"/>
                  <a:pt x="495757" y="61622"/>
                  <a:pt x="497386" y="69889"/>
                </a:cubicBezTo>
                <a:cubicBezTo>
                  <a:pt x="494528" y="75576"/>
                  <a:pt x="492223" y="62060"/>
                  <a:pt x="489299" y="69270"/>
                </a:cubicBezTo>
                <a:cubicBezTo>
                  <a:pt x="493805" y="69794"/>
                  <a:pt x="495691" y="79272"/>
                  <a:pt x="491890" y="84034"/>
                </a:cubicBezTo>
                <a:cubicBezTo>
                  <a:pt x="498291" y="84482"/>
                  <a:pt x="504549" y="89606"/>
                  <a:pt x="510921" y="90368"/>
                </a:cubicBezTo>
                <a:cubicBezTo>
                  <a:pt x="508854" y="99141"/>
                  <a:pt x="509835" y="95578"/>
                  <a:pt x="514674" y="100360"/>
                </a:cubicBezTo>
                <a:cubicBezTo>
                  <a:pt x="511254" y="102246"/>
                  <a:pt x="507940" y="99465"/>
                  <a:pt x="504758" y="93121"/>
                </a:cubicBezTo>
                <a:cubicBezTo>
                  <a:pt x="502872" y="96197"/>
                  <a:pt x="507197" y="99750"/>
                  <a:pt x="504473" y="102817"/>
                </a:cubicBezTo>
                <a:cubicBezTo>
                  <a:pt x="508245" y="100760"/>
                  <a:pt x="511807" y="105865"/>
                  <a:pt x="515531" y="105294"/>
                </a:cubicBezTo>
                <a:cubicBezTo>
                  <a:pt x="518141" y="101170"/>
                  <a:pt x="514407" y="96588"/>
                  <a:pt x="511902" y="92064"/>
                </a:cubicBezTo>
                <a:cubicBezTo>
                  <a:pt x="517674" y="90235"/>
                  <a:pt x="523237" y="95626"/>
                  <a:pt x="529209" y="88540"/>
                </a:cubicBezTo>
                <a:cubicBezTo>
                  <a:pt x="530104" y="84310"/>
                  <a:pt x="528152" y="79824"/>
                  <a:pt x="529609" y="75643"/>
                </a:cubicBezTo>
                <a:cubicBezTo>
                  <a:pt x="535695" y="73680"/>
                  <a:pt x="529485" y="84063"/>
                  <a:pt x="534295" y="87349"/>
                </a:cubicBezTo>
                <a:cubicBezTo>
                  <a:pt x="535276" y="90502"/>
                  <a:pt x="532581" y="88625"/>
                  <a:pt x="531133" y="91949"/>
                </a:cubicBezTo>
                <a:cubicBezTo>
                  <a:pt x="536743" y="103475"/>
                  <a:pt x="550288" y="97302"/>
                  <a:pt x="556908" y="110094"/>
                </a:cubicBezTo>
                <a:cubicBezTo>
                  <a:pt x="565299" y="100369"/>
                  <a:pt x="573167" y="107951"/>
                  <a:pt x="581225" y="108761"/>
                </a:cubicBezTo>
                <a:cubicBezTo>
                  <a:pt x="583778" y="117257"/>
                  <a:pt x="575510" y="115514"/>
                  <a:pt x="574672" y="124439"/>
                </a:cubicBezTo>
                <a:cubicBezTo>
                  <a:pt x="580663" y="131335"/>
                  <a:pt x="582559" y="114200"/>
                  <a:pt x="583635" y="129973"/>
                </a:cubicBezTo>
                <a:cubicBezTo>
                  <a:pt x="585616" y="124744"/>
                  <a:pt x="585778" y="119372"/>
                  <a:pt x="584121" y="113838"/>
                </a:cubicBezTo>
                <a:cubicBezTo>
                  <a:pt x="591303" y="110428"/>
                  <a:pt x="598313" y="112695"/>
                  <a:pt x="605266" y="117115"/>
                </a:cubicBezTo>
                <a:cubicBezTo>
                  <a:pt x="607752" y="104789"/>
                  <a:pt x="614601" y="110028"/>
                  <a:pt x="619611" y="111723"/>
                </a:cubicBezTo>
                <a:cubicBezTo>
                  <a:pt x="620554" y="113981"/>
                  <a:pt x="618487" y="115971"/>
                  <a:pt x="617401" y="118048"/>
                </a:cubicBezTo>
                <a:cubicBezTo>
                  <a:pt x="615658" y="119619"/>
                  <a:pt x="614096" y="115076"/>
                  <a:pt x="612486" y="112800"/>
                </a:cubicBezTo>
                <a:cubicBezTo>
                  <a:pt x="611086" y="114314"/>
                  <a:pt x="610810" y="115924"/>
                  <a:pt x="611324" y="117572"/>
                </a:cubicBezTo>
                <a:cubicBezTo>
                  <a:pt x="610629" y="118591"/>
                  <a:pt x="609905" y="119619"/>
                  <a:pt x="609209" y="120639"/>
                </a:cubicBezTo>
                <a:cubicBezTo>
                  <a:pt x="612791" y="125011"/>
                  <a:pt x="616772" y="115771"/>
                  <a:pt x="620163" y="126354"/>
                </a:cubicBezTo>
                <a:cubicBezTo>
                  <a:pt x="617677" y="130507"/>
                  <a:pt x="615448" y="126277"/>
                  <a:pt x="613058" y="127401"/>
                </a:cubicBezTo>
                <a:cubicBezTo>
                  <a:pt x="611581" y="136002"/>
                  <a:pt x="618887" y="131983"/>
                  <a:pt x="620944" y="134498"/>
                </a:cubicBezTo>
                <a:cubicBezTo>
                  <a:pt x="614001" y="147623"/>
                  <a:pt x="628679" y="137546"/>
                  <a:pt x="633822" y="143584"/>
                </a:cubicBezTo>
                <a:cubicBezTo>
                  <a:pt x="633555" y="138498"/>
                  <a:pt x="635070" y="129316"/>
                  <a:pt x="639289" y="129459"/>
                </a:cubicBezTo>
                <a:cubicBezTo>
                  <a:pt x="636318" y="137526"/>
                  <a:pt x="641690" y="137860"/>
                  <a:pt x="641795" y="147433"/>
                </a:cubicBezTo>
                <a:cubicBezTo>
                  <a:pt x="642880" y="145385"/>
                  <a:pt x="643899" y="145118"/>
                  <a:pt x="644881" y="146070"/>
                </a:cubicBezTo>
                <a:cubicBezTo>
                  <a:pt x="643233" y="136974"/>
                  <a:pt x="650005" y="138593"/>
                  <a:pt x="651434" y="130392"/>
                </a:cubicBezTo>
                <a:cubicBezTo>
                  <a:pt x="654139" y="131840"/>
                  <a:pt x="662473" y="141756"/>
                  <a:pt x="668550" y="133326"/>
                </a:cubicBezTo>
                <a:cubicBezTo>
                  <a:pt x="672065" y="137955"/>
                  <a:pt x="668598" y="141975"/>
                  <a:pt x="668150" y="146280"/>
                </a:cubicBezTo>
                <a:cubicBezTo>
                  <a:pt x="673713" y="150804"/>
                  <a:pt x="678999" y="151757"/>
                  <a:pt x="681999" y="157043"/>
                </a:cubicBezTo>
                <a:cubicBezTo>
                  <a:pt x="683390" y="155024"/>
                  <a:pt x="684819" y="152947"/>
                  <a:pt x="686238" y="150900"/>
                </a:cubicBezTo>
                <a:cubicBezTo>
                  <a:pt x="684962" y="148661"/>
                  <a:pt x="683676" y="146385"/>
                  <a:pt x="682400" y="144118"/>
                </a:cubicBezTo>
                <a:cubicBezTo>
                  <a:pt x="678409" y="152976"/>
                  <a:pt x="675018" y="142108"/>
                  <a:pt x="671332" y="141632"/>
                </a:cubicBezTo>
                <a:cubicBezTo>
                  <a:pt x="676246" y="135021"/>
                  <a:pt x="680666" y="145585"/>
                  <a:pt x="685562" y="139517"/>
                </a:cubicBezTo>
                <a:cubicBezTo>
                  <a:pt x="684914" y="159186"/>
                  <a:pt x="696354" y="148737"/>
                  <a:pt x="704202" y="158748"/>
                </a:cubicBezTo>
                <a:cubicBezTo>
                  <a:pt x="701259" y="156357"/>
                  <a:pt x="698078" y="160806"/>
                  <a:pt x="695173" y="156434"/>
                </a:cubicBezTo>
                <a:cubicBezTo>
                  <a:pt x="694668" y="164530"/>
                  <a:pt x="703040" y="162111"/>
                  <a:pt x="706136" y="162168"/>
                </a:cubicBezTo>
                <a:cubicBezTo>
                  <a:pt x="707165" y="157891"/>
                  <a:pt x="706917" y="153595"/>
                  <a:pt x="708555" y="149395"/>
                </a:cubicBezTo>
                <a:cubicBezTo>
                  <a:pt x="714089" y="147366"/>
                  <a:pt x="711098" y="158034"/>
                  <a:pt x="713261" y="161101"/>
                </a:cubicBezTo>
                <a:cubicBezTo>
                  <a:pt x="714718" y="157853"/>
                  <a:pt x="716004" y="159491"/>
                  <a:pt x="717299" y="161396"/>
                </a:cubicBezTo>
                <a:cubicBezTo>
                  <a:pt x="717709" y="151309"/>
                  <a:pt x="722490" y="151662"/>
                  <a:pt x="727396" y="162177"/>
                </a:cubicBezTo>
                <a:cubicBezTo>
                  <a:pt x="724614" y="151262"/>
                  <a:pt x="728996" y="158739"/>
                  <a:pt x="733844" y="149718"/>
                </a:cubicBezTo>
                <a:cubicBezTo>
                  <a:pt x="739378" y="159120"/>
                  <a:pt x="726434" y="157034"/>
                  <a:pt x="733368" y="165873"/>
                </a:cubicBezTo>
                <a:cubicBezTo>
                  <a:pt x="735397" y="154081"/>
                  <a:pt x="739149" y="157596"/>
                  <a:pt x="741940" y="150357"/>
                </a:cubicBezTo>
                <a:cubicBezTo>
                  <a:pt x="746712" y="158329"/>
                  <a:pt x="735987" y="157567"/>
                  <a:pt x="737492" y="162939"/>
                </a:cubicBezTo>
                <a:cubicBezTo>
                  <a:pt x="742407" y="163415"/>
                  <a:pt x="743445" y="163387"/>
                  <a:pt x="746836" y="155586"/>
                </a:cubicBezTo>
                <a:cubicBezTo>
                  <a:pt x="751237" y="162844"/>
                  <a:pt x="743379" y="159139"/>
                  <a:pt x="744522" y="165130"/>
                </a:cubicBezTo>
                <a:cubicBezTo>
                  <a:pt x="753066" y="177198"/>
                  <a:pt x="756114" y="163920"/>
                  <a:pt x="764924" y="160234"/>
                </a:cubicBezTo>
                <a:cubicBezTo>
                  <a:pt x="767191" y="164187"/>
                  <a:pt x="765934" y="167854"/>
                  <a:pt x="769630" y="171921"/>
                </a:cubicBezTo>
                <a:cubicBezTo>
                  <a:pt x="774240" y="164759"/>
                  <a:pt x="778383" y="172217"/>
                  <a:pt x="782898" y="168121"/>
                </a:cubicBezTo>
                <a:cubicBezTo>
                  <a:pt x="784088" y="172521"/>
                  <a:pt x="781869" y="176655"/>
                  <a:pt x="782498" y="181018"/>
                </a:cubicBezTo>
                <a:cubicBezTo>
                  <a:pt x="781050" y="183999"/>
                  <a:pt x="779774" y="182065"/>
                  <a:pt x="778364" y="183932"/>
                </a:cubicBezTo>
                <a:cubicBezTo>
                  <a:pt x="775049" y="180437"/>
                  <a:pt x="778697" y="177484"/>
                  <a:pt x="778659" y="174245"/>
                </a:cubicBezTo>
                <a:cubicBezTo>
                  <a:pt x="772535" y="175436"/>
                  <a:pt x="770515" y="181065"/>
                  <a:pt x="763352" y="177922"/>
                </a:cubicBezTo>
                <a:cubicBezTo>
                  <a:pt x="767658" y="180865"/>
                  <a:pt x="771858" y="186895"/>
                  <a:pt x="776354" y="183761"/>
                </a:cubicBezTo>
                <a:cubicBezTo>
                  <a:pt x="779659" y="188590"/>
                  <a:pt x="770839" y="183913"/>
                  <a:pt x="774116" y="190085"/>
                </a:cubicBezTo>
                <a:cubicBezTo>
                  <a:pt x="769506" y="186609"/>
                  <a:pt x="764734" y="187828"/>
                  <a:pt x="760086" y="185742"/>
                </a:cubicBezTo>
                <a:cubicBezTo>
                  <a:pt x="759162" y="187847"/>
                  <a:pt x="761276" y="190162"/>
                  <a:pt x="759895" y="192200"/>
                </a:cubicBezTo>
                <a:cubicBezTo>
                  <a:pt x="755961" y="195315"/>
                  <a:pt x="758847" y="185961"/>
                  <a:pt x="755075" y="183742"/>
                </a:cubicBezTo>
                <a:cubicBezTo>
                  <a:pt x="753304" y="186456"/>
                  <a:pt x="751618" y="186466"/>
                  <a:pt x="749979" y="184961"/>
                </a:cubicBezTo>
                <a:cubicBezTo>
                  <a:pt x="749075" y="205059"/>
                  <a:pt x="740254" y="179646"/>
                  <a:pt x="734597" y="191867"/>
                </a:cubicBezTo>
                <a:cubicBezTo>
                  <a:pt x="731063" y="187314"/>
                  <a:pt x="735701" y="182104"/>
                  <a:pt x="730834" y="181884"/>
                </a:cubicBezTo>
                <a:cubicBezTo>
                  <a:pt x="727767" y="188133"/>
                  <a:pt x="731453" y="194867"/>
                  <a:pt x="728243" y="201125"/>
                </a:cubicBezTo>
                <a:cubicBezTo>
                  <a:pt x="730796" y="206106"/>
                  <a:pt x="733654" y="200439"/>
                  <a:pt x="736225" y="204944"/>
                </a:cubicBezTo>
                <a:cubicBezTo>
                  <a:pt x="737292" y="202887"/>
                  <a:pt x="735359" y="200553"/>
                  <a:pt x="734387" y="198344"/>
                </a:cubicBezTo>
                <a:cubicBezTo>
                  <a:pt x="737921" y="192972"/>
                  <a:pt x="741159" y="197591"/>
                  <a:pt x="744484" y="199125"/>
                </a:cubicBezTo>
                <a:cubicBezTo>
                  <a:pt x="744960" y="205049"/>
                  <a:pt x="741216" y="201658"/>
                  <a:pt x="740159" y="208478"/>
                </a:cubicBezTo>
                <a:cubicBezTo>
                  <a:pt x="736082" y="209307"/>
                  <a:pt x="732130" y="206326"/>
                  <a:pt x="727958" y="210764"/>
                </a:cubicBezTo>
                <a:cubicBezTo>
                  <a:pt x="724405" y="206221"/>
                  <a:pt x="729063" y="201011"/>
                  <a:pt x="724214" y="200763"/>
                </a:cubicBezTo>
                <a:cubicBezTo>
                  <a:pt x="717128" y="223947"/>
                  <a:pt x="695515" y="205335"/>
                  <a:pt x="682571" y="205630"/>
                </a:cubicBezTo>
                <a:cubicBezTo>
                  <a:pt x="682009" y="201287"/>
                  <a:pt x="686781" y="197324"/>
                  <a:pt x="684981" y="192857"/>
                </a:cubicBezTo>
                <a:cubicBezTo>
                  <a:pt x="697020" y="196229"/>
                  <a:pt x="708965" y="202811"/>
                  <a:pt x="721138" y="202144"/>
                </a:cubicBezTo>
                <a:cubicBezTo>
                  <a:pt x="723138" y="196486"/>
                  <a:pt x="716747" y="195991"/>
                  <a:pt x="715089" y="201696"/>
                </a:cubicBezTo>
                <a:cubicBezTo>
                  <a:pt x="712137" y="195905"/>
                  <a:pt x="707965" y="197153"/>
                  <a:pt x="712394" y="190162"/>
                </a:cubicBezTo>
                <a:cubicBezTo>
                  <a:pt x="708984" y="191209"/>
                  <a:pt x="705583" y="192476"/>
                  <a:pt x="702202" y="192572"/>
                </a:cubicBezTo>
                <a:cubicBezTo>
                  <a:pt x="701459" y="188228"/>
                  <a:pt x="705279" y="184199"/>
                  <a:pt x="700573" y="179541"/>
                </a:cubicBezTo>
                <a:cubicBezTo>
                  <a:pt x="697154" y="188590"/>
                  <a:pt x="696182" y="185466"/>
                  <a:pt x="691334" y="183656"/>
                </a:cubicBezTo>
                <a:cubicBezTo>
                  <a:pt x="687591" y="179589"/>
                  <a:pt x="692391" y="176198"/>
                  <a:pt x="688657" y="172131"/>
                </a:cubicBezTo>
                <a:cubicBezTo>
                  <a:pt x="681628" y="168778"/>
                  <a:pt x="672532" y="174331"/>
                  <a:pt x="668169" y="180265"/>
                </a:cubicBezTo>
                <a:cubicBezTo>
                  <a:pt x="668312" y="177570"/>
                  <a:pt x="666159" y="174703"/>
                  <a:pt x="667398" y="172102"/>
                </a:cubicBezTo>
                <a:cubicBezTo>
                  <a:pt x="670379" y="167835"/>
                  <a:pt x="667493" y="180361"/>
                  <a:pt x="671436" y="172417"/>
                </a:cubicBezTo>
                <a:cubicBezTo>
                  <a:pt x="665569" y="165663"/>
                  <a:pt x="659340" y="170816"/>
                  <a:pt x="653453" y="164539"/>
                </a:cubicBezTo>
                <a:cubicBezTo>
                  <a:pt x="650977" y="168140"/>
                  <a:pt x="648510" y="171721"/>
                  <a:pt x="646033" y="175322"/>
                </a:cubicBezTo>
                <a:cubicBezTo>
                  <a:pt x="644128" y="170845"/>
                  <a:pt x="644109" y="166492"/>
                  <a:pt x="640366" y="161920"/>
                </a:cubicBezTo>
                <a:cubicBezTo>
                  <a:pt x="635965" y="172579"/>
                  <a:pt x="642718" y="172731"/>
                  <a:pt x="643928" y="178389"/>
                </a:cubicBezTo>
                <a:cubicBezTo>
                  <a:pt x="640042" y="183875"/>
                  <a:pt x="636851" y="166711"/>
                  <a:pt x="632860" y="175912"/>
                </a:cubicBezTo>
                <a:cubicBezTo>
                  <a:pt x="628288" y="169054"/>
                  <a:pt x="637242" y="163282"/>
                  <a:pt x="631441" y="156376"/>
                </a:cubicBezTo>
                <a:cubicBezTo>
                  <a:pt x="630431" y="157901"/>
                  <a:pt x="631784" y="159653"/>
                  <a:pt x="632289" y="161291"/>
                </a:cubicBezTo>
                <a:cubicBezTo>
                  <a:pt x="624373" y="166378"/>
                  <a:pt x="616791" y="160644"/>
                  <a:pt x="609105" y="157891"/>
                </a:cubicBezTo>
                <a:cubicBezTo>
                  <a:pt x="604818" y="164549"/>
                  <a:pt x="611153" y="172121"/>
                  <a:pt x="614782" y="171283"/>
                </a:cubicBezTo>
                <a:cubicBezTo>
                  <a:pt x="610972" y="174017"/>
                  <a:pt x="606790" y="189162"/>
                  <a:pt x="603314" y="181684"/>
                </a:cubicBezTo>
                <a:cubicBezTo>
                  <a:pt x="601666" y="175465"/>
                  <a:pt x="607543" y="180094"/>
                  <a:pt x="606590" y="173864"/>
                </a:cubicBezTo>
                <a:cubicBezTo>
                  <a:pt x="604790" y="166492"/>
                  <a:pt x="602447" y="177560"/>
                  <a:pt x="600637" y="170188"/>
                </a:cubicBezTo>
                <a:cubicBezTo>
                  <a:pt x="598189" y="176255"/>
                  <a:pt x="600799" y="178636"/>
                  <a:pt x="595236" y="181094"/>
                </a:cubicBezTo>
                <a:cubicBezTo>
                  <a:pt x="592950" y="177684"/>
                  <a:pt x="593046" y="174436"/>
                  <a:pt x="595541" y="171397"/>
                </a:cubicBezTo>
                <a:cubicBezTo>
                  <a:pt x="590140" y="164435"/>
                  <a:pt x="590236" y="183999"/>
                  <a:pt x="585235" y="177065"/>
                </a:cubicBezTo>
                <a:cubicBezTo>
                  <a:pt x="583835" y="172121"/>
                  <a:pt x="591007" y="167797"/>
                  <a:pt x="586702" y="162625"/>
                </a:cubicBezTo>
                <a:cubicBezTo>
                  <a:pt x="582768" y="166092"/>
                  <a:pt x="583825" y="169969"/>
                  <a:pt x="581311" y="173531"/>
                </a:cubicBezTo>
                <a:cubicBezTo>
                  <a:pt x="579930" y="174150"/>
                  <a:pt x="578577" y="174798"/>
                  <a:pt x="577272" y="173217"/>
                </a:cubicBezTo>
                <a:cubicBezTo>
                  <a:pt x="577205" y="167959"/>
                  <a:pt x="582825" y="168330"/>
                  <a:pt x="581692" y="160615"/>
                </a:cubicBezTo>
                <a:cubicBezTo>
                  <a:pt x="576548" y="160948"/>
                  <a:pt x="577853" y="155938"/>
                  <a:pt x="572938" y="148614"/>
                </a:cubicBezTo>
                <a:cubicBezTo>
                  <a:pt x="563632" y="141984"/>
                  <a:pt x="553431" y="149566"/>
                  <a:pt x="546602" y="149804"/>
                </a:cubicBezTo>
                <a:cubicBezTo>
                  <a:pt x="552631" y="138527"/>
                  <a:pt x="530542" y="141965"/>
                  <a:pt x="523704" y="136688"/>
                </a:cubicBezTo>
                <a:cubicBezTo>
                  <a:pt x="524361" y="128135"/>
                  <a:pt x="533057" y="138650"/>
                  <a:pt x="537086" y="129640"/>
                </a:cubicBezTo>
                <a:cubicBezTo>
                  <a:pt x="529066" y="121086"/>
                  <a:pt x="521456" y="137365"/>
                  <a:pt x="515912" y="126363"/>
                </a:cubicBezTo>
                <a:cubicBezTo>
                  <a:pt x="514836" y="128459"/>
                  <a:pt x="516779" y="130754"/>
                  <a:pt x="517741" y="132974"/>
                </a:cubicBezTo>
                <a:cubicBezTo>
                  <a:pt x="514807" y="140536"/>
                  <a:pt x="512340" y="133164"/>
                  <a:pt x="509464" y="138831"/>
                </a:cubicBezTo>
                <a:cubicBezTo>
                  <a:pt x="502310" y="122325"/>
                  <a:pt x="491919" y="136603"/>
                  <a:pt x="487632" y="124182"/>
                </a:cubicBezTo>
                <a:cubicBezTo>
                  <a:pt x="478193" y="130935"/>
                  <a:pt x="472888" y="121667"/>
                  <a:pt x="465134" y="132135"/>
                </a:cubicBezTo>
                <a:cubicBezTo>
                  <a:pt x="468801" y="132945"/>
                  <a:pt x="466249" y="134431"/>
                  <a:pt x="468963" y="138917"/>
                </a:cubicBezTo>
                <a:cubicBezTo>
                  <a:pt x="457552" y="148556"/>
                  <a:pt x="454828" y="130173"/>
                  <a:pt x="454466" y="116762"/>
                </a:cubicBezTo>
                <a:cubicBezTo>
                  <a:pt x="451752" y="123029"/>
                  <a:pt x="453685" y="129659"/>
                  <a:pt x="451856" y="136002"/>
                </a:cubicBezTo>
                <a:cubicBezTo>
                  <a:pt x="447532" y="133764"/>
                  <a:pt x="443132" y="134355"/>
                  <a:pt x="438893" y="130116"/>
                </a:cubicBezTo>
                <a:cubicBezTo>
                  <a:pt x="437483" y="125696"/>
                  <a:pt x="444265" y="126744"/>
                  <a:pt x="446189" y="122591"/>
                </a:cubicBezTo>
                <a:cubicBezTo>
                  <a:pt x="447142" y="126411"/>
                  <a:pt x="431035" y="115629"/>
                  <a:pt x="428120" y="117962"/>
                </a:cubicBezTo>
                <a:cubicBezTo>
                  <a:pt x="425777" y="116286"/>
                  <a:pt x="426044" y="107532"/>
                  <a:pt x="428320" y="111495"/>
                </a:cubicBezTo>
                <a:cubicBezTo>
                  <a:pt x="428387" y="103732"/>
                  <a:pt x="424282" y="111047"/>
                  <a:pt x="422262" y="111028"/>
                </a:cubicBezTo>
                <a:cubicBezTo>
                  <a:pt x="421167" y="113095"/>
                  <a:pt x="423120" y="115410"/>
                  <a:pt x="424072" y="117638"/>
                </a:cubicBezTo>
                <a:cubicBezTo>
                  <a:pt x="415795" y="117619"/>
                  <a:pt x="403508" y="97226"/>
                  <a:pt x="392068" y="105446"/>
                </a:cubicBezTo>
                <a:cubicBezTo>
                  <a:pt x="390477" y="102627"/>
                  <a:pt x="388868" y="99789"/>
                  <a:pt x="387258" y="96969"/>
                </a:cubicBezTo>
                <a:cubicBezTo>
                  <a:pt x="385143" y="99998"/>
                  <a:pt x="383276" y="94321"/>
                  <a:pt x="381105" y="99741"/>
                </a:cubicBezTo>
                <a:cubicBezTo>
                  <a:pt x="372866" y="81929"/>
                  <a:pt x="363588" y="98379"/>
                  <a:pt x="355330" y="81558"/>
                </a:cubicBezTo>
                <a:cubicBezTo>
                  <a:pt x="345996" y="89244"/>
                  <a:pt x="337099" y="82243"/>
                  <a:pt x="328308" y="71356"/>
                </a:cubicBezTo>
                <a:cubicBezTo>
                  <a:pt x="333985" y="66632"/>
                  <a:pt x="334385" y="63098"/>
                  <a:pt x="338795" y="59241"/>
                </a:cubicBezTo>
                <a:cubicBezTo>
                  <a:pt x="328727" y="58955"/>
                  <a:pt x="318211" y="69423"/>
                  <a:pt x="313506" y="58888"/>
                </a:cubicBezTo>
                <a:cubicBezTo>
                  <a:pt x="313420" y="72623"/>
                  <a:pt x="306038" y="78529"/>
                  <a:pt x="308381" y="94093"/>
                </a:cubicBezTo>
                <a:cubicBezTo>
                  <a:pt x="303381" y="91930"/>
                  <a:pt x="298466" y="87282"/>
                  <a:pt x="293484" y="84853"/>
                </a:cubicBezTo>
                <a:cubicBezTo>
                  <a:pt x="293580" y="99265"/>
                  <a:pt x="311829" y="91464"/>
                  <a:pt x="310972" y="108866"/>
                </a:cubicBezTo>
                <a:cubicBezTo>
                  <a:pt x="308839" y="112476"/>
                  <a:pt x="307096" y="103560"/>
                  <a:pt x="305105" y="101941"/>
                </a:cubicBezTo>
                <a:cubicBezTo>
                  <a:pt x="304067" y="112019"/>
                  <a:pt x="296866" y="101970"/>
                  <a:pt x="292703" y="110676"/>
                </a:cubicBezTo>
                <a:cubicBezTo>
                  <a:pt x="293484" y="105351"/>
                  <a:pt x="294142" y="100008"/>
                  <a:pt x="289150" y="94207"/>
                </a:cubicBezTo>
                <a:cubicBezTo>
                  <a:pt x="289360" y="102074"/>
                  <a:pt x="286141" y="103532"/>
                  <a:pt x="281645" y="108209"/>
                </a:cubicBezTo>
                <a:cubicBezTo>
                  <a:pt x="278663" y="101770"/>
                  <a:pt x="273101" y="93235"/>
                  <a:pt x="272701" y="102665"/>
                </a:cubicBezTo>
                <a:cubicBezTo>
                  <a:pt x="269148" y="98084"/>
                  <a:pt x="271243" y="92673"/>
                  <a:pt x="266938" y="92511"/>
                </a:cubicBezTo>
                <a:cubicBezTo>
                  <a:pt x="265052" y="86234"/>
                  <a:pt x="267424" y="88311"/>
                  <a:pt x="270224" y="84663"/>
                </a:cubicBezTo>
                <a:cubicBezTo>
                  <a:pt x="265881" y="82967"/>
                  <a:pt x="261547" y="81053"/>
                  <a:pt x="257032" y="85263"/>
                </a:cubicBezTo>
                <a:cubicBezTo>
                  <a:pt x="253708" y="79605"/>
                  <a:pt x="261014" y="74776"/>
                  <a:pt x="257518" y="69108"/>
                </a:cubicBezTo>
                <a:cubicBezTo>
                  <a:pt x="255660" y="71471"/>
                  <a:pt x="253908" y="84387"/>
                  <a:pt x="250212" y="76652"/>
                </a:cubicBezTo>
                <a:cubicBezTo>
                  <a:pt x="249517" y="80376"/>
                  <a:pt x="246888" y="83929"/>
                  <a:pt x="250888" y="88044"/>
                </a:cubicBezTo>
                <a:cubicBezTo>
                  <a:pt x="245078" y="91254"/>
                  <a:pt x="246021" y="89901"/>
                  <a:pt x="243478" y="98779"/>
                </a:cubicBezTo>
                <a:cubicBezTo>
                  <a:pt x="241287" y="104160"/>
                  <a:pt x="239697" y="89682"/>
                  <a:pt x="237506" y="95074"/>
                </a:cubicBezTo>
                <a:cubicBezTo>
                  <a:pt x="232715" y="100893"/>
                  <a:pt x="239878" y="101684"/>
                  <a:pt x="241249" y="105075"/>
                </a:cubicBezTo>
                <a:cubicBezTo>
                  <a:pt x="238525" y="106256"/>
                  <a:pt x="235963" y="101379"/>
                  <a:pt x="233172" y="104437"/>
                </a:cubicBezTo>
                <a:cubicBezTo>
                  <a:pt x="231238" y="99998"/>
                  <a:pt x="237620" y="96150"/>
                  <a:pt x="233572" y="91549"/>
                </a:cubicBezTo>
                <a:cubicBezTo>
                  <a:pt x="232153" y="98445"/>
                  <a:pt x="226333" y="94045"/>
                  <a:pt x="228571" y="89540"/>
                </a:cubicBezTo>
                <a:cubicBezTo>
                  <a:pt x="222199" y="101684"/>
                  <a:pt x="211979" y="94931"/>
                  <a:pt x="203473" y="82729"/>
                </a:cubicBezTo>
                <a:cubicBezTo>
                  <a:pt x="203063" y="86453"/>
                  <a:pt x="200501" y="90044"/>
                  <a:pt x="200101" y="93788"/>
                </a:cubicBezTo>
                <a:cubicBezTo>
                  <a:pt x="204311" y="97407"/>
                  <a:pt x="202368" y="97483"/>
                  <a:pt x="205864" y="103951"/>
                </a:cubicBezTo>
                <a:cubicBezTo>
                  <a:pt x="208578" y="101484"/>
                  <a:pt x="206502" y="98588"/>
                  <a:pt x="205111" y="95807"/>
                </a:cubicBezTo>
                <a:cubicBezTo>
                  <a:pt x="213589" y="93988"/>
                  <a:pt x="221713" y="104294"/>
                  <a:pt x="230029" y="109056"/>
                </a:cubicBezTo>
                <a:cubicBezTo>
                  <a:pt x="222771" y="114276"/>
                  <a:pt x="216084" y="100779"/>
                  <a:pt x="208864" y="105799"/>
                </a:cubicBezTo>
                <a:cubicBezTo>
                  <a:pt x="212503" y="107989"/>
                  <a:pt x="216151" y="110228"/>
                  <a:pt x="219723" y="114724"/>
                </a:cubicBezTo>
                <a:cubicBezTo>
                  <a:pt x="215570" y="118210"/>
                  <a:pt x="211788" y="109418"/>
                  <a:pt x="207407" y="120258"/>
                </a:cubicBezTo>
                <a:cubicBezTo>
                  <a:pt x="205464" y="115781"/>
                  <a:pt x="209293" y="111799"/>
                  <a:pt x="205778" y="107199"/>
                </a:cubicBezTo>
                <a:cubicBezTo>
                  <a:pt x="204006" y="110142"/>
                  <a:pt x="202368" y="108351"/>
                  <a:pt x="200577" y="111628"/>
                </a:cubicBezTo>
                <a:cubicBezTo>
                  <a:pt x="198034" y="108761"/>
                  <a:pt x="200263" y="106208"/>
                  <a:pt x="201825" y="103646"/>
                </a:cubicBezTo>
                <a:cubicBezTo>
                  <a:pt x="199920" y="100293"/>
                  <a:pt x="197720" y="105684"/>
                  <a:pt x="195891" y="99941"/>
                </a:cubicBezTo>
                <a:cubicBezTo>
                  <a:pt x="194634" y="109113"/>
                  <a:pt x="188185" y="103027"/>
                  <a:pt x="187404" y="112219"/>
                </a:cubicBezTo>
                <a:cubicBezTo>
                  <a:pt x="182070" y="106437"/>
                  <a:pt x="187833" y="101493"/>
                  <a:pt x="183852" y="95769"/>
                </a:cubicBezTo>
                <a:cubicBezTo>
                  <a:pt x="179613" y="100465"/>
                  <a:pt x="170469" y="93712"/>
                  <a:pt x="169907" y="88216"/>
                </a:cubicBezTo>
                <a:cubicBezTo>
                  <a:pt x="163487" y="93664"/>
                  <a:pt x="163801" y="83491"/>
                  <a:pt x="157791" y="87263"/>
                </a:cubicBezTo>
                <a:cubicBezTo>
                  <a:pt x="155600" y="81196"/>
                  <a:pt x="160972" y="85615"/>
                  <a:pt x="162030" y="81119"/>
                </a:cubicBezTo>
                <a:cubicBezTo>
                  <a:pt x="156505" y="73785"/>
                  <a:pt x="150581" y="80453"/>
                  <a:pt x="145018" y="74947"/>
                </a:cubicBezTo>
                <a:cubicBezTo>
                  <a:pt x="142694" y="79795"/>
                  <a:pt x="142199" y="81462"/>
                  <a:pt x="141551" y="89235"/>
                </a:cubicBezTo>
                <a:cubicBezTo>
                  <a:pt x="138208" y="87387"/>
                  <a:pt x="131702" y="89930"/>
                  <a:pt x="131150" y="98150"/>
                </a:cubicBezTo>
                <a:cubicBezTo>
                  <a:pt x="126730" y="94569"/>
                  <a:pt x="133836" y="91902"/>
                  <a:pt x="129426" y="88320"/>
                </a:cubicBezTo>
                <a:cubicBezTo>
                  <a:pt x="126444" y="86120"/>
                  <a:pt x="123244" y="91902"/>
                  <a:pt x="120377" y="85977"/>
                </a:cubicBezTo>
                <a:cubicBezTo>
                  <a:pt x="116443" y="89892"/>
                  <a:pt x="118910" y="93931"/>
                  <a:pt x="115091" y="93673"/>
                </a:cubicBezTo>
                <a:cubicBezTo>
                  <a:pt x="111928" y="88044"/>
                  <a:pt x="120091" y="83282"/>
                  <a:pt x="119634" y="77843"/>
                </a:cubicBezTo>
                <a:cubicBezTo>
                  <a:pt x="122139" y="73233"/>
                  <a:pt x="124015" y="88768"/>
                  <a:pt x="126635" y="79996"/>
                </a:cubicBezTo>
                <a:cubicBezTo>
                  <a:pt x="125882" y="72404"/>
                  <a:pt x="117881" y="72785"/>
                  <a:pt x="113557" y="77376"/>
                </a:cubicBezTo>
                <a:cubicBezTo>
                  <a:pt x="109976" y="73842"/>
                  <a:pt x="112566" y="70823"/>
                  <a:pt x="109814" y="67403"/>
                </a:cubicBezTo>
                <a:cubicBezTo>
                  <a:pt x="104575" y="72652"/>
                  <a:pt x="94012" y="78376"/>
                  <a:pt x="92507" y="70880"/>
                </a:cubicBezTo>
                <a:cubicBezTo>
                  <a:pt x="90783" y="69070"/>
                  <a:pt x="90564" y="73452"/>
                  <a:pt x="91345" y="75652"/>
                </a:cubicBezTo>
                <a:cubicBezTo>
                  <a:pt x="87611" y="76548"/>
                  <a:pt x="83839" y="78367"/>
                  <a:pt x="80391" y="69937"/>
                </a:cubicBezTo>
                <a:cubicBezTo>
                  <a:pt x="77829" y="75862"/>
                  <a:pt x="75609" y="71537"/>
                  <a:pt x="73076" y="77462"/>
                </a:cubicBezTo>
                <a:cubicBezTo>
                  <a:pt x="77600" y="72433"/>
                  <a:pt x="81486" y="89254"/>
                  <a:pt x="86154" y="80100"/>
                </a:cubicBezTo>
                <a:cubicBezTo>
                  <a:pt x="88916" y="88387"/>
                  <a:pt x="84582" y="91283"/>
                  <a:pt x="91716" y="96731"/>
                </a:cubicBezTo>
                <a:cubicBezTo>
                  <a:pt x="85611" y="107208"/>
                  <a:pt x="84191" y="95321"/>
                  <a:pt x="82677" y="94388"/>
                </a:cubicBezTo>
                <a:cubicBezTo>
                  <a:pt x="78467" y="101998"/>
                  <a:pt x="86544" y="100522"/>
                  <a:pt x="86335" y="107609"/>
                </a:cubicBezTo>
                <a:cubicBezTo>
                  <a:pt x="88506" y="102627"/>
                  <a:pt x="90526" y="102760"/>
                  <a:pt x="92383" y="108113"/>
                </a:cubicBezTo>
                <a:cubicBezTo>
                  <a:pt x="95202" y="102198"/>
                  <a:pt x="97469" y="106513"/>
                  <a:pt x="97688" y="100408"/>
                </a:cubicBezTo>
                <a:cubicBezTo>
                  <a:pt x="94431" y="96540"/>
                  <a:pt x="91535" y="100617"/>
                  <a:pt x="92878" y="91968"/>
                </a:cubicBezTo>
                <a:cubicBezTo>
                  <a:pt x="95307" y="89244"/>
                  <a:pt x="97384" y="99093"/>
                  <a:pt x="99879" y="94121"/>
                </a:cubicBezTo>
                <a:cubicBezTo>
                  <a:pt x="101489" y="100503"/>
                  <a:pt x="96898" y="102313"/>
                  <a:pt x="102575" y="105656"/>
                </a:cubicBezTo>
                <a:cubicBezTo>
                  <a:pt x="100784" y="94435"/>
                  <a:pt x="107051" y="106294"/>
                  <a:pt x="110642" y="106294"/>
                </a:cubicBezTo>
                <a:cubicBezTo>
                  <a:pt x="111223" y="108237"/>
                  <a:pt x="109918" y="117686"/>
                  <a:pt x="107385" y="114095"/>
                </a:cubicBezTo>
                <a:cubicBezTo>
                  <a:pt x="110204" y="114095"/>
                  <a:pt x="116415" y="125220"/>
                  <a:pt x="121329" y="121667"/>
                </a:cubicBezTo>
                <a:cubicBezTo>
                  <a:pt x="124749" y="135841"/>
                  <a:pt x="131245" y="127182"/>
                  <a:pt x="133921" y="140422"/>
                </a:cubicBezTo>
                <a:cubicBezTo>
                  <a:pt x="139179" y="137898"/>
                  <a:pt x="138713" y="130897"/>
                  <a:pt x="144304" y="131545"/>
                </a:cubicBezTo>
                <a:cubicBezTo>
                  <a:pt x="145294" y="134317"/>
                  <a:pt x="142456" y="136793"/>
                  <a:pt x="141046" y="139374"/>
                </a:cubicBezTo>
                <a:cubicBezTo>
                  <a:pt x="145104" y="149976"/>
                  <a:pt x="149666" y="144080"/>
                  <a:pt x="153924" y="148471"/>
                </a:cubicBezTo>
                <a:cubicBezTo>
                  <a:pt x="155591" y="144346"/>
                  <a:pt x="154657" y="142575"/>
                  <a:pt x="152095" y="141841"/>
                </a:cubicBezTo>
                <a:cubicBezTo>
                  <a:pt x="155124" y="134040"/>
                  <a:pt x="159268" y="142394"/>
                  <a:pt x="159401" y="134317"/>
                </a:cubicBezTo>
                <a:cubicBezTo>
                  <a:pt x="159677" y="135822"/>
                  <a:pt x="160468" y="144661"/>
                  <a:pt x="163249" y="141098"/>
                </a:cubicBezTo>
                <a:cubicBezTo>
                  <a:pt x="165116" y="147375"/>
                  <a:pt x="162744" y="145299"/>
                  <a:pt x="159972" y="148928"/>
                </a:cubicBezTo>
                <a:cubicBezTo>
                  <a:pt x="165183" y="155129"/>
                  <a:pt x="170802" y="147709"/>
                  <a:pt x="175831" y="159872"/>
                </a:cubicBezTo>
                <a:cubicBezTo>
                  <a:pt x="178146" y="142984"/>
                  <a:pt x="183118" y="168264"/>
                  <a:pt x="188147" y="154367"/>
                </a:cubicBezTo>
                <a:cubicBezTo>
                  <a:pt x="186852" y="164377"/>
                  <a:pt x="192329" y="158682"/>
                  <a:pt x="192862" y="166044"/>
                </a:cubicBezTo>
                <a:cubicBezTo>
                  <a:pt x="189128" y="166968"/>
                  <a:pt x="185366" y="168768"/>
                  <a:pt x="181908" y="160358"/>
                </a:cubicBezTo>
                <a:cubicBezTo>
                  <a:pt x="178241" y="173617"/>
                  <a:pt x="169002" y="161977"/>
                  <a:pt x="162858" y="153986"/>
                </a:cubicBezTo>
                <a:cubicBezTo>
                  <a:pt x="162354" y="158834"/>
                  <a:pt x="161849" y="163634"/>
                  <a:pt x="157382" y="168159"/>
                </a:cubicBezTo>
                <a:cubicBezTo>
                  <a:pt x="167526" y="153462"/>
                  <a:pt x="185728" y="193191"/>
                  <a:pt x="195948" y="164673"/>
                </a:cubicBezTo>
                <a:cubicBezTo>
                  <a:pt x="202301" y="166778"/>
                  <a:pt x="208769" y="164892"/>
                  <a:pt x="214989" y="171007"/>
                </a:cubicBezTo>
                <a:cubicBezTo>
                  <a:pt x="216656" y="166864"/>
                  <a:pt x="215732" y="165082"/>
                  <a:pt x="213169" y="164397"/>
                </a:cubicBezTo>
                <a:cubicBezTo>
                  <a:pt x="215284" y="161311"/>
                  <a:pt x="217389" y="158253"/>
                  <a:pt x="219523" y="155157"/>
                </a:cubicBezTo>
                <a:cubicBezTo>
                  <a:pt x="221561" y="154224"/>
                  <a:pt x="223542" y="155919"/>
                  <a:pt x="225476" y="158863"/>
                </a:cubicBezTo>
                <a:cubicBezTo>
                  <a:pt x="222285" y="163825"/>
                  <a:pt x="219427" y="157920"/>
                  <a:pt x="216141" y="166235"/>
                </a:cubicBezTo>
                <a:cubicBezTo>
                  <a:pt x="219027" y="170769"/>
                  <a:pt x="222085" y="170473"/>
                  <a:pt x="224980" y="175017"/>
                </a:cubicBezTo>
                <a:cubicBezTo>
                  <a:pt x="226390" y="172959"/>
                  <a:pt x="227800" y="170921"/>
                  <a:pt x="229219" y="168873"/>
                </a:cubicBezTo>
                <a:cubicBezTo>
                  <a:pt x="230905" y="168673"/>
                  <a:pt x="232572" y="169635"/>
                  <a:pt x="234210" y="170883"/>
                </a:cubicBezTo>
                <a:cubicBezTo>
                  <a:pt x="236153" y="174788"/>
                  <a:pt x="233620" y="178379"/>
                  <a:pt x="230838" y="181951"/>
                </a:cubicBezTo>
                <a:cubicBezTo>
                  <a:pt x="238296" y="185418"/>
                  <a:pt x="235267" y="166597"/>
                  <a:pt x="243259" y="173198"/>
                </a:cubicBezTo>
                <a:cubicBezTo>
                  <a:pt x="244145" y="170559"/>
                  <a:pt x="244211" y="167864"/>
                  <a:pt x="242487" y="165035"/>
                </a:cubicBezTo>
                <a:cubicBezTo>
                  <a:pt x="244602" y="162415"/>
                  <a:pt x="246669" y="161034"/>
                  <a:pt x="248660" y="162273"/>
                </a:cubicBezTo>
                <a:cubicBezTo>
                  <a:pt x="244288" y="176141"/>
                  <a:pt x="259852" y="181142"/>
                  <a:pt x="265090" y="187818"/>
                </a:cubicBezTo>
                <a:cubicBezTo>
                  <a:pt x="259051" y="191324"/>
                  <a:pt x="244459" y="180475"/>
                  <a:pt x="244707" y="192733"/>
                </a:cubicBezTo>
                <a:cubicBezTo>
                  <a:pt x="238630" y="192495"/>
                  <a:pt x="232743" y="186428"/>
                  <a:pt x="226628" y="188085"/>
                </a:cubicBezTo>
                <a:cubicBezTo>
                  <a:pt x="225771" y="197248"/>
                  <a:pt x="233886" y="191381"/>
                  <a:pt x="236534" y="195343"/>
                </a:cubicBezTo>
                <a:cubicBezTo>
                  <a:pt x="231638" y="199353"/>
                  <a:pt x="231705" y="195753"/>
                  <a:pt x="228143" y="204392"/>
                </a:cubicBezTo>
                <a:cubicBezTo>
                  <a:pt x="226038" y="190162"/>
                  <a:pt x="222275" y="202344"/>
                  <a:pt x="220561" y="187638"/>
                </a:cubicBezTo>
                <a:cubicBezTo>
                  <a:pt x="215341" y="193162"/>
                  <a:pt x="217503" y="199248"/>
                  <a:pt x="219018" y="205297"/>
                </a:cubicBezTo>
                <a:cubicBezTo>
                  <a:pt x="215065" y="207916"/>
                  <a:pt x="215227" y="197706"/>
                  <a:pt x="213246" y="195172"/>
                </a:cubicBezTo>
                <a:cubicBezTo>
                  <a:pt x="210779" y="198810"/>
                  <a:pt x="208474" y="196772"/>
                  <a:pt x="205940" y="202677"/>
                </a:cubicBezTo>
                <a:cubicBezTo>
                  <a:pt x="202330" y="199172"/>
                  <a:pt x="204940" y="196134"/>
                  <a:pt x="202197" y="192676"/>
                </a:cubicBezTo>
                <a:cubicBezTo>
                  <a:pt x="197491" y="200287"/>
                  <a:pt x="199577" y="192819"/>
                  <a:pt x="195167" y="190495"/>
                </a:cubicBezTo>
                <a:cubicBezTo>
                  <a:pt x="190309" y="195143"/>
                  <a:pt x="185718" y="190695"/>
                  <a:pt x="180832" y="195858"/>
                </a:cubicBezTo>
                <a:cubicBezTo>
                  <a:pt x="176813" y="191800"/>
                  <a:pt x="181594" y="188371"/>
                  <a:pt x="180175" y="184475"/>
                </a:cubicBezTo>
                <a:cubicBezTo>
                  <a:pt x="185175" y="182142"/>
                  <a:pt x="194072" y="190514"/>
                  <a:pt x="193548" y="177417"/>
                </a:cubicBezTo>
                <a:cubicBezTo>
                  <a:pt x="190881" y="176198"/>
                  <a:pt x="187995" y="182113"/>
                  <a:pt x="185261" y="183294"/>
                </a:cubicBezTo>
                <a:cubicBezTo>
                  <a:pt x="185061" y="181094"/>
                  <a:pt x="184814" y="178913"/>
                  <a:pt x="183442" y="176646"/>
                </a:cubicBezTo>
                <a:cubicBezTo>
                  <a:pt x="178851" y="183437"/>
                  <a:pt x="177898" y="183904"/>
                  <a:pt x="174307" y="177560"/>
                </a:cubicBezTo>
                <a:cubicBezTo>
                  <a:pt x="168383" y="183047"/>
                  <a:pt x="174641" y="189447"/>
                  <a:pt x="168726" y="194934"/>
                </a:cubicBezTo>
                <a:cubicBezTo>
                  <a:pt x="167678" y="195867"/>
                  <a:pt x="166697" y="194762"/>
                  <a:pt x="165630" y="196324"/>
                </a:cubicBezTo>
                <a:cubicBezTo>
                  <a:pt x="162115" y="191733"/>
                  <a:pt x="165583" y="187676"/>
                  <a:pt x="166030" y="183399"/>
                </a:cubicBezTo>
                <a:cubicBezTo>
                  <a:pt x="163573" y="175436"/>
                  <a:pt x="160658" y="182380"/>
                  <a:pt x="158144" y="176312"/>
                </a:cubicBezTo>
                <a:cubicBezTo>
                  <a:pt x="156000" y="178293"/>
                  <a:pt x="156905" y="180532"/>
                  <a:pt x="157953" y="182770"/>
                </a:cubicBezTo>
                <a:cubicBezTo>
                  <a:pt x="151790" y="186228"/>
                  <a:pt x="146180" y="170597"/>
                  <a:pt x="139675" y="184570"/>
                </a:cubicBezTo>
                <a:cubicBezTo>
                  <a:pt x="128845" y="178179"/>
                  <a:pt x="120320" y="184647"/>
                  <a:pt x="111700" y="172683"/>
                </a:cubicBezTo>
                <a:cubicBezTo>
                  <a:pt x="108080" y="180570"/>
                  <a:pt x="104899" y="174207"/>
                  <a:pt x="101498" y="175150"/>
                </a:cubicBezTo>
                <a:cubicBezTo>
                  <a:pt x="100089" y="182894"/>
                  <a:pt x="101479" y="184694"/>
                  <a:pt x="98031" y="189447"/>
                </a:cubicBezTo>
                <a:cubicBezTo>
                  <a:pt x="102584" y="196915"/>
                  <a:pt x="102689" y="194810"/>
                  <a:pt x="105727" y="203011"/>
                </a:cubicBezTo>
                <a:cubicBezTo>
                  <a:pt x="108156" y="195258"/>
                  <a:pt x="106261" y="197210"/>
                  <a:pt x="110147" y="190409"/>
                </a:cubicBezTo>
                <a:cubicBezTo>
                  <a:pt x="114605" y="188542"/>
                  <a:pt x="118796" y="194600"/>
                  <a:pt x="123425" y="186561"/>
                </a:cubicBezTo>
                <a:cubicBezTo>
                  <a:pt x="125844" y="192705"/>
                  <a:pt x="118767" y="198067"/>
                  <a:pt x="117843" y="203944"/>
                </a:cubicBezTo>
                <a:cubicBezTo>
                  <a:pt x="120158" y="208316"/>
                  <a:pt x="127883" y="203259"/>
                  <a:pt x="126682" y="212707"/>
                </a:cubicBezTo>
                <a:cubicBezTo>
                  <a:pt x="133340" y="215736"/>
                  <a:pt x="140437" y="204564"/>
                  <a:pt x="146780" y="217508"/>
                </a:cubicBezTo>
                <a:cubicBezTo>
                  <a:pt x="142599" y="222204"/>
                  <a:pt x="138636" y="218899"/>
                  <a:pt x="134464" y="223013"/>
                </a:cubicBezTo>
                <a:cubicBezTo>
                  <a:pt x="137103" y="224661"/>
                  <a:pt x="139875" y="223042"/>
                  <a:pt x="142351" y="230129"/>
                </a:cubicBezTo>
                <a:cubicBezTo>
                  <a:pt x="143637" y="223404"/>
                  <a:pt x="144561" y="223471"/>
                  <a:pt x="146380" y="230433"/>
                </a:cubicBezTo>
                <a:cubicBezTo>
                  <a:pt x="154476" y="219461"/>
                  <a:pt x="161696" y="237520"/>
                  <a:pt x="169564" y="233824"/>
                </a:cubicBezTo>
                <a:cubicBezTo>
                  <a:pt x="173536" y="237387"/>
                  <a:pt x="168897" y="240273"/>
                  <a:pt x="167269" y="243378"/>
                </a:cubicBezTo>
                <a:cubicBezTo>
                  <a:pt x="169755" y="249417"/>
                  <a:pt x="172641" y="243702"/>
                  <a:pt x="175241" y="247235"/>
                </a:cubicBezTo>
                <a:cubicBezTo>
                  <a:pt x="173650" y="241273"/>
                  <a:pt x="173736" y="235377"/>
                  <a:pt x="168716" y="228909"/>
                </a:cubicBezTo>
                <a:cubicBezTo>
                  <a:pt x="168573" y="226204"/>
                  <a:pt x="169183" y="223547"/>
                  <a:pt x="169955" y="220908"/>
                </a:cubicBezTo>
                <a:cubicBezTo>
                  <a:pt x="172345" y="220499"/>
                  <a:pt x="174650" y="222356"/>
                  <a:pt x="176974" y="223090"/>
                </a:cubicBezTo>
                <a:cubicBezTo>
                  <a:pt x="178032" y="226395"/>
                  <a:pt x="174488" y="229347"/>
                  <a:pt x="178708" y="232900"/>
                </a:cubicBezTo>
                <a:cubicBezTo>
                  <a:pt x="181327" y="230424"/>
                  <a:pt x="180851" y="227690"/>
                  <a:pt x="181994" y="225099"/>
                </a:cubicBezTo>
                <a:cubicBezTo>
                  <a:pt x="183366" y="223852"/>
                  <a:pt x="184614" y="227395"/>
                  <a:pt x="186033" y="225385"/>
                </a:cubicBezTo>
                <a:cubicBezTo>
                  <a:pt x="188309" y="232491"/>
                  <a:pt x="183775" y="229014"/>
                  <a:pt x="183709" y="234939"/>
                </a:cubicBezTo>
                <a:cubicBezTo>
                  <a:pt x="180565" y="238939"/>
                  <a:pt x="177832" y="228795"/>
                  <a:pt x="174584" y="235844"/>
                </a:cubicBezTo>
                <a:cubicBezTo>
                  <a:pt x="205664" y="245321"/>
                  <a:pt x="236982" y="247207"/>
                  <a:pt x="267957" y="260866"/>
                </a:cubicBezTo>
                <a:cubicBezTo>
                  <a:pt x="270377" y="247683"/>
                  <a:pt x="280292" y="255370"/>
                  <a:pt x="281988" y="265209"/>
                </a:cubicBezTo>
                <a:cubicBezTo>
                  <a:pt x="284264" y="258351"/>
                  <a:pt x="281245" y="251122"/>
                  <a:pt x="283635" y="244321"/>
                </a:cubicBezTo>
                <a:cubicBezTo>
                  <a:pt x="289531" y="241435"/>
                  <a:pt x="288665" y="254427"/>
                  <a:pt x="294618" y="250007"/>
                </a:cubicBezTo>
                <a:cubicBezTo>
                  <a:pt x="295570" y="252246"/>
                  <a:pt x="293494" y="254236"/>
                  <a:pt x="292398" y="256313"/>
                </a:cubicBezTo>
                <a:cubicBezTo>
                  <a:pt x="297399" y="258599"/>
                  <a:pt x="302685" y="251436"/>
                  <a:pt x="307591" y="255894"/>
                </a:cubicBezTo>
                <a:cubicBezTo>
                  <a:pt x="301076" y="272915"/>
                  <a:pt x="319364" y="266457"/>
                  <a:pt x="327108" y="280040"/>
                </a:cubicBezTo>
                <a:cubicBezTo>
                  <a:pt x="331260" y="277125"/>
                  <a:pt x="326831" y="273534"/>
                  <a:pt x="325383" y="270219"/>
                </a:cubicBezTo>
                <a:cubicBezTo>
                  <a:pt x="333527" y="271496"/>
                  <a:pt x="329860" y="272991"/>
                  <a:pt x="337299" y="277601"/>
                </a:cubicBezTo>
                <a:cubicBezTo>
                  <a:pt x="338614" y="275020"/>
                  <a:pt x="334794" y="272010"/>
                  <a:pt x="336547" y="269457"/>
                </a:cubicBezTo>
                <a:cubicBezTo>
                  <a:pt x="338595" y="268505"/>
                  <a:pt x="340576" y="270200"/>
                  <a:pt x="342500" y="273163"/>
                </a:cubicBezTo>
                <a:cubicBezTo>
                  <a:pt x="342919" y="269962"/>
                  <a:pt x="344072" y="266809"/>
                  <a:pt x="346824" y="263790"/>
                </a:cubicBezTo>
                <a:cubicBezTo>
                  <a:pt x="351434" y="259018"/>
                  <a:pt x="349701" y="272505"/>
                  <a:pt x="354911" y="264400"/>
                </a:cubicBezTo>
                <a:cubicBezTo>
                  <a:pt x="356340" y="267752"/>
                  <a:pt x="355273" y="270905"/>
                  <a:pt x="352596" y="273934"/>
                </a:cubicBezTo>
                <a:cubicBezTo>
                  <a:pt x="364579" y="279659"/>
                  <a:pt x="362531" y="284364"/>
                  <a:pt x="377695" y="280735"/>
                </a:cubicBezTo>
                <a:cubicBezTo>
                  <a:pt x="378400" y="283478"/>
                  <a:pt x="378323" y="286174"/>
                  <a:pt x="376447" y="288736"/>
                </a:cubicBezTo>
                <a:cubicBezTo>
                  <a:pt x="386153" y="280021"/>
                  <a:pt x="395297" y="289907"/>
                  <a:pt x="404898" y="284459"/>
                </a:cubicBezTo>
                <a:cubicBezTo>
                  <a:pt x="405289" y="286650"/>
                  <a:pt x="405698" y="288860"/>
                  <a:pt x="404698" y="290955"/>
                </a:cubicBezTo>
                <a:cubicBezTo>
                  <a:pt x="408394" y="291584"/>
                  <a:pt x="412261" y="286621"/>
                  <a:pt x="416157" y="280497"/>
                </a:cubicBezTo>
                <a:cubicBezTo>
                  <a:pt x="419290" y="283954"/>
                  <a:pt x="419186" y="287183"/>
                  <a:pt x="415861" y="290193"/>
                </a:cubicBezTo>
                <a:cubicBezTo>
                  <a:pt x="428101" y="287260"/>
                  <a:pt x="439664" y="306243"/>
                  <a:pt x="452333" y="289765"/>
                </a:cubicBezTo>
                <a:cubicBezTo>
                  <a:pt x="456057" y="293822"/>
                  <a:pt x="451266" y="297232"/>
                  <a:pt x="455000" y="301318"/>
                </a:cubicBezTo>
                <a:cubicBezTo>
                  <a:pt x="452895" y="304328"/>
                  <a:pt x="451028" y="298651"/>
                  <a:pt x="448847" y="304062"/>
                </a:cubicBezTo>
                <a:cubicBezTo>
                  <a:pt x="458391" y="302157"/>
                  <a:pt x="470516" y="293422"/>
                  <a:pt x="482317" y="301804"/>
                </a:cubicBezTo>
                <a:cubicBezTo>
                  <a:pt x="484041" y="294851"/>
                  <a:pt x="474516" y="296194"/>
                  <a:pt x="480708" y="288745"/>
                </a:cubicBezTo>
                <a:cubicBezTo>
                  <a:pt x="485832" y="295861"/>
                  <a:pt x="489966" y="301680"/>
                  <a:pt x="494528" y="299537"/>
                </a:cubicBezTo>
                <a:cubicBezTo>
                  <a:pt x="497843" y="289488"/>
                  <a:pt x="490328" y="298442"/>
                  <a:pt x="487604" y="294146"/>
                </a:cubicBezTo>
                <a:cubicBezTo>
                  <a:pt x="491528" y="287269"/>
                  <a:pt x="495109" y="291689"/>
                  <a:pt x="498881" y="290155"/>
                </a:cubicBezTo>
                <a:cubicBezTo>
                  <a:pt x="498834" y="295546"/>
                  <a:pt x="497729" y="300871"/>
                  <a:pt x="496348" y="306148"/>
                </a:cubicBezTo>
                <a:cubicBezTo>
                  <a:pt x="506606" y="304528"/>
                  <a:pt x="514350" y="293127"/>
                  <a:pt x="525885" y="300347"/>
                </a:cubicBezTo>
                <a:cubicBezTo>
                  <a:pt x="526675" y="302547"/>
                  <a:pt x="524437" y="304557"/>
                  <a:pt x="525713" y="306824"/>
                </a:cubicBezTo>
                <a:cubicBezTo>
                  <a:pt x="527285" y="310024"/>
                  <a:pt x="529028" y="308519"/>
                  <a:pt x="530600" y="312053"/>
                </a:cubicBezTo>
                <a:cubicBezTo>
                  <a:pt x="534476" y="306157"/>
                  <a:pt x="532552" y="305757"/>
                  <a:pt x="536962" y="302823"/>
                </a:cubicBezTo>
                <a:cubicBezTo>
                  <a:pt x="537191" y="306090"/>
                  <a:pt x="538153" y="309405"/>
                  <a:pt x="540706" y="312825"/>
                </a:cubicBezTo>
                <a:cubicBezTo>
                  <a:pt x="545859" y="309815"/>
                  <a:pt x="550850" y="312158"/>
                  <a:pt x="555898" y="312396"/>
                </a:cubicBezTo>
                <a:cubicBezTo>
                  <a:pt x="558136" y="316711"/>
                  <a:pt x="552602" y="317835"/>
                  <a:pt x="551755" y="315311"/>
                </a:cubicBezTo>
                <a:cubicBezTo>
                  <a:pt x="555346" y="325502"/>
                  <a:pt x="564185" y="314501"/>
                  <a:pt x="567261" y="305186"/>
                </a:cubicBezTo>
                <a:cubicBezTo>
                  <a:pt x="572386" y="309900"/>
                  <a:pt x="567604" y="313844"/>
                  <a:pt x="564842" y="317959"/>
                </a:cubicBezTo>
                <a:cubicBezTo>
                  <a:pt x="571919" y="318492"/>
                  <a:pt x="579387" y="305643"/>
                  <a:pt x="586302" y="311539"/>
                </a:cubicBezTo>
                <a:cubicBezTo>
                  <a:pt x="588578" y="314187"/>
                  <a:pt x="582882" y="321007"/>
                  <a:pt x="582158" y="314453"/>
                </a:cubicBezTo>
                <a:cubicBezTo>
                  <a:pt x="583187" y="321492"/>
                  <a:pt x="587007" y="324312"/>
                  <a:pt x="591950" y="324912"/>
                </a:cubicBezTo>
                <a:cubicBezTo>
                  <a:pt x="590388" y="325321"/>
                  <a:pt x="585826" y="326636"/>
                  <a:pt x="589750" y="331217"/>
                </a:cubicBezTo>
                <a:cubicBezTo>
                  <a:pt x="587673" y="332884"/>
                  <a:pt x="585816" y="327207"/>
                  <a:pt x="583606" y="333980"/>
                </a:cubicBezTo>
                <a:cubicBezTo>
                  <a:pt x="586769" y="340190"/>
                  <a:pt x="590331" y="334342"/>
                  <a:pt x="593588" y="337999"/>
                </a:cubicBezTo>
                <a:cubicBezTo>
                  <a:pt x="592398" y="333580"/>
                  <a:pt x="595360" y="325626"/>
                  <a:pt x="598884" y="330303"/>
                </a:cubicBezTo>
                <a:cubicBezTo>
                  <a:pt x="600046" y="327284"/>
                  <a:pt x="597237" y="328750"/>
                  <a:pt x="596008" y="325226"/>
                </a:cubicBezTo>
                <a:cubicBezTo>
                  <a:pt x="600151" y="322531"/>
                  <a:pt x="604199" y="322102"/>
                  <a:pt x="608533" y="313234"/>
                </a:cubicBezTo>
                <a:cubicBezTo>
                  <a:pt x="613220" y="317940"/>
                  <a:pt x="606066" y="321673"/>
                  <a:pt x="610143" y="326322"/>
                </a:cubicBezTo>
                <a:cubicBezTo>
                  <a:pt x="613258" y="321330"/>
                  <a:pt x="618420" y="321664"/>
                  <a:pt x="618630" y="314025"/>
                </a:cubicBezTo>
                <a:cubicBezTo>
                  <a:pt x="627155" y="316682"/>
                  <a:pt x="636908" y="321883"/>
                  <a:pt x="642776" y="319149"/>
                </a:cubicBezTo>
                <a:cubicBezTo>
                  <a:pt x="642966" y="315387"/>
                  <a:pt x="641937" y="311520"/>
                  <a:pt x="646138" y="308081"/>
                </a:cubicBezTo>
                <a:cubicBezTo>
                  <a:pt x="649148" y="317625"/>
                  <a:pt x="643242" y="321997"/>
                  <a:pt x="651710" y="324693"/>
                </a:cubicBezTo>
                <a:cubicBezTo>
                  <a:pt x="648824" y="331027"/>
                  <a:pt x="646262" y="326245"/>
                  <a:pt x="643528" y="327293"/>
                </a:cubicBezTo>
                <a:cubicBezTo>
                  <a:pt x="643680" y="335647"/>
                  <a:pt x="652939" y="326674"/>
                  <a:pt x="656606" y="329931"/>
                </a:cubicBezTo>
                <a:cubicBezTo>
                  <a:pt x="657063" y="327245"/>
                  <a:pt x="655491" y="324455"/>
                  <a:pt x="657863" y="321911"/>
                </a:cubicBezTo>
                <a:cubicBezTo>
                  <a:pt x="661016" y="325550"/>
                  <a:pt x="663292" y="323321"/>
                  <a:pt x="665645" y="332256"/>
                </a:cubicBezTo>
                <a:cubicBezTo>
                  <a:pt x="669579" y="328741"/>
                  <a:pt x="667102" y="324778"/>
                  <a:pt x="671046" y="321330"/>
                </a:cubicBezTo>
                <a:cubicBezTo>
                  <a:pt x="674075" y="320511"/>
                  <a:pt x="676542" y="336027"/>
                  <a:pt x="682085" y="323816"/>
                </a:cubicBezTo>
                <a:cubicBezTo>
                  <a:pt x="684838" y="327245"/>
                  <a:pt x="682238" y="330284"/>
                  <a:pt x="685848" y="333818"/>
                </a:cubicBezTo>
                <a:cubicBezTo>
                  <a:pt x="683362" y="337952"/>
                  <a:pt x="681056" y="336027"/>
                  <a:pt x="678723" y="334894"/>
                </a:cubicBezTo>
                <a:cubicBezTo>
                  <a:pt x="693382" y="352096"/>
                  <a:pt x="717766" y="338342"/>
                  <a:pt x="736140" y="344171"/>
                </a:cubicBezTo>
                <a:cubicBezTo>
                  <a:pt x="736206" y="348524"/>
                  <a:pt x="734311" y="352677"/>
                  <a:pt x="731720" y="356782"/>
                </a:cubicBezTo>
                <a:cubicBezTo>
                  <a:pt x="735349" y="359107"/>
                  <a:pt x="739216" y="354154"/>
                  <a:pt x="742779" y="359259"/>
                </a:cubicBezTo>
                <a:cubicBezTo>
                  <a:pt x="745579" y="355706"/>
                  <a:pt x="744617" y="351858"/>
                  <a:pt x="744112" y="348058"/>
                </a:cubicBezTo>
                <a:cubicBezTo>
                  <a:pt x="753008" y="348448"/>
                  <a:pt x="769096" y="365069"/>
                  <a:pt x="778640" y="344267"/>
                </a:cubicBezTo>
                <a:cubicBezTo>
                  <a:pt x="781431" y="351820"/>
                  <a:pt x="775002" y="349734"/>
                  <a:pt x="775287" y="355325"/>
                </a:cubicBezTo>
                <a:cubicBezTo>
                  <a:pt x="781783" y="356182"/>
                  <a:pt x="783231" y="355782"/>
                  <a:pt x="788365" y="357964"/>
                </a:cubicBezTo>
                <a:cubicBezTo>
                  <a:pt x="789413" y="355354"/>
                  <a:pt x="788327" y="352582"/>
                  <a:pt x="789623" y="349963"/>
                </a:cubicBezTo>
                <a:cubicBezTo>
                  <a:pt x="796328" y="347305"/>
                  <a:pt x="807015" y="366708"/>
                  <a:pt x="810778" y="353192"/>
                </a:cubicBezTo>
                <a:cubicBezTo>
                  <a:pt x="813054" y="357154"/>
                  <a:pt x="811778" y="360859"/>
                  <a:pt x="815473" y="364898"/>
                </a:cubicBezTo>
                <a:cubicBezTo>
                  <a:pt x="818569" y="363202"/>
                  <a:pt x="821827" y="355801"/>
                  <a:pt x="824617" y="364012"/>
                </a:cubicBezTo>
                <a:cubicBezTo>
                  <a:pt x="829723" y="347429"/>
                  <a:pt x="841839" y="369165"/>
                  <a:pt x="850106" y="357907"/>
                </a:cubicBezTo>
                <a:cubicBezTo>
                  <a:pt x="849230" y="361069"/>
                  <a:pt x="853659" y="364650"/>
                  <a:pt x="851821" y="367755"/>
                </a:cubicBezTo>
                <a:cubicBezTo>
                  <a:pt x="856983" y="364583"/>
                  <a:pt x="862213" y="359011"/>
                  <a:pt x="866937" y="370527"/>
                </a:cubicBezTo>
                <a:cubicBezTo>
                  <a:pt x="869090" y="366412"/>
                  <a:pt x="871147" y="364907"/>
                  <a:pt x="873185" y="364536"/>
                </a:cubicBezTo>
                <a:cubicBezTo>
                  <a:pt x="873395" y="366708"/>
                  <a:pt x="873624" y="368870"/>
                  <a:pt x="875005" y="371137"/>
                </a:cubicBezTo>
                <a:cubicBezTo>
                  <a:pt x="876071" y="366060"/>
                  <a:pt x="881567" y="366489"/>
                  <a:pt x="879053" y="371451"/>
                </a:cubicBezTo>
                <a:cubicBezTo>
                  <a:pt x="882329" y="367041"/>
                  <a:pt x="887606" y="368508"/>
                  <a:pt x="893178" y="372546"/>
                </a:cubicBezTo>
                <a:cubicBezTo>
                  <a:pt x="892083" y="365498"/>
                  <a:pt x="894788" y="365126"/>
                  <a:pt x="898484" y="364879"/>
                </a:cubicBezTo>
                <a:cubicBezTo>
                  <a:pt x="899436" y="367088"/>
                  <a:pt x="897360" y="369098"/>
                  <a:pt x="896274" y="371156"/>
                </a:cubicBezTo>
                <a:cubicBezTo>
                  <a:pt x="901246" y="374051"/>
                  <a:pt x="906390" y="371051"/>
                  <a:pt x="911361" y="373956"/>
                </a:cubicBezTo>
                <a:cubicBezTo>
                  <a:pt x="907199" y="381490"/>
                  <a:pt x="906161" y="371994"/>
                  <a:pt x="904046" y="381471"/>
                </a:cubicBezTo>
                <a:cubicBezTo>
                  <a:pt x="907028" y="383300"/>
                  <a:pt x="909980" y="386043"/>
                  <a:pt x="913095" y="383786"/>
                </a:cubicBezTo>
                <a:cubicBezTo>
                  <a:pt x="914048" y="386577"/>
                  <a:pt x="911228" y="389044"/>
                  <a:pt x="909809" y="391615"/>
                </a:cubicBezTo>
                <a:cubicBezTo>
                  <a:pt x="906104" y="391263"/>
                  <a:pt x="902722" y="380414"/>
                  <a:pt x="898750" y="389168"/>
                </a:cubicBezTo>
                <a:cubicBezTo>
                  <a:pt x="903256" y="387377"/>
                  <a:pt x="901008" y="400274"/>
                  <a:pt x="905570" y="397769"/>
                </a:cubicBezTo>
                <a:cubicBezTo>
                  <a:pt x="906637" y="405122"/>
                  <a:pt x="902760" y="405560"/>
                  <a:pt x="899217" y="407008"/>
                </a:cubicBezTo>
                <a:cubicBezTo>
                  <a:pt x="897541" y="403065"/>
                  <a:pt x="900122" y="399512"/>
                  <a:pt x="900570" y="395759"/>
                </a:cubicBezTo>
                <a:cubicBezTo>
                  <a:pt x="896769" y="391082"/>
                  <a:pt x="895198" y="399159"/>
                  <a:pt x="893264" y="403274"/>
                </a:cubicBezTo>
                <a:cubicBezTo>
                  <a:pt x="889892" y="402941"/>
                  <a:pt x="886444" y="405512"/>
                  <a:pt x="883253" y="399283"/>
                </a:cubicBezTo>
                <a:cubicBezTo>
                  <a:pt x="890702" y="401398"/>
                  <a:pt x="889092" y="389406"/>
                  <a:pt x="894607" y="392082"/>
                </a:cubicBezTo>
                <a:cubicBezTo>
                  <a:pt x="896655" y="386329"/>
                  <a:pt x="888244" y="388786"/>
                  <a:pt x="894902" y="382386"/>
                </a:cubicBezTo>
                <a:cubicBezTo>
                  <a:pt x="898931" y="377442"/>
                  <a:pt x="893778" y="392368"/>
                  <a:pt x="897769" y="387463"/>
                </a:cubicBezTo>
                <a:cubicBezTo>
                  <a:pt x="903237" y="380966"/>
                  <a:pt x="898531" y="383700"/>
                  <a:pt x="896055" y="377604"/>
                </a:cubicBezTo>
                <a:cubicBezTo>
                  <a:pt x="897426" y="377004"/>
                  <a:pt x="898798" y="376337"/>
                  <a:pt x="900103" y="377919"/>
                </a:cubicBezTo>
                <a:cubicBezTo>
                  <a:pt x="895893" y="371642"/>
                  <a:pt x="882510" y="380090"/>
                  <a:pt x="874900" y="374337"/>
                </a:cubicBezTo>
                <a:cubicBezTo>
                  <a:pt x="876748" y="383834"/>
                  <a:pt x="871014" y="375937"/>
                  <a:pt x="870556" y="383719"/>
                </a:cubicBezTo>
                <a:cubicBezTo>
                  <a:pt x="875290" y="383643"/>
                  <a:pt x="880043" y="382995"/>
                  <a:pt x="884901" y="378357"/>
                </a:cubicBezTo>
                <a:cubicBezTo>
                  <a:pt x="886739" y="400055"/>
                  <a:pt x="870356" y="392092"/>
                  <a:pt x="865070" y="397845"/>
                </a:cubicBezTo>
                <a:cubicBezTo>
                  <a:pt x="857821" y="389206"/>
                  <a:pt x="865137" y="381690"/>
                  <a:pt x="860746" y="373232"/>
                </a:cubicBezTo>
                <a:cubicBezTo>
                  <a:pt x="860136" y="383853"/>
                  <a:pt x="854126" y="369841"/>
                  <a:pt x="850468" y="378938"/>
                </a:cubicBezTo>
                <a:cubicBezTo>
                  <a:pt x="853650" y="377537"/>
                  <a:pt x="862441" y="381900"/>
                  <a:pt x="859203" y="390930"/>
                </a:cubicBezTo>
                <a:cubicBezTo>
                  <a:pt x="853850" y="379881"/>
                  <a:pt x="853783" y="396206"/>
                  <a:pt x="846115" y="388301"/>
                </a:cubicBezTo>
                <a:cubicBezTo>
                  <a:pt x="842143" y="383119"/>
                  <a:pt x="847506" y="378681"/>
                  <a:pt x="843534" y="373527"/>
                </a:cubicBezTo>
                <a:cubicBezTo>
                  <a:pt x="841762" y="376080"/>
                  <a:pt x="840000" y="378633"/>
                  <a:pt x="838229" y="381214"/>
                </a:cubicBezTo>
                <a:cubicBezTo>
                  <a:pt x="839686" y="383500"/>
                  <a:pt x="841134" y="385758"/>
                  <a:pt x="840067" y="387824"/>
                </a:cubicBezTo>
                <a:cubicBezTo>
                  <a:pt x="830390" y="395130"/>
                  <a:pt x="821055" y="391330"/>
                  <a:pt x="811492" y="395311"/>
                </a:cubicBezTo>
                <a:cubicBezTo>
                  <a:pt x="814283" y="403198"/>
                  <a:pt x="817493" y="397588"/>
                  <a:pt x="820436" y="400874"/>
                </a:cubicBezTo>
                <a:cubicBezTo>
                  <a:pt x="814607" y="405912"/>
                  <a:pt x="804367" y="409456"/>
                  <a:pt x="802367" y="396226"/>
                </a:cubicBezTo>
                <a:cubicBezTo>
                  <a:pt x="805015" y="397607"/>
                  <a:pt x="807739" y="396359"/>
                  <a:pt x="810625" y="390434"/>
                </a:cubicBezTo>
                <a:cubicBezTo>
                  <a:pt x="811940" y="384395"/>
                  <a:pt x="805815" y="388072"/>
                  <a:pt x="807844" y="382110"/>
                </a:cubicBezTo>
                <a:cubicBezTo>
                  <a:pt x="801452" y="383291"/>
                  <a:pt x="795719" y="395825"/>
                  <a:pt x="791680" y="380833"/>
                </a:cubicBezTo>
                <a:cubicBezTo>
                  <a:pt x="789118" y="387253"/>
                  <a:pt x="786889" y="383052"/>
                  <a:pt x="784555" y="381900"/>
                </a:cubicBezTo>
                <a:cubicBezTo>
                  <a:pt x="784536" y="384595"/>
                  <a:pt x="782231" y="387110"/>
                  <a:pt x="783307" y="389901"/>
                </a:cubicBezTo>
                <a:cubicBezTo>
                  <a:pt x="776059" y="383815"/>
                  <a:pt x="762943" y="394397"/>
                  <a:pt x="759257" y="381567"/>
                </a:cubicBezTo>
                <a:cubicBezTo>
                  <a:pt x="754866" y="381957"/>
                  <a:pt x="750418" y="384472"/>
                  <a:pt x="745988" y="385367"/>
                </a:cubicBezTo>
                <a:cubicBezTo>
                  <a:pt x="745874" y="382671"/>
                  <a:pt x="746465" y="380014"/>
                  <a:pt x="747246" y="377385"/>
                </a:cubicBezTo>
                <a:cubicBezTo>
                  <a:pt x="743531" y="373737"/>
                  <a:pt x="744417" y="383329"/>
                  <a:pt x="741959" y="385081"/>
                </a:cubicBezTo>
                <a:cubicBezTo>
                  <a:pt x="738026" y="379366"/>
                  <a:pt x="740578" y="374175"/>
                  <a:pt x="742436" y="368917"/>
                </a:cubicBezTo>
                <a:cubicBezTo>
                  <a:pt x="737911" y="365746"/>
                  <a:pt x="732101" y="368870"/>
                  <a:pt x="730615" y="358297"/>
                </a:cubicBezTo>
                <a:cubicBezTo>
                  <a:pt x="729101" y="364660"/>
                  <a:pt x="732787" y="371432"/>
                  <a:pt x="728034" y="377537"/>
                </a:cubicBezTo>
                <a:cubicBezTo>
                  <a:pt x="734225" y="382881"/>
                  <a:pt x="730758" y="363602"/>
                  <a:pt x="738292" y="371842"/>
                </a:cubicBezTo>
                <a:cubicBezTo>
                  <a:pt x="739435" y="378338"/>
                  <a:pt x="737768" y="382081"/>
                  <a:pt x="733873" y="384453"/>
                </a:cubicBezTo>
                <a:cubicBezTo>
                  <a:pt x="726034" y="386891"/>
                  <a:pt x="718766" y="370565"/>
                  <a:pt x="710889" y="374604"/>
                </a:cubicBezTo>
                <a:cubicBezTo>
                  <a:pt x="708250" y="365441"/>
                  <a:pt x="714366" y="369527"/>
                  <a:pt x="717242" y="365364"/>
                </a:cubicBezTo>
                <a:cubicBezTo>
                  <a:pt x="714023" y="360469"/>
                  <a:pt x="710489" y="365536"/>
                  <a:pt x="707041" y="367803"/>
                </a:cubicBezTo>
                <a:cubicBezTo>
                  <a:pt x="707260" y="369984"/>
                  <a:pt x="707507" y="372165"/>
                  <a:pt x="708879" y="374413"/>
                </a:cubicBezTo>
                <a:cubicBezTo>
                  <a:pt x="706155" y="376061"/>
                  <a:pt x="705269" y="370422"/>
                  <a:pt x="704736" y="377328"/>
                </a:cubicBezTo>
                <a:cubicBezTo>
                  <a:pt x="699221" y="370308"/>
                  <a:pt x="692972" y="386872"/>
                  <a:pt x="687715" y="371146"/>
                </a:cubicBezTo>
                <a:cubicBezTo>
                  <a:pt x="686867" y="378461"/>
                  <a:pt x="678332" y="378928"/>
                  <a:pt x="677618" y="370384"/>
                </a:cubicBezTo>
                <a:cubicBezTo>
                  <a:pt x="673932" y="384062"/>
                  <a:pt x="664397" y="382671"/>
                  <a:pt x="658197" y="376985"/>
                </a:cubicBezTo>
                <a:cubicBezTo>
                  <a:pt x="656206" y="378966"/>
                  <a:pt x="657273" y="381214"/>
                  <a:pt x="655968" y="383272"/>
                </a:cubicBezTo>
                <a:cubicBezTo>
                  <a:pt x="650862" y="377452"/>
                  <a:pt x="644842" y="381871"/>
                  <a:pt x="645214" y="371118"/>
                </a:cubicBezTo>
                <a:cubicBezTo>
                  <a:pt x="642747" y="374680"/>
                  <a:pt x="640280" y="378261"/>
                  <a:pt x="637794" y="381871"/>
                </a:cubicBezTo>
                <a:cubicBezTo>
                  <a:pt x="631069" y="375928"/>
                  <a:pt x="640166" y="371241"/>
                  <a:pt x="636280" y="365536"/>
                </a:cubicBezTo>
                <a:cubicBezTo>
                  <a:pt x="631698" y="371880"/>
                  <a:pt x="627364" y="370165"/>
                  <a:pt x="623097" y="366136"/>
                </a:cubicBezTo>
                <a:cubicBezTo>
                  <a:pt x="622316" y="371460"/>
                  <a:pt x="617963" y="376537"/>
                  <a:pt x="616544" y="381814"/>
                </a:cubicBezTo>
                <a:cubicBezTo>
                  <a:pt x="613934" y="375137"/>
                  <a:pt x="621782" y="369289"/>
                  <a:pt x="617134" y="362431"/>
                </a:cubicBezTo>
                <a:cubicBezTo>
                  <a:pt x="616658" y="378185"/>
                  <a:pt x="603714" y="376356"/>
                  <a:pt x="597694" y="369022"/>
                </a:cubicBezTo>
                <a:cubicBezTo>
                  <a:pt x="592436" y="371765"/>
                  <a:pt x="592807" y="381567"/>
                  <a:pt x="587311" y="377928"/>
                </a:cubicBezTo>
                <a:cubicBezTo>
                  <a:pt x="587692" y="372222"/>
                  <a:pt x="591712" y="365841"/>
                  <a:pt x="585578" y="368089"/>
                </a:cubicBezTo>
                <a:cubicBezTo>
                  <a:pt x="584664" y="363155"/>
                  <a:pt x="587578" y="358545"/>
                  <a:pt x="591055" y="353963"/>
                </a:cubicBezTo>
                <a:cubicBezTo>
                  <a:pt x="590445" y="352239"/>
                  <a:pt x="589740" y="352963"/>
                  <a:pt x="589045" y="353811"/>
                </a:cubicBezTo>
                <a:cubicBezTo>
                  <a:pt x="588416" y="352668"/>
                  <a:pt x="587769" y="351563"/>
                  <a:pt x="587121" y="350410"/>
                </a:cubicBezTo>
                <a:cubicBezTo>
                  <a:pt x="583778" y="354449"/>
                  <a:pt x="586035" y="358935"/>
                  <a:pt x="582692" y="363012"/>
                </a:cubicBezTo>
                <a:cubicBezTo>
                  <a:pt x="577377" y="367412"/>
                  <a:pt x="578444" y="354468"/>
                  <a:pt x="572986" y="349305"/>
                </a:cubicBezTo>
                <a:cubicBezTo>
                  <a:pt x="569090" y="355373"/>
                  <a:pt x="565671" y="345962"/>
                  <a:pt x="561823" y="350058"/>
                </a:cubicBezTo>
                <a:cubicBezTo>
                  <a:pt x="565585" y="359488"/>
                  <a:pt x="569690" y="357525"/>
                  <a:pt x="573853" y="354230"/>
                </a:cubicBezTo>
                <a:cubicBezTo>
                  <a:pt x="573757" y="358002"/>
                  <a:pt x="576034" y="361964"/>
                  <a:pt x="578549" y="365946"/>
                </a:cubicBezTo>
                <a:cubicBezTo>
                  <a:pt x="574224" y="363955"/>
                  <a:pt x="574557" y="371270"/>
                  <a:pt x="569509" y="363602"/>
                </a:cubicBezTo>
                <a:cubicBezTo>
                  <a:pt x="564890" y="366489"/>
                  <a:pt x="571805" y="370260"/>
                  <a:pt x="567195" y="373127"/>
                </a:cubicBezTo>
                <a:cubicBezTo>
                  <a:pt x="563032" y="364869"/>
                  <a:pt x="553526" y="366136"/>
                  <a:pt x="546230" y="363412"/>
                </a:cubicBezTo>
                <a:cubicBezTo>
                  <a:pt x="544878" y="367517"/>
                  <a:pt x="552050" y="369041"/>
                  <a:pt x="554222" y="367250"/>
                </a:cubicBezTo>
                <a:cubicBezTo>
                  <a:pt x="555241" y="379947"/>
                  <a:pt x="545344" y="377566"/>
                  <a:pt x="540848" y="374309"/>
                </a:cubicBezTo>
                <a:cubicBezTo>
                  <a:pt x="538058" y="366317"/>
                  <a:pt x="547935" y="374290"/>
                  <a:pt x="545097" y="368165"/>
                </a:cubicBezTo>
                <a:cubicBezTo>
                  <a:pt x="540210" y="359449"/>
                  <a:pt x="540944" y="373613"/>
                  <a:pt x="535953" y="369079"/>
                </a:cubicBezTo>
                <a:cubicBezTo>
                  <a:pt x="542296" y="354001"/>
                  <a:pt x="520417" y="370175"/>
                  <a:pt x="514121" y="354449"/>
                </a:cubicBezTo>
                <a:cubicBezTo>
                  <a:pt x="511607" y="360945"/>
                  <a:pt x="503939" y="364126"/>
                  <a:pt x="498434" y="371013"/>
                </a:cubicBezTo>
                <a:cubicBezTo>
                  <a:pt x="499367" y="356792"/>
                  <a:pt x="482670" y="368127"/>
                  <a:pt x="480165" y="372842"/>
                </a:cubicBezTo>
                <a:cubicBezTo>
                  <a:pt x="478698" y="370575"/>
                  <a:pt x="477250" y="368308"/>
                  <a:pt x="478336" y="366212"/>
                </a:cubicBezTo>
                <a:cubicBezTo>
                  <a:pt x="476564" y="371089"/>
                  <a:pt x="472507" y="365098"/>
                  <a:pt x="468039" y="371899"/>
                </a:cubicBezTo>
                <a:cubicBezTo>
                  <a:pt x="465134" y="359821"/>
                  <a:pt x="461019" y="371203"/>
                  <a:pt x="453800" y="374032"/>
                </a:cubicBezTo>
                <a:cubicBezTo>
                  <a:pt x="452428" y="370165"/>
                  <a:pt x="455076" y="366622"/>
                  <a:pt x="451123" y="362517"/>
                </a:cubicBezTo>
                <a:cubicBezTo>
                  <a:pt x="438312" y="370137"/>
                  <a:pt x="431759" y="362059"/>
                  <a:pt x="418614" y="366441"/>
                </a:cubicBezTo>
                <a:cubicBezTo>
                  <a:pt x="417243" y="362145"/>
                  <a:pt x="419919" y="358516"/>
                  <a:pt x="415823" y="358126"/>
                </a:cubicBezTo>
                <a:cubicBezTo>
                  <a:pt x="415261" y="371108"/>
                  <a:pt x="408680" y="363002"/>
                  <a:pt x="405841" y="354144"/>
                </a:cubicBezTo>
                <a:cubicBezTo>
                  <a:pt x="407679" y="364145"/>
                  <a:pt x="400879" y="370698"/>
                  <a:pt x="395335" y="366260"/>
                </a:cubicBezTo>
                <a:cubicBezTo>
                  <a:pt x="393821" y="358078"/>
                  <a:pt x="401698" y="366717"/>
                  <a:pt x="400631" y="358573"/>
                </a:cubicBezTo>
                <a:cubicBezTo>
                  <a:pt x="399040" y="355344"/>
                  <a:pt x="397297" y="356878"/>
                  <a:pt x="395716" y="353325"/>
                </a:cubicBezTo>
                <a:cubicBezTo>
                  <a:pt x="394097" y="357411"/>
                  <a:pt x="396516" y="361450"/>
                  <a:pt x="392449" y="361164"/>
                </a:cubicBezTo>
                <a:cubicBezTo>
                  <a:pt x="391306" y="358383"/>
                  <a:pt x="395268" y="355992"/>
                  <a:pt x="393697" y="353172"/>
                </a:cubicBezTo>
                <a:cubicBezTo>
                  <a:pt x="387391" y="348477"/>
                  <a:pt x="385191" y="353153"/>
                  <a:pt x="385420" y="359021"/>
                </a:cubicBezTo>
                <a:cubicBezTo>
                  <a:pt x="380314" y="361440"/>
                  <a:pt x="385724" y="348829"/>
                  <a:pt x="380619" y="350534"/>
                </a:cubicBezTo>
                <a:cubicBezTo>
                  <a:pt x="381076" y="358497"/>
                  <a:pt x="376590" y="360850"/>
                  <a:pt x="372151" y="362812"/>
                </a:cubicBezTo>
                <a:cubicBezTo>
                  <a:pt x="370627" y="353077"/>
                  <a:pt x="369018" y="362336"/>
                  <a:pt x="365331" y="354220"/>
                </a:cubicBezTo>
                <a:cubicBezTo>
                  <a:pt x="365131" y="361183"/>
                  <a:pt x="360026" y="360135"/>
                  <a:pt x="357149" y="356801"/>
                </a:cubicBezTo>
                <a:cubicBezTo>
                  <a:pt x="356892" y="352934"/>
                  <a:pt x="359312" y="355011"/>
                  <a:pt x="358407" y="348829"/>
                </a:cubicBezTo>
                <a:cubicBezTo>
                  <a:pt x="356540" y="358840"/>
                  <a:pt x="341081" y="346486"/>
                  <a:pt x="342814" y="362174"/>
                </a:cubicBezTo>
                <a:cubicBezTo>
                  <a:pt x="339252" y="357344"/>
                  <a:pt x="335109" y="371460"/>
                  <a:pt x="331575" y="366136"/>
                </a:cubicBezTo>
                <a:cubicBezTo>
                  <a:pt x="328879" y="358802"/>
                  <a:pt x="335042" y="361421"/>
                  <a:pt x="338023" y="353715"/>
                </a:cubicBezTo>
                <a:cubicBezTo>
                  <a:pt x="334394" y="350829"/>
                  <a:pt x="330603" y="354077"/>
                  <a:pt x="326955" y="351229"/>
                </a:cubicBezTo>
                <a:cubicBezTo>
                  <a:pt x="324736" y="371499"/>
                  <a:pt x="311239" y="360783"/>
                  <a:pt x="307324" y="364260"/>
                </a:cubicBezTo>
                <a:cubicBezTo>
                  <a:pt x="307810" y="358173"/>
                  <a:pt x="312791" y="356097"/>
                  <a:pt x="314744" y="353525"/>
                </a:cubicBezTo>
                <a:cubicBezTo>
                  <a:pt x="316744" y="355830"/>
                  <a:pt x="315725" y="357916"/>
                  <a:pt x="314544" y="359964"/>
                </a:cubicBezTo>
                <a:cubicBezTo>
                  <a:pt x="318878" y="363983"/>
                  <a:pt x="317811" y="355411"/>
                  <a:pt x="322821" y="354144"/>
                </a:cubicBezTo>
                <a:cubicBezTo>
                  <a:pt x="316144" y="351591"/>
                  <a:pt x="314439" y="353649"/>
                  <a:pt x="309067" y="340152"/>
                </a:cubicBezTo>
                <a:cubicBezTo>
                  <a:pt x="304829" y="343571"/>
                  <a:pt x="309362" y="347705"/>
                  <a:pt x="307715" y="351353"/>
                </a:cubicBezTo>
                <a:cubicBezTo>
                  <a:pt x="302009" y="339114"/>
                  <a:pt x="278140" y="349877"/>
                  <a:pt x="269434" y="345152"/>
                </a:cubicBezTo>
                <a:cubicBezTo>
                  <a:pt x="268081" y="346134"/>
                  <a:pt x="260909" y="350858"/>
                  <a:pt x="264043" y="356040"/>
                </a:cubicBezTo>
                <a:cubicBezTo>
                  <a:pt x="258613" y="362821"/>
                  <a:pt x="254260" y="348496"/>
                  <a:pt x="253746" y="361745"/>
                </a:cubicBezTo>
                <a:cubicBezTo>
                  <a:pt x="250850" y="357202"/>
                  <a:pt x="254317" y="353153"/>
                  <a:pt x="254146" y="348820"/>
                </a:cubicBezTo>
                <a:cubicBezTo>
                  <a:pt x="255889" y="347267"/>
                  <a:pt x="257432" y="351801"/>
                  <a:pt x="259061" y="354087"/>
                </a:cubicBezTo>
                <a:cubicBezTo>
                  <a:pt x="262414" y="347934"/>
                  <a:pt x="256946" y="343638"/>
                  <a:pt x="263481" y="341466"/>
                </a:cubicBezTo>
                <a:cubicBezTo>
                  <a:pt x="258308" y="340895"/>
                  <a:pt x="257489" y="345495"/>
                  <a:pt x="251079" y="350201"/>
                </a:cubicBezTo>
                <a:cubicBezTo>
                  <a:pt x="250850" y="348058"/>
                  <a:pt x="250612" y="345886"/>
                  <a:pt x="249241" y="343600"/>
                </a:cubicBezTo>
                <a:cubicBezTo>
                  <a:pt x="245745" y="348896"/>
                  <a:pt x="251269" y="347753"/>
                  <a:pt x="249917" y="354982"/>
                </a:cubicBezTo>
                <a:cubicBezTo>
                  <a:pt x="246802" y="357792"/>
                  <a:pt x="243935" y="351687"/>
                  <a:pt x="240678" y="359135"/>
                </a:cubicBezTo>
                <a:cubicBezTo>
                  <a:pt x="255937" y="368203"/>
                  <a:pt x="271396" y="370051"/>
                  <a:pt x="286855" y="372413"/>
                </a:cubicBezTo>
                <a:cubicBezTo>
                  <a:pt x="291255" y="375994"/>
                  <a:pt x="284150" y="378690"/>
                  <a:pt x="288579" y="382243"/>
                </a:cubicBezTo>
                <a:cubicBezTo>
                  <a:pt x="292398" y="382510"/>
                  <a:pt x="291351" y="378595"/>
                  <a:pt x="293865" y="374585"/>
                </a:cubicBezTo>
                <a:cubicBezTo>
                  <a:pt x="297751" y="381357"/>
                  <a:pt x="291027" y="387301"/>
                  <a:pt x="287217" y="393482"/>
                </a:cubicBezTo>
                <a:cubicBezTo>
                  <a:pt x="278644" y="392358"/>
                  <a:pt x="269367" y="377033"/>
                  <a:pt x="258080" y="386377"/>
                </a:cubicBezTo>
                <a:cubicBezTo>
                  <a:pt x="255041" y="386462"/>
                  <a:pt x="252203" y="379643"/>
                  <a:pt x="249136" y="380805"/>
                </a:cubicBezTo>
                <a:cubicBezTo>
                  <a:pt x="251793" y="388253"/>
                  <a:pt x="250974" y="387186"/>
                  <a:pt x="245002" y="383729"/>
                </a:cubicBezTo>
                <a:cubicBezTo>
                  <a:pt x="241411" y="386710"/>
                  <a:pt x="244783" y="390196"/>
                  <a:pt x="242687" y="393273"/>
                </a:cubicBezTo>
                <a:cubicBezTo>
                  <a:pt x="235429" y="380338"/>
                  <a:pt x="233410" y="389672"/>
                  <a:pt x="226628" y="388786"/>
                </a:cubicBezTo>
                <a:cubicBezTo>
                  <a:pt x="223885" y="385319"/>
                  <a:pt x="226466" y="382310"/>
                  <a:pt x="222885" y="378776"/>
                </a:cubicBezTo>
                <a:cubicBezTo>
                  <a:pt x="223114" y="385862"/>
                  <a:pt x="219808" y="390358"/>
                  <a:pt x="215579" y="386291"/>
                </a:cubicBezTo>
                <a:cubicBezTo>
                  <a:pt x="212855" y="382843"/>
                  <a:pt x="220932" y="380233"/>
                  <a:pt x="215875" y="376604"/>
                </a:cubicBezTo>
                <a:cubicBezTo>
                  <a:pt x="214417" y="379852"/>
                  <a:pt x="213122" y="378176"/>
                  <a:pt x="211836" y="376318"/>
                </a:cubicBezTo>
                <a:cubicBezTo>
                  <a:pt x="211626" y="378995"/>
                  <a:pt x="210474" y="381576"/>
                  <a:pt x="208550" y="384119"/>
                </a:cubicBezTo>
                <a:cubicBezTo>
                  <a:pt x="199939" y="379738"/>
                  <a:pt x="195682" y="378138"/>
                  <a:pt x="188747" y="369651"/>
                </a:cubicBezTo>
                <a:cubicBezTo>
                  <a:pt x="186642" y="383300"/>
                  <a:pt x="182147" y="365812"/>
                  <a:pt x="177508" y="373632"/>
                </a:cubicBezTo>
                <a:cubicBezTo>
                  <a:pt x="175574" y="367374"/>
                  <a:pt x="181413" y="371946"/>
                  <a:pt x="182794" y="365946"/>
                </a:cubicBezTo>
                <a:cubicBezTo>
                  <a:pt x="179070" y="366098"/>
                  <a:pt x="175336" y="367308"/>
                  <a:pt x="171736" y="363460"/>
                </a:cubicBezTo>
                <a:cubicBezTo>
                  <a:pt x="169669" y="364774"/>
                  <a:pt x="167373" y="373394"/>
                  <a:pt x="165468" y="369432"/>
                </a:cubicBezTo>
                <a:cubicBezTo>
                  <a:pt x="166526" y="377995"/>
                  <a:pt x="165325" y="376995"/>
                  <a:pt x="159982" y="383576"/>
                </a:cubicBezTo>
                <a:cubicBezTo>
                  <a:pt x="167764" y="382319"/>
                  <a:pt x="170707" y="392816"/>
                  <a:pt x="177108" y="386520"/>
                </a:cubicBezTo>
                <a:cubicBezTo>
                  <a:pt x="180642" y="394140"/>
                  <a:pt x="174479" y="392092"/>
                  <a:pt x="177775" y="397911"/>
                </a:cubicBezTo>
                <a:cubicBezTo>
                  <a:pt x="182023" y="393397"/>
                  <a:pt x="182413" y="388558"/>
                  <a:pt x="181232" y="383624"/>
                </a:cubicBezTo>
                <a:cubicBezTo>
                  <a:pt x="183680" y="381414"/>
                  <a:pt x="185976" y="383414"/>
                  <a:pt x="188462" y="379347"/>
                </a:cubicBezTo>
                <a:cubicBezTo>
                  <a:pt x="188424" y="389977"/>
                  <a:pt x="195024" y="385157"/>
                  <a:pt x="198453" y="383319"/>
                </a:cubicBezTo>
                <a:cubicBezTo>
                  <a:pt x="200854" y="390510"/>
                  <a:pt x="193977" y="389101"/>
                  <a:pt x="192957" y="397473"/>
                </a:cubicBezTo>
                <a:cubicBezTo>
                  <a:pt x="196796" y="399121"/>
                  <a:pt x="197034" y="396302"/>
                  <a:pt x="199215" y="391482"/>
                </a:cubicBezTo>
                <a:cubicBezTo>
                  <a:pt x="200425" y="394197"/>
                  <a:pt x="203235" y="400778"/>
                  <a:pt x="209026" y="401960"/>
                </a:cubicBezTo>
                <a:cubicBezTo>
                  <a:pt x="209064" y="397645"/>
                  <a:pt x="212665" y="393635"/>
                  <a:pt x="215475" y="389501"/>
                </a:cubicBezTo>
                <a:cubicBezTo>
                  <a:pt x="216608" y="394987"/>
                  <a:pt x="214932" y="400264"/>
                  <a:pt x="219027" y="405970"/>
                </a:cubicBezTo>
                <a:cubicBezTo>
                  <a:pt x="221866" y="401369"/>
                  <a:pt x="224399" y="406903"/>
                  <a:pt x="227114" y="406579"/>
                </a:cubicBezTo>
                <a:cubicBezTo>
                  <a:pt x="225904" y="410294"/>
                  <a:pt x="228267" y="414247"/>
                  <a:pt x="227781" y="417952"/>
                </a:cubicBezTo>
                <a:cubicBezTo>
                  <a:pt x="238649" y="415676"/>
                  <a:pt x="249326" y="419409"/>
                  <a:pt x="259994" y="423715"/>
                </a:cubicBezTo>
                <a:cubicBezTo>
                  <a:pt x="266367" y="413866"/>
                  <a:pt x="272005" y="428668"/>
                  <a:pt x="278273" y="421886"/>
                </a:cubicBezTo>
                <a:cubicBezTo>
                  <a:pt x="288455" y="439479"/>
                  <a:pt x="304467" y="413932"/>
                  <a:pt x="311248" y="435783"/>
                </a:cubicBezTo>
                <a:cubicBezTo>
                  <a:pt x="313439" y="430001"/>
                  <a:pt x="315354" y="434173"/>
                  <a:pt x="317506" y="429782"/>
                </a:cubicBezTo>
                <a:cubicBezTo>
                  <a:pt x="320021" y="436154"/>
                  <a:pt x="322688" y="436612"/>
                  <a:pt x="325288" y="440079"/>
                </a:cubicBezTo>
                <a:cubicBezTo>
                  <a:pt x="321078" y="443708"/>
                  <a:pt x="317887" y="436859"/>
                  <a:pt x="315954" y="447451"/>
                </a:cubicBezTo>
                <a:cubicBezTo>
                  <a:pt x="317925" y="438907"/>
                  <a:pt x="313592" y="443184"/>
                  <a:pt x="310105" y="440536"/>
                </a:cubicBezTo>
                <a:cubicBezTo>
                  <a:pt x="307419" y="447203"/>
                  <a:pt x="311325" y="445670"/>
                  <a:pt x="313944" y="447270"/>
                </a:cubicBezTo>
                <a:cubicBezTo>
                  <a:pt x="308991" y="454661"/>
                  <a:pt x="304419" y="449870"/>
                  <a:pt x="299723" y="449432"/>
                </a:cubicBezTo>
                <a:cubicBezTo>
                  <a:pt x="297980" y="446079"/>
                  <a:pt x="304448" y="444479"/>
                  <a:pt x="305867" y="446679"/>
                </a:cubicBezTo>
                <a:cubicBezTo>
                  <a:pt x="304400" y="438155"/>
                  <a:pt x="293770" y="446175"/>
                  <a:pt x="288750" y="443717"/>
                </a:cubicBezTo>
                <a:cubicBezTo>
                  <a:pt x="290922" y="450070"/>
                  <a:pt x="293494" y="442774"/>
                  <a:pt x="295675" y="449118"/>
                </a:cubicBezTo>
                <a:cubicBezTo>
                  <a:pt x="286426" y="446375"/>
                  <a:pt x="282721" y="454119"/>
                  <a:pt x="274215" y="455528"/>
                </a:cubicBezTo>
                <a:cubicBezTo>
                  <a:pt x="271339" y="451537"/>
                  <a:pt x="281064" y="448518"/>
                  <a:pt x="275596" y="444308"/>
                </a:cubicBezTo>
                <a:cubicBezTo>
                  <a:pt x="274177" y="446375"/>
                  <a:pt x="272748" y="448422"/>
                  <a:pt x="271348" y="450461"/>
                </a:cubicBezTo>
                <a:cubicBezTo>
                  <a:pt x="262680" y="443203"/>
                  <a:pt x="252117" y="447984"/>
                  <a:pt x="245945" y="453328"/>
                </a:cubicBezTo>
                <a:cubicBezTo>
                  <a:pt x="252012" y="444736"/>
                  <a:pt x="242297" y="446679"/>
                  <a:pt x="237106" y="444565"/>
                </a:cubicBezTo>
                <a:cubicBezTo>
                  <a:pt x="236391" y="448699"/>
                  <a:pt x="233753" y="452318"/>
                  <a:pt x="237877" y="452709"/>
                </a:cubicBezTo>
                <a:cubicBezTo>
                  <a:pt x="230543" y="464425"/>
                  <a:pt x="229962" y="445613"/>
                  <a:pt x="223656" y="454833"/>
                </a:cubicBezTo>
                <a:cubicBezTo>
                  <a:pt x="220894" y="449775"/>
                  <a:pt x="222494" y="445051"/>
                  <a:pt x="223075" y="440222"/>
                </a:cubicBezTo>
                <a:cubicBezTo>
                  <a:pt x="220351" y="437574"/>
                  <a:pt x="215646" y="448099"/>
                  <a:pt x="215646" y="450985"/>
                </a:cubicBezTo>
                <a:cubicBezTo>
                  <a:pt x="211369" y="454623"/>
                  <a:pt x="203825" y="439536"/>
                  <a:pt x="202492" y="451585"/>
                </a:cubicBezTo>
                <a:cubicBezTo>
                  <a:pt x="200692" y="451394"/>
                  <a:pt x="194024" y="446432"/>
                  <a:pt x="195663" y="442965"/>
                </a:cubicBezTo>
                <a:cubicBezTo>
                  <a:pt x="191567" y="450366"/>
                  <a:pt x="180375" y="451480"/>
                  <a:pt x="171317" y="444327"/>
                </a:cubicBezTo>
                <a:cubicBezTo>
                  <a:pt x="176717" y="441088"/>
                  <a:pt x="176108" y="442469"/>
                  <a:pt x="180756" y="433735"/>
                </a:cubicBezTo>
                <a:cubicBezTo>
                  <a:pt x="177508" y="429801"/>
                  <a:pt x="174203" y="427182"/>
                  <a:pt x="170945" y="423248"/>
                </a:cubicBezTo>
                <a:cubicBezTo>
                  <a:pt x="167935" y="424943"/>
                  <a:pt x="173717" y="434935"/>
                  <a:pt x="169688" y="431249"/>
                </a:cubicBezTo>
                <a:cubicBezTo>
                  <a:pt x="167621" y="439536"/>
                  <a:pt x="174269" y="431392"/>
                  <a:pt x="175765" y="431706"/>
                </a:cubicBezTo>
                <a:cubicBezTo>
                  <a:pt x="176346" y="442355"/>
                  <a:pt x="164316" y="448661"/>
                  <a:pt x="159401" y="436916"/>
                </a:cubicBezTo>
                <a:cubicBezTo>
                  <a:pt x="152695" y="435716"/>
                  <a:pt x="145323" y="456319"/>
                  <a:pt x="138893" y="445051"/>
                </a:cubicBezTo>
                <a:cubicBezTo>
                  <a:pt x="137493" y="447080"/>
                  <a:pt x="136074" y="449156"/>
                  <a:pt x="134674" y="451166"/>
                </a:cubicBezTo>
                <a:cubicBezTo>
                  <a:pt x="131359" y="447699"/>
                  <a:pt x="135007" y="444736"/>
                  <a:pt x="134969" y="441498"/>
                </a:cubicBezTo>
                <a:cubicBezTo>
                  <a:pt x="131016" y="438517"/>
                  <a:pt x="126587" y="450947"/>
                  <a:pt x="122749" y="443784"/>
                </a:cubicBezTo>
                <a:cubicBezTo>
                  <a:pt x="120825" y="437507"/>
                  <a:pt x="126730" y="439840"/>
                  <a:pt x="128045" y="436097"/>
                </a:cubicBezTo>
                <a:cubicBezTo>
                  <a:pt x="116586" y="439555"/>
                  <a:pt x="105804" y="445279"/>
                  <a:pt x="98803" y="432201"/>
                </a:cubicBezTo>
                <a:cubicBezTo>
                  <a:pt x="95431" y="432421"/>
                  <a:pt x="92097" y="430811"/>
                  <a:pt x="88516" y="437907"/>
                </a:cubicBezTo>
                <a:cubicBezTo>
                  <a:pt x="90792" y="440774"/>
                  <a:pt x="91307" y="443498"/>
                  <a:pt x="89287" y="446032"/>
                </a:cubicBezTo>
                <a:cubicBezTo>
                  <a:pt x="85449" y="437802"/>
                  <a:pt x="74228" y="447565"/>
                  <a:pt x="67275" y="437850"/>
                </a:cubicBezTo>
                <a:cubicBezTo>
                  <a:pt x="69742" y="433811"/>
                  <a:pt x="72218" y="430096"/>
                  <a:pt x="74476" y="433583"/>
                </a:cubicBezTo>
                <a:cubicBezTo>
                  <a:pt x="72599" y="427887"/>
                  <a:pt x="61884" y="426915"/>
                  <a:pt x="56502" y="425696"/>
                </a:cubicBezTo>
                <a:cubicBezTo>
                  <a:pt x="51616" y="433383"/>
                  <a:pt x="59998" y="426010"/>
                  <a:pt x="61322" y="434154"/>
                </a:cubicBezTo>
                <a:cubicBezTo>
                  <a:pt x="57769" y="439288"/>
                  <a:pt x="54559" y="433935"/>
                  <a:pt x="51025" y="439859"/>
                </a:cubicBezTo>
                <a:cubicBezTo>
                  <a:pt x="51740" y="442612"/>
                  <a:pt x="51635" y="445298"/>
                  <a:pt x="49759" y="447832"/>
                </a:cubicBezTo>
                <a:cubicBezTo>
                  <a:pt x="52292" y="452604"/>
                  <a:pt x="53454" y="448699"/>
                  <a:pt x="53597" y="454614"/>
                </a:cubicBezTo>
                <a:cubicBezTo>
                  <a:pt x="52245" y="454957"/>
                  <a:pt x="50873" y="455328"/>
                  <a:pt x="49463" y="457528"/>
                </a:cubicBezTo>
                <a:cubicBezTo>
                  <a:pt x="44653" y="444860"/>
                  <a:pt x="43101" y="448061"/>
                  <a:pt x="36776" y="441993"/>
                </a:cubicBezTo>
                <a:cubicBezTo>
                  <a:pt x="40376" y="434297"/>
                  <a:pt x="43367" y="447213"/>
                  <a:pt x="46968" y="439526"/>
                </a:cubicBezTo>
                <a:cubicBezTo>
                  <a:pt x="44796" y="433268"/>
                  <a:pt x="42320" y="437212"/>
                  <a:pt x="40148" y="430935"/>
                </a:cubicBezTo>
                <a:cubicBezTo>
                  <a:pt x="42053" y="437574"/>
                  <a:pt x="32623" y="442069"/>
                  <a:pt x="28689" y="441345"/>
                </a:cubicBezTo>
                <a:cubicBezTo>
                  <a:pt x="27737" y="439126"/>
                  <a:pt x="29813" y="437126"/>
                  <a:pt x="30899" y="435069"/>
                </a:cubicBezTo>
                <a:cubicBezTo>
                  <a:pt x="28442" y="427077"/>
                  <a:pt x="25546" y="434068"/>
                  <a:pt x="23022" y="427982"/>
                </a:cubicBezTo>
                <a:cubicBezTo>
                  <a:pt x="21212" y="431068"/>
                  <a:pt x="25622" y="434640"/>
                  <a:pt x="24736" y="437821"/>
                </a:cubicBezTo>
                <a:cubicBezTo>
                  <a:pt x="17507" y="442993"/>
                  <a:pt x="10687" y="434259"/>
                  <a:pt x="3486" y="437774"/>
                </a:cubicBezTo>
                <a:cubicBezTo>
                  <a:pt x="3219" y="446308"/>
                  <a:pt x="8649" y="436831"/>
                  <a:pt x="11459" y="441650"/>
                </a:cubicBezTo>
                <a:cubicBezTo>
                  <a:pt x="12040" y="443308"/>
                  <a:pt x="11363" y="444879"/>
                  <a:pt x="12316" y="446584"/>
                </a:cubicBezTo>
                <a:cubicBezTo>
                  <a:pt x="7268" y="443022"/>
                  <a:pt x="5705" y="449175"/>
                  <a:pt x="0" y="452099"/>
                </a:cubicBezTo>
                <a:cubicBezTo>
                  <a:pt x="19" y="461281"/>
                  <a:pt x="5020" y="458700"/>
                  <a:pt x="7115" y="451013"/>
                </a:cubicBezTo>
                <a:cubicBezTo>
                  <a:pt x="11659" y="455652"/>
                  <a:pt x="2372" y="460500"/>
                  <a:pt x="8849" y="460872"/>
                </a:cubicBezTo>
                <a:cubicBezTo>
                  <a:pt x="5496" y="465539"/>
                  <a:pt x="-1562" y="466691"/>
                  <a:pt x="3238" y="474902"/>
                </a:cubicBezTo>
                <a:close/>
                <a:moveTo>
                  <a:pt x="385610" y="583897"/>
                </a:moveTo>
                <a:cubicBezTo>
                  <a:pt x="389515" y="577467"/>
                  <a:pt x="393021" y="584601"/>
                  <a:pt x="396669" y="586364"/>
                </a:cubicBezTo>
                <a:cubicBezTo>
                  <a:pt x="392811" y="591250"/>
                  <a:pt x="389201" y="588031"/>
                  <a:pt x="385610" y="583897"/>
                </a:cubicBezTo>
                <a:close/>
                <a:moveTo>
                  <a:pt x="692877" y="665964"/>
                </a:moveTo>
                <a:cubicBezTo>
                  <a:pt x="689572" y="673022"/>
                  <a:pt x="682723" y="666421"/>
                  <a:pt x="687476" y="676899"/>
                </a:cubicBezTo>
                <a:cubicBezTo>
                  <a:pt x="681609" y="680909"/>
                  <a:pt x="675980" y="678156"/>
                  <a:pt x="670360" y="673927"/>
                </a:cubicBezTo>
                <a:cubicBezTo>
                  <a:pt x="673351" y="667459"/>
                  <a:pt x="673856" y="671822"/>
                  <a:pt x="676818" y="661487"/>
                </a:cubicBezTo>
                <a:cubicBezTo>
                  <a:pt x="678428" y="663745"/>
                  <a:pt x="679980" y="668288"/>
                  <a:pt x="681704" y="666736"/>
                </a:cubicBezTo>
                <a:cubicBezTo>
                  <a:pt x="683104" y="664659"/>
                  <a:pt x="681009" y="662354"/>
                  <a:pt x="681904" y="660268"/>
                </a:cubicBezTo>
                <a:cubicBezTo>
                  <a:pt x="685524" y="663440"/>
                  <a:pt x="689477" y="655153"/>
                  <a:pt x="692877" y="665964"/>
                </a:cubicBezTo>
                <a:close/>
                <a:moveTo>
                  <a:pt x="2991784" y="263390"/>
                </a:moveTo>
                <a:cubicBezTo>
                  <a:pt x="2995413" y="258684"/>
                  <a:pt x="2994622" y="252036"/>
                  <a:pt x="2998985" y="259094"/>
                </a:cubicBezTo>
                <a:cubicBezTo>
                  <a:pt x="2998956" y="263866"/>
                  <a:pt x="2994412" y="268733"/>
                  <a:pt x="2991784" y="263390"/>
                </a:cubicBezTo>
                <a:close/>
                <a:moveTo>
                  <a:pt x="2988993" y="88425"/>
                </a:moveTo>
                <a:cubicBezTo>
                  <a:pt x="2995365" y="84882"/>
                  <a:pt x="2996098" y="83234"/>
                  <a:pt x="3001604" y="73195"/>
                </a:cubicBezTo>
                <a:cubicBezTo>
                  <a:pt x="3003747" y="80396"/>
                  <a:pt x="3006223" y="76586"/>
                  <a:pt x="3008719" y="72128"/>
                </a:cubicBezTo>
                <a:cubicBezTo>
                  <a:pt x="3011834" y="79243"/>
                  <a:pt x="3012491" y="79719"/>
                  <a:pt x="3014301" y="88739"/>
                </a:cubicBezTo>
                <a:cubicBezTo>
                  <a:pt x="3019701" y="82682"/>
                  <a:pt x="3016206" y="75919"/>
                  <a:pt x="3014882" y="69375"/>
                </a:cubicBezTo>
                <a:cubicBezTo>
                  <a:pt x="3023111" y="73366"/>
                  <a:pt x="3022092" y="88844"/>
                  <a:pt x="3017082" y="97045"/>
                </a:cubicBezTo>
                <a:cubicBezTo>
                  <a:pt x="3010367" y="84758"/>
                  <a:pt x="3002633" y="106237"/>
                  <a:pt x="2995717" y="100246"/>
                </a:cubicBezTo>
                <a:cubicBezTo>
                  <a:pt x="2992260" y="93064"/>
                  <a:pt x="2999708" y="96740"/>
                  <a:pt x="2998041" y="90721"/>
                </a:cubicBezTo>
                <a:cubicBezTo>
                  <a:pt x="2994765" y="94369"/>
                  <a:pt x="2988926" y="94683"/>
                  <a:pt x="2988993" y="88425"/>
                </a:cubicBezTo>
                <a:close/>
                <a:moveTo>
                  <a:pt x="2361867" y="140051"/>
                </a:moveTo>
                <a:cubicBezTo>
                  <a:pt x="2357980" y="145585"/>
                  <a:pt x="2354485" y="138031"/>
                  <a:pt x="2350694" y="140813"/>
                </a:cubicBezTo>
                <a:cubicBezTo>
                  <a:pt x="2354609" y="134812"/>
                  <a:pt x="2358257" y="135879"/>
                  <a:pt x="2361867" y="140051"/>
                </a:cubicBezTo>
                <a:close/>
                <a:moveTo>
                  <a:pt x="2043560" y="154214"/>
                </a:moveTo>
                <a:cubicBezTo>
                  <a:pt x="2041941" y="148490"/>
                  <a:pt x="2035092" y="149566"/>
                  <a:pt x="2036845" y="142365"/>
                </a:cubicBezTo>
                <a:cubicBezTo>
                  <a:pt x="2039465" y="149852"/>
                  <a:pt x="2046875" y="144346"/>
                  <a:pt x="2043560" y="154214"/>
                </a:cubicBezTo>
                <a:close/>
                <a:moveTo>
                  <a:pt x="1803121" y="138774"/>
                </a:moveTo>
                <a:cubicBezTo>
                  <a:pt x="1805769" y="140403"/>
                  <a:pt x="1808664" y="134726"/>
                  <a:pt x="1811131" y="142651"/>
                </a:cubicBezTo>
                <a:cubicBezTo>
                  <a:pt x="1808845" y="147452"/>
                  <a:pt x="1801701" y="145366"/>
                  <a:pt x="1803121" y="138774"/>
                </a:cubicBezTo>
                <a:close/>
                <a:moveTo>
                  <a:pt x="393135" y="35857"/>
                </a:moveTo>
                <a:cubicBezTo>
                  <a:pt x="388744" y="35771"/>
                  <a:pt x="384353" y="35914"/>
                  <a:pt x="380162" y="29989"/>
                </a:cubicBezTo>
                <a:cubicBezTo>
                  <a:pt x="383886" y="30875"/>
                  <a:pt x="392982" y="27837"/>
                  <a:pt x="393135" y="35857"/>
                </a:cubicBezTo>
                <a:close/>
                <a:moveTo>
                  <a:pt x="475793" y="147461"/>
                </a:moveTo>
                <a:cubicBezTo>
                  <a:pt x="475278" y="154652"/>
                  <a:pt x="457410" y="151528"/>
                  <a:pt x="460791" y="141422"/>
                </a:cubicBezTo>
                <a:cubicBezTo>
                  <a:pt x="465592" y="149957"/>
                  <a:pt x="471002" y="138250"/>
                  <a:pt x="475793" y="147461"/>
                </a:cubicBezTo>
                <a:close/>
                <a:moveTo>
                  <a:pt x="120996" y="97255"/>
                </a:moveTo>
                <a:cubicBezTo>
                  <a:pt x="122130" y="94664"/>
                  <a:pt x="121663" y="91902"/>
                  <a:pt x="124282" y="89406"/>
                </a:cubicBezTo>
                <a:cubicBezTo>
                  <a:pt x="125854" y="92959"/>
                  <a:pt x="127587" y="91445"/>
                  <a:pt x="129197" y="94664"/>
                </a:cubicBezTo>
                <a:cubicBezTo>
                  <a:pt x="126330" y="99407"/>
                  <a:pt x="123511" y="103256"/>
                  <a:pt x="120996" y="97255"/>
                </a:cubicBezTo>
                <a:close/>
                <a:moveTo>
                  <a:pt x="585121" y="380890"/>
                </a:moveTo>
                <a:cubicBezTo>
                  <a:pt x="575891" y="380824"/>
                  <a:pt x="571805" y="380147"/>
                  <a:pt x="563966" y="377633"/>
                </a:cubicBezTo>
                <a:cubicBezTo>
                  <a:pt x="571195" y="372689"/>
                  <a:pt x="578225" y="374775"/>
                  <a:pt x="585121" y="380890"/>
                </a:cubicBezTo>
                <a:close/>
                <a:moveTo>
                  <a:pt x="390173" y="367374"/>
                </a:moveTo>
                <a:cubicBezTo>
                  <a:pt x="387115" y="366184"/>
                  <a:pt x="378762" y="367898"/>
                  <a:pt x="379209" y="361640"/>
                </a:cubicBezTo>
                <a:cubicBezTo>
                  <a:pt x="382295" y="361697"/>
                  <a:pt x="390668" y="359288"/>
                  <a:pt x="390173" y="367374"/>
                </a:cubicBezTo>
                <a:close/>
                <a:moveTo>
                  <a:pt x="290522" y="348305"/>
                </a:moveTo>
                <a:cubicBezTo>
                  <a:pt x="290541" y="350677"/>
                  <a:pt x="286722" y="361859"/>
                  <a:pt x="284283" y="354316"/>
                </a:cubicBezTo>
                <a:cubicBezTo>
                  <a:pt x="282559" y="349924"/>
                  <a:pt x="289169" y="344276"/>
                  <a:pt x="290522" y="348305"/>
                </a:cubicBezTo>
                <a:close/>
                <a:moveTo>
                  <a:pt x="38386" y="451737"/>
                </a:moveTo>
                <a:cubicBezTo>
                  <a:pt x="36309" y="449489"/>
                  <a:pt x="37195" y="454099"/>
                  <a:pt x="35195" y="456338"/>
                </a:cubicBezTo>
                <a:cubicBezTo>
                  <a:pt x="32471" y="445794"/>
                  <a:pt x="28966" y="461367"/>
                  <a:pt x="26260" y="450785"/>
                </a:cubicBezTo>
                <a:cubicBezTo>
                  <a:pt x="29937" y="442355"/>
                  <a:pt x="38471" y="446127"/>
                  <a:pt x="38386" y="451737"/>
                </a:cubicBezTo>
                <a:close/>
                <a:moveTo>
                  <a:pt x="179537" y="503163"/>
                </a:moveTo>
                <a:cubicBezTo>
                  <a:pt x="176822" y="503439"/>
                  <a:pt x="173965" y="508563"/>
                  <a:pt x="171450" y="502525"/>
                </a:cubicBezTo>
                <a:cubicBezTo>
                  <a:pt x="176041" y="494400"/>
                  <a:pt x="178994" y="502486"/>
                  <a:pt x="179537" y="503163"/>
                </a:cubicBezTo>
                <a:close/>
                <a:moveTo>
                  <a:pt x="317325" y="565628"/>
                </a:moveTo>
                <a:cubicBezTo>
                  <a:pt x="316849" y="571914"/>
                  <a:pt x="310429" y="571428"/>
                  <a:pt x="307238" y="564866"/>
                </a:cubicBezTo>
                <a:cubicBezTo>
                  <a:pt x="310801" y="558589"/>
                  <a:pt x="314058" y="562656"/>
                  <a:pt x="317325" y="565628"/>
                </a:cubicBezTo>
                <a:close/>
                <a:moveTo>
                  <a:pt x="346577" y="569523"/>
                </a:moveTo>
                <a:cubicBezTo>
                  <a:pt x="343024" y="573305"/>
                  <a:pt x="334470" y="569904"/>
                  <a:pt x="334642" y="562123"/>
                </a:cubicBezTo>
                <a:cubicBezTo>
                  <a:pt x="338547" y="566704"/>
                  <a:pt x="342795" y="560522"/>
                  <a:pt x="346577" y="569523"/>
                </a:cubicBezTo>
                <a:close/>
                <a:moveTo>
                  <a:pt x="147666" y="219080"/>
                </a:moveTo>
                <a:cubicBezTo>
                  <a:pt x="154372" y="220651"/>
                  <a:pt x="161258" y="216136"/>
                  <a:pt x="167859" y="220651"/>
                </a:cubicBezTo>
                <a:cubicBezTo>
                  <a:pt x="161315" y="228557"/>
                  <a:pt x="150504" y="225290"/>
                  <a:pt x="147666" y="219080"/>
                </a:cubicBezTo>
                <a:close/>
                <a:moveTo>
                  <a:pt x="432111" y="686186"/>
                </a:moveTo>
                <a:cubicBezTo>
                  <a:pt x="431387" y="693415"/>
                  <a:pt x="424415" y="692748"/>
                  <a:pt x="420948" y="686976"/>
                </a:cubicBezTo>
                <a:cubicBezTo>
                  <a:pt x="424901" y="678718"/>
                  <a:pt x="428539" y="681452"/>
                  <a:pt x="432111" y="686186"/>
                </a:cubicBezTo>
                <a:close/>
                <a:moveTo>
                  <a:pt x="302390" y="457652"/>
                </a:moveTo>
                <a:cubicBezTo>
                  <a:pt x="299037" y="457062"/>
                  <a:pt x="295494" y="462215"/>
                  <a:pt x="292294" y="456871"/>
                </a:cubicBezTo>
                <a:cubicBezTo>
                  <a:pt x="295199" y="452385"/>
                  <a:pt x="303219" y="449489"/>
                  <a:pt x="302390" y="457652"/>
                </a:cubicBezTo>
                <a:close/>
                <a:moveTo>
                  <a:pt x="148552" y="190028"/>
                </a:moveTo>
                <a:cubicBezTo>
                  <a:pt x="147199" y="185066"/>
                  <a:pt x="140608" y="191733"/>
                  <a:pt x="142684" y="183104"/>
                </a:cubicBezTo>
                <a:cubicBezTo>
                  <a:pt x="145390" y="184894"/>
                  <a:pt x="151752" y="180770"/>
                  <a:pt x="148552" y="190028"/>
                </a:cubicBezTo>
                <a:close/>
                <a:moveTo>
                  <a:pt x="155772" y="185733"/>
                </a:moveTo>
                <a:cubicBezTo>
                  <a:pt x="157296" y="195105"/>
                  <a:pt x="158867" y="187971"/>
                  <a:pt x="162687" y="191124"/>
                </a:cubicBezTo>
                <a:cubicBezTo>
                  <a:pt x="160963" y="193705"/>
                  <a:pt x="164773" y="196677"/>
                  <a:pt x="163458" y="199277"/>
                </a:cubicBezTo>
                <a:cubicBezTo>
                  <a:pt x="158544" y="198010"/>
                  <a:pt x="160049" y="192124"/>
                  <a:pt x="155391" y="198648"/>
                </a:cubicBezTo>
                <a:cubicBezTo>
                  <a:pt x="154429" y="196934"/>
                  <a:pt x="153457" y="195248"/>
                  <a:pt x="152486" y="193553"/>
                </a:cubicBezTo>
                <a:cubicBezTo>
                  <a:pt x="153629" y="190952"/>
                  <a:pt x="153143" y="188209"/>
                  <a:pt x="155772" y="185733"/>
                </a:cubicBezTo>
                <a:close/>
                <a:moveTo>
                  <a:pt x="174307" y="208221"/>
                </a:moveTo>
                <a:cubicBezTo>
                  <a:pt x="170917" y="208831"/>
                  <a:pt x="167373" y="214527"/>
                  <a:pt x="164211" y="207440"/>
                </a:cubicBezTo>
                <a:cubicBezTo>
                  <a:pt x="167830" y="199715"/>
                  <a:pt x="171126" y="202135"/>
                  <a:pt x="174307" y="208221"/>
                </a:cubicBezTo>
                <a:close/>
                <a:moveTo>
                  <a:pt x="298685" y="379700"/>
                </a:moveTo>
                <a:cubicBezTo>
                  <a:pt x="300780" y="377071"/>
                  <a:pt x="302847" y="375690"/>
                  <a:pt x="304829" y="376928"/>
                </a:cubicBezTo>
                <a:cubicBezTo>
                  <a:pt x="300161" y="381871"/>
                  <a:pt x="302752" y="397530"/>
                  <a:pt x="296266" y="392444"/>
                </a:cubicBezTo>
                <a:cubicBezTo>
                  <a:pt x="294732" y="384738"/>
                  <a:pt x="302152" y="385205"/>
                  <a:pt x="298685" y="379700"/>
                </a:cubicBezTo>
                <a:close/>
                <a:moveTo>
                  <a:pt x="205769" y="205802"/>
                </a:moveTo>
                <a:cubicBezTo>
                  <a:pt x="204359" y="207811"/>
                  <a:pt x="202940" y="209898"/>
                  <a:pt x="201520" y="211945"/>
                </a:cubicBezTo>
                <a:cubicBezTo>
                  <a:pt x="200577" y="210269"/>
                  <a:pt x="199615" y="208583"/>
                  <a:pt x="198653" y="206888"/>
                </a:cubicBezTo>
                <a:cubicBezTo>
                  <a:pt x="201206" y="200477"/>
                  <a:pt x="203444" y="204668"/>
                  <a:pt x="205769" y="205802"/>
                </a:cubicBezTo>
                <a:close/>
                <a:moveTo>
                  <a:pt x="147161" y="102513"/>
                </a:moveTo>
                <a:cubicBezTo>
                  <a:pt x="145837" y="91178"/>
                  <a:pt x="143037" y="103065"/>
                  <a:pt x="139179" y="98674"/>
                </a:cubicBezTo>
                <a:cubicBezTo>
                  <a:pt x="138827" y="88139"/>
                  <a:pt x="154010" y="93778"/>
                  <a:pt x="147161" y="102513"/>
                </a:cubicBezTo>
                <a:close/>
                <a:moveTo>
                  <a:pt x="321002" y="378185"/>
                </a:moveTo>
                <a:cubicBezTo>
                  <a:pt x="327365" y="385577"/>
                  <a:pt x="335671" y="370689"/>
                  <a:pt x="338966" y="386062"/>
                </a:cubicBezTo>
                <a:cubicBezTo>
                  <a:pt x="339785" y="376366"/>
                  <a:pt x="346739" y="377156"/>
                  <a:pt x="350234" y="382081"/>
                </a:cubicBezTo>
                <a:cubicBezTo>
                  <a:pt x="340462" y="383519"/>
                  <a:pt x="341881" y="395092"/>
                  <a:pt x="332432" y="401721"/>
                </a:cubicBezTo>
                <a:cubicBezTo>
                  <a:pt x="328879" y="388282"/>
                  <a:pt x="328746" y="402941"/>
                  <a:pt x="326679" y="391577"/>
                </a:cubicBezTo>
                <a:cubicBezTo>
                  <a:pt x="321516" y="393644"/>
                  <a:pt x="310925" y="400016"/>
                  <a:pt x="309458" y="391873"/>
                </a:cubicBezTo>
                <a:cubicBezTo>
                  <a:pt x="310315" y="393016"/>
                  <a:pt x="315858" y="391939"/>
                  <a:pt x="313601" y="388948"/>
                </a:cubicBezTo>
                <a:cubicBezTo>
                  <a:pt x="310153" y="390625"/>
                  <a:pt x="306829" y="389387"/>
                  <a:pt x="303581" y="384919"/>
                </a:cubicBezTo>
                <a:cubicBezTo>
                  <a:pt x="306457" y="379347"/>
                  <a:pt x="309010" y="383624"/>
                  <a:pt x="311572" y="388777"/>
                </a:cubicBezTo>
                <a:cubicBezTo>
                  <a:pt x="314858" y="384176"/>
                  <a:pt x="320611" y="386996"/>
                  <a:pt x="321002" y="378185"/>
                </a:cubicBezTo>
                <a:close/>
                <a:moveTo>
                  <a:pt x="426196" y="580553"/>
                </a:moveTo>
                <a:cubicBezTo>
                  <a:pt x="425844" y="588678"/>
                  <a:pt x="420091" y="586116"/>
                  <a:pt x="416957" y="584697"/>
                </a:cubicBezTo>
                <a:cubicBezTo>
                  <a:pt x="417281" y="578096"/>
                  <a:pt x="423148" y="576753"/>
                  <a:pt x="426196" y="580553"/>
                </a:cubicBezTo>
                <a:close/>
                <a:moveTo>
                  <a:pt x="299456" y="353887"/>
                </a:moveTo>
                <a:cubicBezTo>
                  <a:pt x="300752" y="356135"/>
                  <a:pt x="302019" y="358373"/>
                  <a:pt x="303305" y="360640"/>
                </a:cubicBezTo>
                <a:cubicBezTo>
                  <a:pt x="301171" y="364612"/>
                  <a:pt x="299094" y="366012"/>
                  <a:pt x="297151" y="363393"/>
                </a:cubicBezTo>
                <a:cubicBezTo>
                  <a:pt x="301752" y="360526"/>
                  <a:pt x="294856" y="356754"/>
                  <a:pt x="299456" y="353887"/>
                </a:cubicBezTo>
                <a:close/>
                <a:moveTo>
                  <a:pt x="182070" y="119801"/>
                </a:moveTo>
                <a:cubicBezTo>
                  <a:pt x="178803" y="126868"/>
                  <a:pt x="176232" y="111895"/>
                  <a:pt x="172936" y="120715"/>
                </a:cubicBezTo>
                <a:cubicBezTo>
                  <a:pt x="169831" y="115981"/>
                  <a:pt x="173574" y="109275"/>
                  <a:pt x="168221" y="109028"/>
                </a:cubicBezTo>
                <a:cubicBezTo>
                  <a:pt x="175517" y="98017"/>
                  <a:pt x="176098" y="117934"/>
                  <a:pt x="182070" y="119801"/>
                </a:cubicBezTo>
                <a:close/>
                <a:moveTo>
                  <a:pt x="238849" y="216489"/>
                </a:moveTo>
                <a:cubicBezTo>
                  <a:pt x="235687" y="221204"/>
                  <a:pt x="232448" y="227576"/>
                  <a:pt x="229610" y="220613"/>
                </a:cubicBezTo>
                <a:cubicBezTo>
                  <a:pt x="232658" y="220289"/>
                  <a:pt x="236010" y="210202"/>
                  <a:pt x="238849" y="216489"/>
                </a:cubicBezTo>
                <a:close/>
                <a:moveTo>
                  <a:pt x="200311" y="151976"/>
                </a:moveTo>
                <a:cubicBezTo>
                  <a:pt x="196967" y="142546"/>
                  <a:pt x="207407" y="131802"/>
                  <a:pt x="211874" y="138279"/>
                </a:cubicBezTo>
                <a:cubicBezTo>
                  <a:pt x="211731" y="144442"/>
                  <a:pt x="208759" y="148556"/>
                  <a:pt x="206473" y="149195"/>
                </a:cubicBezTo>
                <a:cubicBezTo>
                  <a:pt x="206559" y="140860"/>
                  <a:pt x="202530" y="145870"/>
                  <a:pt x="200311" y="151976"/>
                </a:cubicBezTo>
                <a:close/>
                <a:moveTo>
                  <a:pt x="382829" y="408865"/>
                </a:moveTo>
                <a:cubicBezTo>
                  <a:pt x="382905" y="400512"/>
                  <a:pt x="378905" y="405541"/>
                  <a:pt x="376676" y="411627"/>
                </a:cubicBezTo>
                <a:cubicBezTo>
                  <a:pt x="374018" y="410894"/>
                  <a:pt x="373018" y="409151"/>
                  <a:pt x="372828" y="404893"/>
                </a:cubicBezTo>
                <a:cubicBezTo>
                  <a:pt x="365522" y="412208"/>
                  <a:pt x="358807" y="400131"/>
                  <a:pt x="351492" y="408075"/>
                </a:cubicBezTo>
                <a:cubicBezTo>
                  <a:pt x="348358" y="403903"/>
                  <a:pt x="352206" y="393863"/>
                  <a:pt x="346577" y="402817"/>
                </a:cubicBezTo>
                <a:cubicBezTo>
                  <a:pt x="343214" y="397816"/>
                  <a:pt x="343424" y="384815"/>
                  <a:pt x="348986" y="390072"/>
                </a:cubicBezTo>
                <a:cubicBezTo>
                  <a:pt x="347815" y="392130"/>
                  <a:pt x="346777" y="394206"/>
                  <a:pt x="348786" y="396521"/>
                </a:cubicBezTo>
                <a:cubicBezTo>
                  <a:pt x="350053" y="378252"/>
                  <a:pt x="361693" y="384777"/>
                  <a:pt x="368532" y="380262"/>
                </a:cubicBezTo>
                <a:cubicBezTo>
                  <a:pt x="370122" y="383081"/>
                  <a:pt x="371723" y="385900"/>
                  <a:pt x="373323" y="388739"/>
                </a:cubicBezTo>
                <a:cubicBezTo>
                  <a:pt x="377380" y="388244"/>
                  <a:pt x="381705" y="379042"/>
                  <a:pt x="385543" y="386453"/>
                </a:cubicBezTo>
                <a:cubicBezTo>
                  <a:pt x="383400" y="396511"/>
                  <a:pt x="374066" y="397702"/>
                  <a:pt x="369075" y="394882"/>
                </a:cubicBezTo>
                <a:cubicBezTo>
                  <a:pt x="370018" y="397245"/>
                  <a:pt x="368503" y="397626"/>
                  <a:pt x="366960" y="397940"/>
                </a:cubicBezTo>
                <a:cubicBezTo>
                  <a:pt x="370303" y="398721"/>
                  <a:pt x="373485" y="405808"/>
                  <a:pt x="376857" y="405169"/>
                </a:cubicBezTo>
                <a:cubicBezTo>
                  <a:pt x="382200" y="396330"/>
                  <a:pt x="387448" y="389720"/>
                  <a:pt x="392268" y="398302"/>
                </a:cubicBezTo>
                <a:cubicBezTo>
                  <a:pt x="384115" y="397502"/>
                  <a:pt x="386058" y="404874"/>
                  <a:pt x="382829" y="408865"/>
                </a:cubicBezTo>
                <a:close/>
                <a:moveTo>
                  <a:pt x="246069" y="212164"/>
                </a:moveTo>
                <a:cubicBezTo>
                  <a:pt x="247974" y="209078"/>
                  <a:pt x="243640" y="205478"/>
                  <a:pt x="246374" y="202468"/>
                </a:cubicBezTo>
                <a:cubicBezTo>
                  <a:pt x="248164" y="209840"/>
                  <a:pt x="250536" y="198782"/>
                  <a:pt x="252327" y="206183"/>
                </a:cubicBezTo>
                <a:cubicBezTo>
                  <a:pt x="249117" y="211326"/>
                  <a:pt x="249841" y="216765"/>
                  <a:pt x="245783" y="221861"/>
                </a:cubicBezTo>
                <a:cubicBezTo>
                  <a:pt x="244812" y="220137"/>
                  <a:pt x="243850" y="218461"/>
                  <a:pt x="242888" y="216775"/>
                </a:cubicBezTo>
                <a:cubicBezTo>
                  <a:pt x="243945" y="215231"/>
                  <a:pt x="245021" y="213688"/>
                  <a:pt x="246069" y="212164"/>
                </a:cubicBezTo>
                <a:close/>
                <a:moveTo>
                  <a:pt x="533762" y="705436"/>
                </a:moveTo>
                <a:cubicBezTo>
                  <a:pt x="535134" y="710512"/>
                  <a:pt x="528133" y="716589"/>
                  <a:pt x="526552" y="709722"/>
                </a:cubicBezTo>
                <a:cubicBezTo>
                  <a:pt x="528971" y="707579"/>
                  <a:pt x="531619" y="698149"/>
                  <a:pt x="533762" y="705436"/>
                </a:cubicBezTo>
                <a:close/>
                <a:moveTo>
                  <a:pt x="488518" y="595107"/>
                </a:moveTo>
                <a:cubicBezTo>
                  <a:pt x="485842" y="605956"/>
                  <a:pt x="475393" y="590783"/>
                  <a:pt x="479479" y="592774"/>
                </a:cubicBezTo>
                <a:cubicBezTo>
                  <a:pt x="482460" y="594612"/>
                  <a:pt x="485680" y="588650"/>
                  <a:pt x="488518" y="595107"/>
                </a:cubicBezTo>
                <a:close/>
                <a:moveTo>
                  <a:pt x="236772" y="151547"/>
                </a:moveTo>
                <a:cubicBezTo>
                  <a:pt x="235363" y="153624"/>
                  <a:pt x="233944" y="155662"/>
                  <a:pt x="232553" y="157719"/>
                </a:cubicBezTo>
                <a:cubicBezTo>
                  <a:pt x="231572" y="155472"/>
                  <a:pt x="229648" y="153186"/>
                  <a:pt x="230715" y="151100"/>
                </a:cubicBezTo>
                <a:cubicBezTo>
                  <a:pt x="232696" y="153529"/>
                  <a:pt x="233153" y="143575"/>
                  <a:pt x="236772" y="151547"/>
                </a:cubicBezTo>
                <a:close/>
                <a:moveTo>
                  <a:pt x="274063" y="190057"/>
                </a:moveTo>
                <a:cubicBezTo>
                  <a:pt x="272053" y="192619"/>
                  <a:pt x="272548" y="195353"/>
                  <a:pt x="274834" y="198220"/>
                </a:cubicBezTo>
                <a:cubicBezTo>
                  <a:pt x="273072" y="200772"/>
                  <a:pt x="271320" y="203325"/>
                  <a:pt x="269548" y="205887"/>
                </a:cubicBezTo>
                <a:cubicBezTo>
                  <a:pt x="266548" y="204382"/>
                  <a:pt x="263662" y="199868"/>
                  <a:pt x="260699" y="197115"/>
                </a:cubicBezTo>
                <a:cubicBezTo>
                  <a:pt x="265100" y="196467"/>
                  <a:pt x="269634" y="191943"/>
                  <a:pt x="274063" y="190057"/>
                </a:cubicBezTo>
                <a:close/>
                <a:moveTo>
                  <a:pt x="238896" y="148461"/>
                </a:moveTo>
                <a:cubicBezTo>
                  <a:pt x="241021" y="143794"/>
                  <a:pt x="240325" y="138889"/>
                  <a:pt x="240344" y="134021"/>
                </a:cubicBezTo>
                <a:cubicBezTo>
                  <a:pt x="242278" y="137365"/>
                  <a:pt x="244459" y="131993"/>
                  <a:pt x="246297" y="137726"/>
                </a:cubicBezTo>
                <a:cubicBezTo>
                  <a:pt x="237849" y="148537"/>
                  <a:pt x="253441" y="143832"/>
                  <a:pt x="250908" y="152633"/>
                </a:cubicBezTo>
                <a:cubicBezTo>
                  <a:pt x="246974" y="147575"/>
                  <a:pt x="237344" y="157481"/>
                  <a:pt x="236963" y="145099"/>
                </a:cubicBezTo>
                <a:cubicBezTo>
                  <a:pt x="237620" y="146213"/>
                  <a:pt x="238249" y="147366"/>
                  <a:pt x="238896" y="148461"/>
                </a:cubicBezTo>
                <a:close/>
                <a:moveTo>
                  <a:pt x="291560" y="214050"/>
                </a:moveTo>
                <a:cubicBezTo>
                  <a:pt x="290236" y="202306"/>
                  <a:pt x="284883" y="213041"/>
                  <a:pt x="280597" y="208354"/>
                </a:cubicBezTo>
                <a:cubicBezTo>
                  <a:pt x="283607" y="194000"/>
                  <a:pt x="294780" y="201839"/>
                  <a:pt x="291560" y="214050"/>
                </a:cubicBezTo>
                <a:close/>
                <a:moveTo>
                  <a:pt x="299542" y="217937"/>
                </a:moveTo>
                <a:cubicBezTo>
                  <a:pt x="303200" y="219689"/>
                  <a:pt x="300428" y="228252"/>
                  <a:pt x="303381" y="224718"/>
                </a:cubicBezTo>
                <a:cubicBezTo>
                  <a:pt x="305257" y="221061"/>
                  <a:pt x="302847" y="217098"/>
                  <a:pt x="304733" y="213469"/>
                </a:cubicBezTo>
                <a:cubicBezTo>
                  <a:pt x="306010" y="215727"/>
                  <a:pt x="307296" y="217984"/>
                  <a:pt x="308600" y="220251"/>
                </a:cubicBezTo>
                <a:cubicBezTo>
                  <a:pt x="307019" y="222842"/>
                  <a:pt x="304781" y="225347"/>
                  <a:pt x="307324" y="228252"/>
                </a:cubicBezTo>
                <a:cubicBezTo>
                  <a:pt x="304857" y="232281"/>
                  <a:pt x="302381" y="235996"/>
                  <a:pt x="300123" y="232519"/>
                </a:cubicBezTo>
                <a:cubicBezTo>
                  <a:pt x="301314" y="230462"/>
                  <a:pt x="302343" y="228385"/>
                  <a:pt x="300323" y="226071"/>
                </a:cubicBezTo>
                <a:cubicBezTo>
                  <a:pt x="296532" y="229033"/>
                  <a:pt x="298923" y="232424"/>
                  <a:pt x="295980" y="235443"/>
                </a:cubicBezTo>
                <a:cubicBezTo>
                  <a:pt x="291494" y="229186"/>
                  <a:pt x="298380" y="223766"/>
                  <a:pt x="299542" y="217937"/>
                </a:cubicBezTo>
                <a:close/>
                <a:moveTo>
                  <a:pt x="326546" y="262114"/>
                </a:moveTo>
                <a:cubicBezTo>
                  <a:pt x="321983" y="268476"/>
                  <a:pt x="317611" y="267790"/>
                  <a:pt x="313468" y="259475"/>
                </a:cubicBezTo>
                <a:cubicBezTo>
                  <a:pt x="317992" y="254913"/>
                  <a:pt x="322297" y="257199"/>
                  <a:pt x="326546" y="262114"/>
                </a:cubicBezTo>
                <a:close/>
                <a:moveTo>
                  <a:pt x="254098" y="148052"/>
                </a:moveTo>
                <a:cubicBezTo>
                  <a:pt x="259261" y="144527"/>
                  <a:pt x="264014" y="155024"/>
                  <a:pt x="269205" y="150833"/>
                </a:cubicBezTo>
                <a:cubicBezTo>
                  <a:pt x="264795" y="157462"/>
                  <a:pt x="262004" y="155643"/>
                  <a:pt x="255918" y="154672"/>
                </a:cubicBezTo>
                <a:cubicBezTo>
                  <a:pt x="256984" y="152576"/>
                  <a:pt x="255537" y="150328"/>
                  <a:pt x="254098" y="148052"/>
                </a:cubicBezTo>
                <a:close/>
                <a:moveTo>
                  <a:pt x="408622" y="393101"/>
                </a:moveTo>
                <a:cubicBezTo>
                  <a:pt x="407194" y="395111"/>
                  <a:pt x="405784" y="397188"/>
                  <a:pt x="404365" y="399226"/>
                </a:cubicBezTo>
                <a:cubicBezTo>
                  <a:pt x="401898" y="392215"/>
                  <a:pt x="399202" y="391996"/>
                  <a:pt x="396288" y="398588"/>
                </a:cubicBezTo>
                <a:cubicBezTo>
                  <a:pt x="395345" y="396911"/>
                  <a:pt x="394383" y="395216"/>
                  <a:pt x="393411" y="393549"/>
                </a:cubicBezTo>
                <a:cubicBezTo>
                  <a:pt x="398640" y="388186"/>
                  <a:pt x="403584" y="391987"/>
                  <a:pt x="408622" y="393101"/>
                </a:cubicBezTo>
                <a:close/>
                <a:moveTo>
                  <a:pt x="275920" y="162672"/>
                </a:moveTo>
                <a:cubicBezTo>
                  <a:pt x="272986" y="158901"/>
                  <a:pt x="269843" y="162177"/>
                  <a:pt x="266957" y="157158"/>
                </a:cubicBezTo>
                <a:cubicBezTo>
                  <a:pt x="269586" y="151519"/>
                  <a:pt x="277044" y="155557"/>
                  <a:pt x="275920" y="162672"/>
                </a:cubicBezTo>
                <a:close/>
                <a:moveTo>
                  <a:pt x="538715" y="608700"/>
                </a:moveTo>
                <a:cubicBezTo>
                  <a:pt x="533200" y="612767"/>
                  <a:pt x="528037" y="605071"/>
                  <a:pt x="522551" y="607461"/>
                </a:cubicBezTo>
                <a:cubicBezTo>
                  <a:pt x="524713" y="596993"/>
                  <a:pt x="533781" y="604661"/>
                  <a:pt x="538715" y="608700"/>
                </a:cubicBezTo>
                <a:close/>
                <a:moveTo>
                  <a:pt x="255070" y="115762"/>
                </a:moveTo>
                <a:cubicBezTo>
                  <a:pt x="254537" y="111952"/>
                  <a:pt x="257099" y="108361"/>
                  <a:pt x="258432" y="104694"/>
                </a:cubicBezTo>
                <a:cubicBezTo>
                  <a:pt x="261195" y="103494"/>
                  <a:pt x="263871" y="103713"/>
                  <a:pt x="266519" y="105303"/>
                </a:cubicBezTo>
                <a:cubicBezTo>
                  <a:pt x="267481" y="110247"/>
                  <a:pt x="265767" y="114981"/>
                  <a:pt x="265081" y="119781"/>
                </a:cubicBezTo>
                <a:cubicBezTo>
                  <a:pt x="270129" y="108580"/>
                  <a:pt x="274739" y="112514"/>
                  <a:pt x="279511" y="111190"/>
                </a:cubicBezTo>
                <a:cubicBezTo>
                  <a:pt x="283483" y="122867"/>
                  <a:pt x="287512" y="121353"/>
                  <a:pt x="294218" y="126887"/>
                </a:cubicBezTo>
                <a:cubicBezTo>
                  <a:pt x="290932" y="135079"/>
                  <a:pt x="280254" y="127754"/>
                  <a:pt x="274015" y="125315"/>
                </a:cubicBezTo>
                <a:cubicBezTo>
                  <a:pt x="275730" y="128154"/>
                  <a:pt x="275653" y="130849"/>
                  <a:pt x="274787" y="133469"/>
                </a:cubicBezTo>
                <a:cubicBezTo>
                  <a:pt x="268738" y="133040"/>
                  <a:pt x="267071" y="130107"/>
                  <a:pt x="269967" y="125001"/>
                </a:cubicBezTo>
                <a:cubicBezTo>
                  <a:pt x="265262" y="126544"/>
                  <a:pt x="250669" y="131202"/>
                  <a:pt x="246993" y="115114"/>
                </a:cubicBezTo>
                <a:cubicBezTo>
                  <a:pt x="251812" y="119981"/>
                  <a:pt x="250669" y="113895"/>
                  <a:pt x="255070" y="115762"/>
                </a:cubicBezTo>
                <a:close/>
                <a:moveTo>
                  <a:pt x="306295" y="195819"/>
                </a:moveTo>
                <a:cubicBezTo>
                  <a:pt x="304505" y="203849"/>
                  <a:pt x="302581" y="208221"/>
                  <a:pt x="296961" y="203173"/>
                </a:cubicBezTo>
                <a:cubicBezTo>
                  <a:pt x="303724" y="203963"/>
                  <a:pt x="299561" y="193991"/>
                  <a:pt x="306295" y="195819"/>
                </a:cubicBezTo>
                <a:close/>
                <a:moveTo>
                  <a:pt x="268615" y="136241"/>
                </a:moveTo>
                <a:cubicBezTo>
                  <a:pt x="270910" y="138774"/>
                  <a:pt x="273320" y="137174"/>
                  <a:pt x="275549" y="141632"/>
                </a:cubicBezTo>
                <a:cubicBezTo>
                  <a:pt x="272529" y="147204"/>
                  <a:pt x="265405" y="143175"/>
                  <a:pt x="268615" y="136241"/>
                </a:cubicBezTo>
                <a:close/>
                <a:moveTo>
                  <a:pt x="422748" y="394178"/>
                </a:moveTo>
                <a:cubicBezTo>
                  <a:pt x="424405" y="395683"/>
                  <a:pt x="426072" y="395663"/>
                  <a:pt x="427853" y="392968"/>
                </a:cubicBezTo>
                <a:cubicBezTo>
                  <a:pt x="429444" y="395778"/>
                  <a:pt x="431054" y="398626"/>
                  <a:pt x="432645" y="401398"/>
                </a:cubicBezTo>
                <a:cubicBezTo>
                  <a:pt x="439674" y="394178"/>
                  <a:pt x="441198" y="401160"/>
                  <a:pt x="448989" y="396216"/>
                </a:cubicBezTo>
                <a:cubicBezTo>
                  <a:pt x="446884" y="399293"/>
                  <a:pt x="450266" y="402779"/>
                  <a:pt x="446684" y="405731"/>
                </a:cubicBezTo>
                <a:cubicBezTo>
                  <a:pt x="442836" y="399188"/>
                  <a:pt x="438674" y="402388"/>
                  <a:pt x="434569" y="404798"/>
                </a:cubicBezTo>
                <a:cubicBezTo>
                  <a:pt x="436007" y="410294"/>
                  <a:pt x="436254" y="415742"/>
                  <a:pt x="432044" y="420800"/>
                </a:cubicBezTo>
                <a:cubicBezTo>
                  <a:pt x="429101" y="418219"/>
                  <a:pt x="426091" y="417419"/>
                  <a:pt x="423205" y="412018"/>
                </a:cubicBezTo>
                <a:cubicBezTo>
                  <a:pt x="426396" y="406855"/>
                  <a:pt x="429301" y="411389"/>
                  <a:pt x="432540" y="404636"/>
                </a:cubicBezTo>
                <a:cubicBezTo>
                  <a:pt x="431035" y="398007"/>
                  <a:pt x="423243" y="400940"/>
                  <a:pt x="422748" y="394178"/>
                </a:cubicBezTo>
                <a:close/>
                <a:moveTo>
                  <a:pt x="425529" y="402493"/>
                </a:moveTo>
                <a:cubicBezTo>
                  <a:pt x="422005" y="407160"/>
                  <a:pt x="418700" y="405398"/>
                  <a:pt x="415538" y="398454"/>
                </a:cubicBezTo>
                <a:cubicBezTo>
                  <a:pt x="419014" y="394921"/>
                  <a:pt x="422215" y="400502"/>
                  <a:pt x="425529" y="402493"/>
                </a:cubicBezTo>
                <a:close/>
                <a:moveTo>
                  <a:pt x="294475" y="151185"/>
                </a:moveTo>
                <a:cubicBezTo>
                  <a:pt x="298894" y="154767"/>
                  <a:pt x="291789" y="157443"/>
                  <a:pt x="296199" y="161015"/>
                </a:cubicBezTo>
                <a:cubicBezTo>
                  <a:pt x="293399" y="164740"/>
                  <a:pt x="290693" y="164511"/>
                  <a:pt x="288122" y="160406"/>
                </a:cubicBezTo>
                <a:cubicBezTo>
                  <a:pt x="288179" y="156138"/>
                  <a:pt x="291817" y="150823"/>
                  <a:pt x="294475" y="151185"/>
                </a:cubicBezTo>
                <a:close/>
                <a:moveTo>
                  <a:pt x="580816" y="655677"/>
                </a:moveTo>
                <a:cubicBezTo>
                  <a:pt x="577996" y="659401"/>
                  <a:pt x="575186" y="663240"/>
                  <a:pt x="572643" y="658268"/>
                </a:cubicBezTo>
                <a:cubicBezTo>
                  <a:pt x="575510" y="652639"/>
                  <a:pt x="578177" y="654105"/>
                  <a:pt x="580816" y="655677"/>
                </a:cubicBezTo>
                <a:close/>
                <a:moveTo>
                  <a:pt x="288817" y="137793"/>
                </a:moveTo>
                <a:cubicBezTo>
                  <a:pt x="290865" y="140641"/>
                  <a:pt x="289750" y="143242"/>
                  <a:pt x="291589" y="146099"/>
                </a:cubicBezTo>
                <a:cubicBezTo>
                  <a:pt x="289112" y="150661"/>
                  <a:pt x="286798" y="148795"/>
                  <a:pt x="284588" y="143927"/>
                </a:cubicBezTo>
                <a:cubicBezTo>
                  <a:pt x="285988" y="141908"/>
                  <a:pt x="287398" y="139851"/>
                  <a:pt x="288817" y="137793"/>
                </a:cubicBezTo>
                <a:close/>
                <a:moveTo>
                  <a:pt x="375018" y="265876"/>
                </a:moveTo>
                <a:cubicBezTo>
                  <a:pt x="376771" y="268686"/>
                  <a:pt x="377761" y="271486"/>
                  <a:pt x="377809" y="274163"/>
                </a:cubicBezTo>
                <a:cubicBezTo>
                  <a:pt x="373361" y="275582"/>
                  <a:pt x="368875" y="279439"/>
                  <a:pt x="364731" y="271553"/>
                </a:cubicBezTo>
                <a:cubicBezTo>
                  <a:pt x="368313" y="264371"/>
                  <a:pt x="371399" y="273553"/>
                  <a:pt x="375018" y="265876"/>
                </a:cubicBezTo>
                <a:close/>
                <a:moveTo>
                  <a:pt x="305552" y="153643"/>
                </a:moveTo>
                <a:cubicBezTo>
                  <a:pt x="310744" y="160253"/>
                  <a:pt x="316401" y="151852"/>
                  <a:pt x="321612" y="158158"/>
                </a:cubicBezTo>
                <a:cubicBezTo>
                  <a:pt x="316259" y="156300"/>
                  <a:pt x="310505" y="167778"/>
                  <a:pt x="305352" y="160139"/>
                </a:cubicBezTo>
                <a:cubicBezTo>
                  <a:pt x="306734" y="158081"/>
                  <a:pt x="304619" y="155757"/>
                  <a:pt x="305552" y="153643"/>
                </a:cubicBezTo>
                <a:close/>
                <a:moveTo>
                  <a:pt x="328708" y="191076"/>
                </a:moveTo>
                <a:cubicBezTo>
                  <a:pt x="330127" y="189019"/>
                  <a:pt x="331527" y="186971"/>
                  <a:pt x="332946" y="184923"/>
                </a:cubicBezTo>
                <a:cubicBezTo>
                  <a:pt x="334061" y="188790"/>
                  <a:pt x="336394" y="192724"/>
                  <a:pt x="335623" y="196477"/>
                </a:cubicBezTo>
                <a:cubicBezTo>
                  <a:pt x="333451" y="190095"/>
                  <a:pt x="330870" y="197420"/>
                  <a:pt x="328708" y="191076"/>
                </a:cubicBezTo>
                <a:close/>
                <a:moveTo>
                  <a:pt x="301038" y="135526"/>
                </a:moveTo>
                <a:cubicBezTo>
                  <a:pt x="302476" y="131307"/>
                  <a:pt x="294656" y="126382"/>
                  <a:pt x="299409" y="122439"/>
                </a:cubicBezTo>
                <a:cubicBezTo>
                  <a:pt x="304448" y="122677"/>
                  <a:pt x="299218" y="129278"/>
                  <a:pt x="304114" y="134145"/>
                </a:cubicBezTo>
                <a:cubicBezTo>
                  <a:pt x="302343" y="136698"/>
                  <a:pt x="300599" y="139260"/>
                  <a:pt x="298818" y="141813"/>
                </a:cubicBezTo>
                <a:cubicBezTo>
                  <a:pt x="297751" y="137898"/>
                  <a:pt x="291732" y="139279"/>
                  <a:pt x="294027" y="133355"/>
                </a:cubicBezTo>
                <a:cubicBezTo>
                  <a:pt x="296427" y="131783"/>
                  <a:pt x="298666" y="135926"/>
                  <a:pt x="301038" y="135526"/>
                </a:cubicBezTo>
                <a:close/>
                <a:moveTo>
                  <a:pt x="459867" y="405141"/>
                </a:moveTo>
                <a:cubicBezTo>
                  <a:pt x="455609" y="401160"/>
                  <a:pt x="455867" y="411570"/>
                  <a:pt x="450723" y="406074"/>
                </a:cubicBezTo>
                <a:cubicBezTo>
                  <a:pt x="453371" y="399607"/>
                  <a:pt x="461058" y="396311"/>
                  <a:pt x="459867" y="405141"/>
                </a:cubicBezTo>
                <a:close/>
                <a:moveTo>
                  <a:pt x="355816" y="198020"/>
                </a:moveTo>
                <a:cubicBezTo>
                  <a:pt x="352082" y="198734"/>
                  <a:pt x="348291" y="201430"/>
                  <a:pt x="344672" y="198782"/>
                </a:cubicBezTo>
                <a:cubicBezTo>
                  <a:pt x="348596" y="191267"/>
                  <a:pt x="352168" y="196220"/>
                  <a:pt x="355816" y="198020"/>
                </a:cubicBezTo>
                <a:close/>
                <a:moveTo>
                  <a:pt x="624002" y="667116"/>
                </a:moveTo>
                <a:cubicBezTo>
                  <a:pt x="621573" y="669345"/>
                  <a:pt x="619106" y="673117"/>
                  <a:pt x="616896" y="668193"/>
                </a:cubicBezTo>
                <a:cubicBezTo>
                  <a:pt x="616982" y="661973"/>
                  <a:pt x="621440" y="659801"/>
                  <a:pt x="624002" y="667116"/>
                </a:cubicBezTo>
                <a:close/>
                <a:moveTo>
                  <a:pt x="385143" y="232662"/>
                </a:moveTo>
                <a:cubicBezTo>
                  <a:pt x="381505" y="230205"/>
                  <a:pt x="377704" y="233100"/>
                  <a:pt x="374171" y="226957"/>
                </a:cubicBezTo>
                <a:cubicBezTo>
                  <a:pt x="377466" y="220975"/>
                  <a:pt x="385553" y="227319"/>
                  <a:pt x="385143" y="232662"/>
                </a:cubicBezTo>
                <a:close/>
                <a:moveTo>
                  <a:pt x="482098" y="406855"/>
                </a:moveTo>
                <a:cubicBezTo>
                  <a:pt x="486832" y="405998"/>
                  <a:pt x="491461" y="409294"/>
                  <a:pt x="496119" y="411199"/>
                </a:cubicBezTo>
                <a:cubicBezTo>
                  <a:pt x="491680" y="417752"/>
                  <a:pt x="479584" y="418914"/>
                  <a:pt x="482098" y="406855"/>
                </a:cubicBezTo>
                <a:close/>
                <a:moveTo>
                  <a:pt x="341643" y="98207"/>
                </a:moveTo>
                <a:cubicBezTo>
                  <a:pt x="337414" y="103808"/>
                  <a:pt x="342043" y="100122"/>
                  <a:pt x="343471" y="104808"/>
                </a:cubicBezTo>
                <a:cubicBezTo>
                  <a:pt x="340909" y="111228"/>
                  <a:pt x="338852" y="101360"/>
                  <a:pt x="336347" y="105875"/>
                </a:cubicBezTo>
                <a:cubicBezTo>
                  <a:pt x="339452" y="115047"/>
                  <a:pt x="342919" y="111723"/>
                  <a:pt x="346158" y="116362"/>
                </a:cubicBezTo>
                <a:cubicBezTo>
                  <a:pt x="346939" y="119315"/>
                  <a:pt x="350377" y="130449"/>
                  <a:pt x="344805" y="127602"/>
                </a:cubicBezTo>
                <a:cubicBezTo>
                  <a:pt x="347081" y="121639"/>
                  <a:pt x="341004" y="125296"/>
                  <a:pt x="339985" y="119124"/>
                </a:cubicBezTo>
                <a:cubicBezTo>
                  <a:pt x="335661" y="128497"/>
                  <a:pt x="331956" y="116933"/>
                  <a:pt x="327765" y="121391"/>
                </a:cubicBezTo>
                <a:cubicBezTo>
                  <a:pt x="324974" y="113323"/>
                  <a:pt x="322993" y="111285"/>
                  <a:pt x="317964" y="110923"/>
                </a:cubicBezTo>
                <a:cubicBezTo>
                  <a:pt x="316240" y="113485"/>
                  <a:pt x="320030" y="116486"/>
                  <a:pt x="318735" y="119048"/>
                </a:cubicBezTo>
                <a:cubicBezTo>
                  <a:pt x="310029" y="109533"/>
                  <a:pt x="315316" y="103179"/>
                  <a:pt x="319621" y="90025"/>
                </a:cubicBezTo>
                <a:cubicBezTo>
                  <a:pt x="321821" y="92892"/>
                  <a:pt x="320088" y="95436"/>
                  <a:pt x="320392" y="98179"/>
                </a:cubicBezTo>
                <a:cubicBezTo>
                  <a:pt x="322155" y="95655"/>
                  <a:pt x="323650" y="101970"/>
                  <a:pt x="325383" y="100179"/>
                </a:cubicBezTo>
                <a:cubicBezTo>
                  <a:pt x="323631" y="97350"/>
                  <a:pt x="322631" y="94578"/>
                  <a:pt x="322602" y="91873"/>
                </a:cubicBezTo>
                <a:cubicBezTo>
                  <a:pt x="326422" y="86977"/>
                  <a:pt x="328955" y="92835"/>
                  <a:pt x="327889" y="84196"/>
                </a:cubicBezTo>
                <a:cubicBezTo>
                  <a:pt x="330260" y="84472"/>
                  <a:pt x="332661" y="82853"/>
                  <a:pt x="334823" y="89540"/>
                </a:cubicBezTo>
                <a:cubicBezTo>
                  <a:pt x="333365" y="92911"/>
                  <a:pt x="330679" y="90968"/>
                  <a:pt x="331632" y="94169"/>
                </a:cubicBezTo>
                <a:cubicBezTo>
                  <a:pt x="335023" y="94264"/>
                  <a:pt x="338338" y="96007"/>
                  <a:pt x="341643" y="98207"/>
                </a:cubicBezTo>
                <a:close/>
                <a:moveTo>
                  <a:pt x="370275" y="155443"/>
                </a:moveTo>
                <a:cubicBezTo>
                  <a:pt x="370361" y="149566"/>
                  <a:pt x="373790" y="151690"/>
                  <a:pt x="376533" y="149471"/>
                </a:cubicBezTo>
                <a:cubicBezTo>
                  <a:pt x="378047" y="159205"/>
                  <a:pt x="383953" y="152881"/>
                  <a:pt x="388449" y="156872"/>
                </a:cubicBezTo>
                <a:cubicBezTo>
                  <a:pt x="383562" y="166140"/>
                  <a:pt x="392811" y="157243"/>
                  <a:pt x="394221" y="167006"/>
                </a:cubicBezTo>
                <a:cubicBezTo>
                  <a:pt x="389734" y="170216"/>
                  <a:pt x="385591" y="162692"/>
                  <a:pt x="381143" y="164368"/>
                </a:cubicBezTo>
                <a:cubicBezTo>
                  <a:pt x="373018" y="173226"/>
                  <a:pt x="374675" y="191952"/>
                  <a:pt x="366322" y="185894"/>
                </a:cubicBezTo>
                <a:cubicBezTo>
                  <a:pt x="372304" y="180551"/>
                  <a:pt x="379733" y="161672"/>
                  <a:pt x="370275" y="155443"/>
                </a:cubicBezTo>
                <a:close/>
                <a:moveTo>
                  <a:pt x="658644" y="660097"/>
                </a:moveTo>
                <a:cubicBezTo>
                  <a:pt x="659387" y="663907"/>
                  <a:pt x="653234" y="667231"/>
                  <a:pt x="657282" y="671327"/>
                </a:cubicBezTo>
                <a:cubicBezTo>
                  <a:pt x="662883" y="666878"/>
                  <a:pt x="660368" y="661840"/>
                  <a:pt x="662759" y="657182"/>
                </a:cubicBezTo>
                <a:cubicBezTo>
                  <a:pt x="664340" y="660716"/>
                  <a:pt x="666083" y="659192"/>
                  <a:pt x="667674" y="662421"/>
                </a:cubicBezTo>
                <a:cubicBezTo>
                  <a:pt x="664274" y="674403"/>
                  <a:pt x="660178" y="676861"/>
                  <a:pt x="656806" y="687462"/>
                </a:cubicBezTo>
                <a:cubicBezTo>
                  <a:pt x="649872" y="674460"/>
                  <a:pt x="648548" y="675432"/>
                  <a:pt x="641118" y="670060"/>
                </a:cubicBezTo>
                <a:cubicBezTo>
                  <a:pt x="645566" y="664583"/>
                  <a:pt x="651615" y="658144"/>
                  <a:pt x="658644" y="660097"/>
                </a:cubicBezTo>
                <a:close/>
                <a:moveTo>
                  <a:pt x="506320" y="408760"/>
                </a:moveTo>
                <a:cubicBezTo>
                  <a:pt x="504530" y="415256"/>
                  <a:pt x="501082" y="416771"/>
                  <a:pt x="497081" y="412894"/>
                </a:cubicBezTo>
                <a:cubicBezTo>
                  <a:pt x="500224" y="409923"/>
                  <a:pt x="503272" y="409808"/>
                  <a:pt x="506320" y="408760"/>
                </a:cubicBezTo>
                <a:close/>
                <a:moveTo>
                  <a:pt x="318954" y="78643"/>
                </a:moveTo>
                <a:cubicBezTo>
                  <a:pt x="317059" y="81720"/>
                  <a:pt x="321402" y="85301"/>
                  <a:pt x="318659" y="88339"/>
                </a:cubicBezTo>
                <a:cubicBezTo>
                  <a:pt x="313811" y="89987"/>
                  <a:pt x="314239" y="75652"/>
                  <a:pt x="318954" y="78643"/>
                </a:cubicBezTo>
                <a:close/>
                <a:moveTo>
                  <a:pt x="388811" y="177903"/>
                </a:moveTo>
                <a:cubicBezTo>
                  <a:pt x="386001" y="182027"/>
                  <a:pt x="383172" y="186113"/>
                  <a:pt x="380343" y="190219"/>
                </a:cubicBezTo>
                <a:cubicBezTo>
                  <a:pt x="379066" y="188114"/>
                  <a:pt x="377666" y="189838"/>
                  <a:pt x="376399" y="186666"/>
                </a:cubicBezTo>
                <a:cubicBezTo>
                  <a:pt x="375647" y="179427"/>
                  <a:pt x="384200" y="173102"/>
                  <a:pt x="388811" y="177903"/>
                </a:cubicBezTo>
                <a:close/>
                <a:moveTo>
                  <a:pt x="514302" y="412590"/>
                </a:moveTo>
                <a:cubicBezTo>
                  <a:pt x="516836" y="416657"/>
                  <a:pt x="519341" y="414980"/>
                  <a:pt x="517084" y="420924"/>
                </a:cubicBezTo>
                <a:cubicBezTo>
                  <a:pt x="515160" y="417571"/>
                  <a:pt x="512988" y="422981"/>
                  <a:pt x="511131" y="417219"/>
                </a:cubicBezTo>
                <a:cubicBezTo>
                  <a:pt x="512188" y="415685"/>
                  <a:pt x="513236" y="414152"/>
                  <a:pt x="514302" y="412590"/>
                </a:cubicBezTo>
                <a:close/>
                <a:moveTo>
                  <a:pt x="448599" y="276420"/>
                </a:moveTo>
                <a:cubicBezTo>
                  <a:pt x="453866" y="284421"/>
                  <a:pt x="444303" y="288565"/>
                  <a:pt x="441284" y="283964"/>
                </a:cubicBezTo>
                <a:cubicBezTo>
                  <a:pt x="443808" y="278020"/>
                  <a:pt x="446046" y="282364"/>
                  <a:pt x="448599" y="276420"/>
                </a:cubicBezTo>
                <a:close/>
                <a:moveTo>
                  <a:pt x="349339" y="111752"/>
                </a:moveTo>
                <a:cubicBezTo>
                  <a:pt x="351349" y="111752"/>
                  <a:pt x="355263" y="119058"/>
                  <a:pt x="352015" y="123277"/>
                </a:cubicBezTo>
                <a:cubicBezTo>
                  <a:pt x="349491" y="119315"/>
                  <a:pt x="347158" y="115352"/>
                  <a:pt x="349339" y="111752"/>
                </a:cubicBezTo>
                <a:close/>
                <a:moveTo>
                  <a:pt x="520656" y="403407"/>
                </a:moveTo>
                <a:cubicBezTo>
                  <a:pt x="520065" y="404426"/>
                  <a:pt x="519551" y="405474"/>
                  <a:pt x="520551" y="406646"/>
                </a:cubicBezTo>
                <a:cubicBezTo>
                  <a:pt x="522332" y="403884"/>
                  <a:pt x="524008" y="404017"/>
                  <a:pt x="525656" y="405398"/>
                </a:cubicBezTo>
                <a:cubicBezTo>
                  <a:pt x="522141" y="410275"/>
                  <a:pt x="518722" y="411523"/>
                  <a:pt x="515464" y="407836"/>
                </a:cubicBezTo>
                <a:cubicBezTo>
                  <a:pt x="517217" y="405827"/>
                  <a:pt x="519027" y="401588"/>
                  <a:pt x="520656" y="403407"/>
                </a:cubicBezTo>
                <a:close/>
                <a:moveTo>
                  <a:pt x="518570" y="372508"/>
                </a:moveTo>
                <a:cubicBezTo>
                  <a:pt x="515369" y="366631"/>
                  <a:pt x="511654" y="377795"/>
                  <a:pt x="508464" y="371708"/>
                </a:cubicBezTo>
                <a:cubicBezTo>
                  <a:pt x="511397" y="366422"/>
                  <a:pt x="519398" y="364269"/>
                  <a:pt x="518570" y="372508"/>
                </a:cubicBezTo>
                <a:close/>
                <a:moveTo>
                  <a:pt x="319002" y="10663"/>
                </a:moveTo>
                <a:cubicBezTo>
                  <a:pt x="316954" y="17531"/>
                  <a:pt x="323059" y="14064"/>
                  <a:pt x="322088" y="9301"/>
                </a:cubicBezTo>
                <a:cubicBezTo>
                  <a:pt x="324660" y="13263"/>
                  <a:pt x="323450" y="16959"/>
                  <a:pt x="322736" y="20674"/>
                </a:cubicBezTo>
                <a:cubicBezTo>
                  <a:pt x="318230" y="18626"/>
                  <a:pt x="319068" y="23226"/>
                  <a:pt x="312649" y="19893"/>
                </a:cubicBezTo>
                <a:cubicBezTo>
                  <a:pt x="314182" y="14902"/>
                  <a:pt x="316116" y="11015"/>
                  <a:pt x="319002" y="10663"/>
                </a:cubicBezTo>
                <a:close/>
                <a:moveTo>
                  <a:pt x="727015" y="675108"/>
                </a:moveTo>
                <a:cubicBezTo>
                  <a:pt x="724157" y="680718"/>
                  <a:pt x="721604" y="675184"/>
                  <a:pt x="718937" y="674508"/>
                </a:cubicBezTo>
                <a:cubicBezTo>
                  <a:pt x="721804" y="668907"/>
                  <a:pt x="724491" y="669098"/>
                  <a:pt x="727015" y="675108"/>
                </a:cubicBezTo>
                <a:close/>
                <a:moveTo>
                  <a:pt x="511102" y="284516"/>
                </a:moveTo>
                <a:cubicBezTo>
                  <a:pt x="508597" y="289079"/>
                  <a:pt x="506292" y="287212"/>
                  <a:pt x="504082" y="282364"/>
                </a:cubicBezTo>
                <a:cubicBezTo>
                  <a:pt x="506587" y="277782"/>
                  <a:pt x="508892" y="279678"/>
                  <a:pt x="511102" y="284516"/>
                </a:cubicBezTo>
                <a:close/>
                <a:moveTo>
                  <a:pt x="596741" y="431963"/>
                </a:moveTo>
                <a:cubicBezTo>
                  <a:pt x="601256" y="437278"/>
                  <a:pt x="595351" y="445822"/>
                  <a:pt x="592484" y="438116"/>
                </a:cubicBezTo>
                <a:cubicBezTo>
                  <a:pt x="595455" y="434059"/>
                  <a:pt x="593017" y="432182"/>
                  <a:pt x="596741" y="431963"/>
                </a:cubicBezTo>
                <a:close/>
                <a:moveTo>
                  <a:pt x="528037" y="293918"/>
                </a:moveTo>
                <a:cubicBezTo>
                  <a:pt x="532648" y="287507"/>
                  <a:pt x="542258" y="290565"/>
                  <a:pt x="543020" y="299956"/>
                </a:cubicBezTo>
                <a:cubicBezTo>
                  <a:pt x="538934" y="290489"/>
                  <a:pt x="534248" y="300671"/>
                  <a:pt x="529857" y="300537"/>
                </a:cubicBezTo>
                <a:cubicBezTo>
                  <a:pt x="531714" y="296118"/>
                  <a:pt x="527085" y="299747"/>
                  <a:pt x="528037" y="293918"/>
                </a:cubicBezTo>
                <a:close/>
                <a:moveTo>
                  <a:pt x="778259" y="687195"/>
                </a:moveTo>
                <a:cubicBezTo>
                  <a:pt x="773811" y="688938"/>
                  <a:pt x="769372" y="690891"/>
                  <a:pt x="765181" y="684566"/>
                </a:cubicBezTo>
                <a:cubicBezTo>
                  <a:pt x="769487" y="680699"/>
                  <a:pt x="777535" y="678251"/>
                  <a:pt x="778259" y="687195"/>
                </a:cubicBezTo>
                <a:close/>
                <a:moveTo>
                  <a:pt x="408041" y="45105"/>
                </a:moveTo>
                <a:cubicBezTo>
                  <a:pt x="406003" y="42429"/>
                  <a:pt x="398850" y="41143"/>
                  <a:pt x="400260" y="34771"/>
                </a:cubicBezTo>
                <a:cubicBezTo>
                  <a:pt x="402460" y="32209"/>
                  <a:pt x="409442" y="39495"/>
                  <a:pt x="408041" y="45105"/>
                </a:cubicBezTo>
                <a:close/>
                <a:moveTo>
                  <a:pt x="490128" y="142060"/>
                </a:moveTo>
                <a:cubicBezTo>
                  <a:pt x="493252" y="150471"/>
                  <a:pt x="496729" y="147080"/>
                  <a:pt x="499929" y="152547"/>
                </a:cubicBezTo>
                <a:cubicBezTo>
                  <a:pt x="496062" y="158186"/>
                  <a:pt x="492633" y="148709"/>
                  <a:pt x="488585" y="159777"/>
                </a:cubicBezTo>
                <a:cubicBezTo>
                  <a:pt x="486680" y="155062"/>
                  <a:pt x="484556" y="158901"/>
                  <a:pt x="482727" y="152833"/>
                </a:cubicBezTo>
                <a:cubicBezTo>
                  <a:pt x="487470" y="147633"/>
                  <a:pt x="486451" y="149157"/>
                  <a:pt x="490128" y="142060"/>
                </a:cubicBezTo>
                <a:close/>
                <a:moveTo>
                  <a:pt x="629745" y="377852"/>
                </a:moveTo>
                <a:cubicBezTo>
                  <a:pt x="633479" y="383005"/>
                  <a:pt x="634898" y="387967"/>
                  <a:pt x="630317" y="392501"/>
                </a:cubicBezTo>
                <a:cubicBezTo>
                  <a:pt x="627221" y="391006"/>
                  <a:pt x="626431" y="382481"/>
                  <a:pt x="621459" y="383700"/>
                </a:cubicBezTo>
                <a:cubicBezTo>
                  <a:pt x="624392" y="376166"/>
                  <a:pt x="626888" y="383538"/>
                  <a:pt x="629745" y="377852"/>
                </a:cubicBezTo>
                <a:close/>
                <a:moveTo>
                  <a:pt x="480374" y="63651"/>
                </a:moveTo>
                <a:cubicBezTo>
                  <a:pt x="476488" y="68975"/>
                  <a:pt x="472640" y="73414"/>
                  <a:pt x="469001" y="70851"/>
                </a:cubicBezTo>
                <a:cubicBezTo>
                  <a:pt x="472878" y="65603"/>
                  <a:pt x="476850" y="57250"/>
                  <a:pt x="480374" y="63651"/>
                </a:cubicBezTo>
                <a:close/>
                <a:moveTo>
                  <a:pt x="562699" y="218937"/>
                </a:moveTo>
                <a:cubicBezTo>
                  <a:pt x="560194" y="223499"/>
                  <a:pt x="557889" y="221632"/>
                  <a:pt x="555679" y="216765"/>
                </a:cubicBezTo>
                <a:cubicBezTo>
                  <a:pt x="558184" y="212212"/>
                  <a:pt x="560489" y="214089"/>
                  <a:pt x="562699" y="218937"/>
                </a:cubicBezTo>
                <a:close/>
                <a:moveTo>
                  <a:pt x="534267" y="155215"/>
                </a:moveTo>
                <a:cubicBezTo>
                  <a:pt x="530409" y="159948"/>
                  <a:pt x="526628" y="162615"/>
                  <a:pt x="523103" y="155986"/>
                </a:cubicBezTo>
                <a:cubicBezTo>
                  <a:pt x="526961" y="151500"/>
                  <a:pt x="530571" y="154386"/>
                  <a:pt x="534267" y="155215"/>
                </a:cubicBezTo>
                <a:close/>
                <a:moveTo>
                  <a:pt x="559641" y="186352"/>
                </a:moveTo>
                <a:cubicBezTo>
                  <a:pt x="564832" y="193181"/>
                  <a:pt x="570490" y="184656"/>
                  <a:pt x="575805" y="187599"/>
                </a:cubicBezTo>
                <a:cubicBezTo>
                  <a:pt x="572138" y="199039"/>
                  <a:pt x="565956" y="193819"/>
                  <a:pt x="558384" y="194305"/>
                </a:cubicBezTo>
                <a:cubicBezTo>
                  <a:pt x="557270" y="196610"/>
                  <a:pt x="557717" y="200096"/>
                  <a:pt x="555307" y="195696"/>
                </a:cubicBezTo>
                <a:cubicBezTo>
                  <a:pt x="555727" y="192486"/>
                  <a:pt x="556870" y="189333"/>
                  <a:pt x="559641" y="186352"/>
                </a:cubicBezTo>
                <a:close/>
                <a:moveTo>
                  <a:pt x="642956" y="309339"/>
                </a:moveTo>
                <a:cubicBezTo>
                  <a:pt x="637699" y="315787"/>
                  <a:pt x="632679" y="314577"/>
                  <a:pt x="627669" y="312996"/>
                </a:cubicBezTo>
                <a:cubicBezTo>
                  <a:pt x="632936" y="306024"/>
                  <a:pt x="637956" y="307910"/>
                  <a:pt x="642956" y="309339"/>
                </a:cubicBezTo>
                <a:close/>
                <a:moveTo>
                  <a:pt x="504044" y="50897"/>
                </a:moveTo>
                <a:cubicBezTo>
                  <a:pt x="501225" y="54649"/>
                  <a:pt x="498577" y="53192"/>
                  <a:pt x="495852" y="53497"/>
                </a:cubicBezTo>
                <a:cubicBezTo>
                  <a:pt x="497938" y="48268"/>
                  <a:pt x="495643" y="42705"/>
                  <a:pt x="498367" y="37543"/>
                </a:cubicBezTo>
                <a:cubicBezTo>
                  <a:pt x="502539" y="42181"/>
                  <a:pt x="500482" y="46325"/>
                  <a:pt x="504044" y="50897"/>
                </a:cubicBezTo>
                <a:close/>
                <a:moveTo>
                  <a:pt x="487680" y="56145"/>
                </a:moveTo>
                <a:cubicBezTo>
                  <a:pt x="486261" y="47896"/>
                  <a:pt x="483727" y="51335"/>
                  <a:pt x="479898" y="45820"/>
                </a:cubicBezTo>
                <a:cubicBezTo>
                  <a:pt x="486861" y="44724"/>
                  <a:pt x="492738" y="27408"/>
                  <a:pt x="496243" y="40629"/>
                </a:cubicBezTo>
                <a:cubicBezTo>
                  <a:pt x="490366" y="42762"/>
                  <a:pt x="490633" y="49573"/>
                  <a:pt x="487680" y="56145"/>
                </a:cubicBezTo>
                <a:close/>
                <a:moveTo>
                  <a:pt x="504596" y="65527"/>
                </a:moveTo>
                <a:cubicBezTo>
                  <a:pt x="502691" y="58755"/>
                  <a:pt x="495233" y="67137"/>
                  <a:pt x="496719" y="58440"/>
                </a:cubicBezTo>
                <a:cubicBezTo>
                  <a:pt x="500434" y="58564"/>
                  <a:pt x="504196" y="56564"/>
                  <a:pt x="507673" y="64155"/>
                </a:cubicBezTo>
                <a:cubicBezTo>
                  <a:pt x="505663" y="66689"/>
                  <a:pt x="506158" y="69404"/>
                  <a:pt x="508444" y="72318"/>
                </a:cubicBezTo>
                <a:cubicBezTo>
                  <a:pt x="504949" y="76224"/>
                  <a:pt x="501558" y="76947"/>
                  <a:pt x="498253" y="74776"/>
                </a:cubicBezTo>
                <a:cubicBezTo>
                  <a:pt x="499834" y="71594"/>
                  <a:pt x="506225" y="71852"/>
                  <a:pt x="504596" y="65527"/>
                </a:cubicBezTo>
                <a:close/>
                <a:moveTo>
                  <a:pt x="572462" y="164654"/>
                </a:moveTo>
                <a:cubicBezTo>
                  <a:pt x="569852" y="161120"/>
                  <a:pt x="566966" y="166864"/>
                  <a:pt x="564471" y="160796"/>
                </a:cubicBezTo>
                <a:cubicBezTo>
                  <a:pt x="566737" y="155719"/>
                  <a:pt x="573815" y="159939"/>
                  <a:pt x="572462" y="164654"/>
                </a:cubicBezTo>
                <a:close/>
                <a:moveTo>
                  <a:pt x="560327" y="163739"/>
                </a:moveTo>
                <a:cubicBezTo>
                  <a:pt x="563404" y="160186"/>
                  <a:pt x="557441" y="155967"/>
                  <a:pt x="561689" y="152500"/>
                </a:cubicBezTo>
                <a:cubicBezTo>
                  <a:pt x="566033" y="155719"/>
                  <a:pt x="564128" y="166483"/>
                  <a:pt x="560327" y="163739"/>
                </a:cubicBezTo>
                <a:close/>
                <a:moveTo>
                  <a:pt x="582635" y="196191"/>
                </a:moveTo>
                <a:cubicBezTo>
                  <a:pt x="585492" y="190524"/>
                  <a:pt x="588140" y="192610"/>
                  <a:pt x="590893" y="190371"/>
                </a:cubicBezTo>
                <a:cubicBezTo>
                  <a:pt x="593379" y="197458"/>
                  <a:pt x="596132" y="195819"/>
                  <a:pt x="598789" y="197477"/>
                </a:cubicBezTo>
                <a:cubicBezTo>
                  <a:pt x="594360" y="200392"/>
                  <a:pt x="596303" y="200772"/>
                  <a:pt x="592436" y="206688"/>
                </a:cubicBezTo>
                <a:cubicBezTo>
                  <a:pt x="590817" y="200325"/>
                  <a:pt x="589540" y="197696"/>
                  <a:pt x="585397" y="204506"/>
                </a:cubicBezTo>
                <a:cubicBezTo>
                  <a:pt x="583654" y="201649"/>
                  <a:pt x="582654" y="198887"/>
                  <a:pt x="582635" y="196191"/>
                </a:cubicBezTo>
                <a:close/>
                <a:moveTo>
                  <a:pt x="737045" y="444460"/>
                </a:moveTo>
                <a:cubicBezTo>
                  <a:pt x="734044" y="451394"/>
                  <a:pt x="729758" y="448070"/>
                  <a:pt x="729644" y="455223"/>
                </a:cubicBezTo>
                <a:cubicBezTo>
                  <a:pt x="728996" y="454109"/>
                  <a:pt x="728348" y="452966"/>
                  <a:pt x="727710" y="451842"/>
                </a:cubicBezTo>
                <a:cubicBezTo>
                  <a:pt x="727015" y="452680"/>
                  <a:pt x="726310" y="453404"/>
                  <a:pt x="725681" y="451671"/>
                </a:cubicBezTo>
                <a:cubicBezTo>
                  <a:pt x="727624" y="444241"/>
                  <a:pt x="732768" y="439755"/>
                  <a:pt x="737045" y="444460"/>
                </a:cubicBezTo>
                <a:close/>
                <a:moveTo>
                  <a:pt x="861365" y="683900"/>
                </a:moveTo>
                <a:cubicBezTo>
                  <a:pt x="863917" y="686509"/>
                  <a:pt x="866432" y="682623"/>
                  <a:pt x="866280" y="689158"/>
                </a:cubicBezTo>
                <a:cubicBezTo>
                  <a:pt x="863394" y="695673"/>
                  <a:pt x="858469" y="688672"/>
                  <a:pt x="861365" y="683900"/>
                </a:cubicBezTo>
                <a:close/>
                <a:moveTo>
                  <a:pt x="513940" y="58164"/>
                </a:moveTo>
                <a:cubicBezTo>
                  <a:pt x="510883" y="58612"/>
                  <a:pt x="507911" y="56774"/>
                  <a:pt x="504996" y="52621"/>
                </a:cubicBezTo>
                <a:cubicBezTo>
                  <a:pt x="507692" y="44191"/>
                  <a:pt x="514912" y="55488"/>
                  <a:pt x="513940" y="58164"/>
                </a:cubicBezTo>
                <a:close/>
                <a:moveTo>
                  <a:pt x="716499" y="387834"/>
                </a:moveTo>
                <a:cubicBezTo>
                  <a:pt x="712337" y="391520"/>
                  <a:pt x="708298" y="391206"/>
                  <a:pt x="704364" y="386920"/>
                </a:cubicBezTo>
                <a:cubicBezTo>
                  <a:pt x="708536" y="383224"/>
                  <a:pt x="712584" y="383557"/>
                  <a:pt x="716499" y="387834"/>
                </a:cubicBezTo>
                <a:close/>
                <a:moveTo>
                  <a:pt x="552983" y="72509"/>
                </a:moveTo>
                <a:cubicBezTo>
                  <a:pt x="550916" y="70290"/>
                  <a:pt x="551821" y="74871"/>
                  <a:pt x="549793" y="77109"/>
                </a:cubicBezTo>
                <a:cubicBezTo>
                  <a:pt x="545544" y="75338"/>
                  <a:pt x="545554" y="65794"/>
                  <a:pt x="539782" y="73118"/>
                </a:cubicBezTo>
                <a:cubicBezTo>
                  <a:pt x="539191" y="78643"/>
                  <a:pt x="545668" y="77548"/>
                  <a:pt x="542477" y="84653"/>
                </a:cubicBezTo>
                <a:cubicBezTo>
                  <a:pt x="538486" y="84482"/>
                  <a:pt x="536143" y="81405"/>
                  <a:pt x="534676" y="74319"/>
                </a:cubicBezTo>
                <a:cubicBezTo>
                  <a:pt x="540391" y="65584"/>
                  <a:pt x="551231" y="62355"/>
                  <a:pt x="552983" y="72509"/>
                </a:cubicBezTo>
                <a:close/>
                <a:moveTo>
                  <a:pt x="687962" y="327369"/>
                </a:moveTo>
                <a:cubicBezTo>
                  <a:pt x="692267" y="329989"/>
                  <a:pt x="696944" y="320864"/>
                  <a:pt x="701040" y="330008"/>
                </a:cubicBezTo>
                <a:cubicBezTo>
                  <a:pt x="697154" y="336104"/>
                  <a:pt x="693525" y="333151"/>
                  <a:pt x="689677" y="337199"/>
                </a:cubicBezTo>
                <a:cubicBezTo>
                  <a:pt x="687191" y="333780"/>
                  <a:pt x="686333" y="330465"/>
                  <a:pt x="687962" y="327369"/>
                </a:cubicBezTo>
                <a:close/>
                <a:moveTo>
                  <a:pt x="612562" y="177465"/>
                </a:moveTo>
                <a:cubicBezTo>
                  <a:pt x="614563" y="178141"/>
                  <a:pt x="616515" y="179989"/>
                  <a:pt x="618401" y="184399"/>
                </a:cubicBezTo>
                <a:cubicBezTo>
                  <a:pt x="615448" y="191676"/>
                  <a:pt x="609476" y="182199"/>
                  <a:pt x="612562" y="177465"/>
                </a:cubicBezTo>
                <a:close/>
                <a:moveTo>
                  <a:pt x="568081" y="75300"/>
                </a:moveTo>
                <a:cubicBezTo>
                  <a:pt x="566576" y="77357"/>
                  <a:pt x="566204" y="79481"/>
                  <a:pt x="565861" y="81624"/>
                </a:cubicBezTo>
                <a:cubicBezTo>
                  <a:pt x="563861" y="80958"/>
                  <a:pt x="561889" y="79091"/>
                  <a:pt x="559994" y="74681"/>
                </a:cubicBezTo>
                <a:cubicBezTo>
                  <a:pt x="562804" y="71004"/>
                  <a:pt x="565509" y="71214"/>
                  <a:pt x="568081" y="75300"/>
                </a:cubicBezTo>
                <a:close/>
                <a:moveTo>
                  <a:pt x="632650" y="182265"/>
                </a:moveTo>
                <a:cubicBezTo>
                  <a:pt x="629603" y="182580"/>
                  <a:pt x="626269" y="192676"/>
                  <a:pt x="623411" y="186409"/>
                </a:cubicBezTo>
                <a:cubicBezTo>
                  <a:pt x="626593" y="181656"/>
                  <a:pt x="629679" y="180132"/>
                  <a:pt x="632650" y="182265"/>
                </a:cubicBezTo>
                <a:close/>
                <a:moveTo>
                  <a:pt x="661111" y="211993"/>
                </a:moveTo>
                <a:cubicBezTo>
                  <a:pt x="656949" y="219537"/>
                  <a:pt x="655882" y="210059"/>
                  <a:pt x="653796" y="219527"/>
                </a:cubicBezTo>
                <a:cubicBezTo>
                  <a:pt x="652034" y="216689"/>
                  <a:pt x="651034" y="213926"/>
                  <a:pt x="650996" y="211202"/>
                </a:cubicBezTo>
                <a:cubicBezTo>
                  <a:pt x="654558" y="205364"/>
                  <a:pt x="657911" y="205611"/>
                  <a:pt x="661111" y="211993"/>
                </a:cubicBezTo>
                <a:close/>
                <a:moveTo>
                  <a:pt x="638985" y="207049"/>
                </a:moveTo>
                <a:cubicBezTo>
                  <a:pt x="642814" y="214146"/>
                  <a:pt x="647262" y="201249"/>
                  <a:pt x="650977" y="211212"/>
                </a:cubicBezTo>
                <a:cubicBezTo>
                  <a:pt x="647309" y="220251"/>
                  <a:pt x="638813" y="215231"/>
                  <a:pt x="638985" y="207049"/>
                </a:cubicBezTo>
                <a:close/>
                <a:moveTo>
                  <a:pt x="581635" y="95778"/>
                </a:moveTo>
                <a:cubicBezTo>
                  <a:pt x="578682" y="103960"/>
                  <a:pt x="576215" y="96360"/>
                  <a:pt x="573643" y="91921"/>
                </a:cubicBezTo>
                <a:cubicBezTo>
                  <a:pt x="576491" y="86644"/>
                  <a:pt x="578977" y="94283"/>
                  <a:pt x="581635" y="95778"/>
                </a:cubicBezTo>
                <a:close/>
                <a:moveTo>
                  <a:pt x="646586" y="189857"/>
                </a:moveTo>
                <a:cubicBezTo>
                  <a:pt x="643699" y="196181"/>
                  <a:pt x="641137" y="191390"/>
                  <a:pt x="638413" y="192419"/>
                </a:cubicBezTo>
                <a:cubicBezTo>
                  <a:pt x="638613" y="184961"/>
                  <a:pt x="643814" y="183866"/>
                  <a:pt x="646586" y="189857"/>
                </a:cubicBezTo>
                <a:close/>
                <a:moveTo>
                  <a:pt x="659111" y="177855"/>
                </a:moveTo>
                <a:cubicBezTo>
                  <a:pt x="653663" y="184313"/>
                  <a:pt x="651434" y="184580"/>
                  <a:pt x="650538" y="193372"/>
                </a:cubicBezTo>
                <a:cubicBezTo>
                  <a:pt x="646871" y="193229"/>
                  <a:pt x="648195" y="187761"/>
                  <a:pt x="646805" y="183361"/>
                </a:cubicBezTo>
                <a:cubicBezTo>
                  <a:pt x="649662" y="177722"/>
                  <a:pt x="652301" y="179789"/>
                  <a:pt x="655082" y="177560"/>
                </a:cubicBezTo>
                <a:cubicBezTo>
                  <a:pt x="653777" y="175760"/>
                  <a:pt x="651024" y="176465"/>
                  <a:pt x="652186" y="172483"/>
                </a:cubicBezTo>
                <a:cubicBezTo>
                  <a:pt x="658406" y="169264"/>
                  <a:pt x="661054" y="175712"/>
                  <a:pt x="665083" y="181561"/>
                </a:cubicBezTo>
                <a:cubicBezTo>
                  <a:pt x="663940" y="184151"/>
                  <a:pt x="664435" y="186904"/>
                  <a:pt x="661816" y="189381"/>
                </a:cubicBezTo>
                <a:cubicBezTo>
                  <a:pt x="657825" y="185304"/>
                  <a:pt x="660483" y="181742"/>
                  <a:pt x="659111" y="177855"/>
                </a:cubicBezTo>
                <a:close/>
                <a:moveTo>
                  <a:pt x="673722" y="196791"/>
                </a:moveTo>
                <a:cubicBezTo>
                  <a:pt x="666788" y="202639"/>
                  <a:pt x="660082" y="201258"/>
                  <a:pt x="653415" y="198458"/>
                </a:cubicBezTo>
                <a:cubicBezTo>
                  <a:pt x="654758" y="183275"/>
                  <a:pt x="666950" y="191114"/>
                  <a:pt x="673722" y="196791"/>
                </a:cubicBezTo>
                <a:close/>
                <a:moveTo>
                  <a:pt x="580120" y="45486"/>
                </a:moveTo>
                <a:cubicBezTo>
                  <a:pt x="574967" y="47992"/>
                  <a:pt x="570033" y="43715"/>
                  <a:pt x="565013" y="42696"/>
                </a:cubicBezTo>
                <a:cubicBezTo>
                  <a:pt x="570157" y="39590"/>
                  <a:pt x="575281" y="38200"/>
                  <a:pt x="580120" y="45486"/>
                </a:cubicBezTo>
                <a:close/>
                <a:moveTo>
                  <a:pt x="608943" y="96283"/>
                </a:moveTo>
                <a:cubicBezTo>
                  <a:pt x="608457" y="100531"/>
                  <a:pt x="607857" y="108694"/>
                  <a:pt x="603647" y="103951"/>
                </a:cubicBezTo>
                <a:cubicBezTo>
                  <a:pt x="603733" y="102055"/>
                  <a:pt x="606419" y="92730"/>
                  <a:pt x="608943" y="96283"/>
                </a:cubicBezTo>
                <a:close/>
                <a:moveTo>
                  <a:pt x="602999" y="58593"/>
                </a:moveTo>
                <a:cubicBezTo>
                  <a:pt x="608476" y="62812"/>
                  <a:pt x="598761" y="65832"/>
                  <a:pt x="601647" y="69832"/>
                </a:cubicBezTo>
                <a:cubicBezTo>
                  <a:pt x="604228" y="73338"/>
                  <a:pt x="607238" y="63565"/>
                  <a:pt x="609724" y="70452"/>
                </a:cubicBezTo>
                <a:cubicBezTo>
                  <a:pt x="604114" y="77548"/>
                  <a:pt x="598799" y="73890"/>
                  <a:pt x="593465" y="72433"/>
                </a:cubicBezTo>
                <a:cubicBezTo>
                  <a:pt x="594989" y="65489"/>
                  <a:pt x="600418" y="68956"/>
                  <a:pt x="602999" y="58593"/>
                </a:cubicBezTo>
                <a:close/>
                <a:moveTo>
                  <a:pt x="681209" y="216794"/>
                </a:moveTo>
                <a:cubicBezTo>
                  <a:pt x="688076" y="207288"/>
                  <a:pt x="694744" y="222709"/>
                  <a:pt x="691877" y="232186"/>
                </a:cubicBezTo>
                <a:cubicBezTo>
                  <a:pt x="688953" y="225547"/>
                  <a:pt x="689667" y="222375"/>
                  <a:pt x="681209" y="216794"/>
                </a:cubicBezTo>
                <a:close/>
                <a:moveTo>
                  <a:pt x="682847" y="195896"/>
                </a:moveTo>
                <a:cubicBezTo>
                  <a:pt x="681085" y="198458"/>
                  <a:pt x="679313" y="200992"/>
                  <a:pt x="677561" y="203573"/>
                </a:cubicBezTo>
                <a:cubicBezTo>
                  <a:pt x="676599" y="201325"/>
                  <a:pt x="674627" y="199039"/>
                  <a:pt x="675723" y="196963"/>
                </a:cubicBezTo>
                <a:cubicBezTo>
                  <a:pt x="677932" y="201925"/>
                  <a:pt x="680771" y="186761"/>
                  <a:pt x="682847" y="195896"/>
                </a:cubicBezTo>
                <a:close/>
                <a:moveTo>
                  <a:pt x="644795" y="115238"/>
                </a:moveTo>
                <a:cubicBezTo>
                  <a:pt x="647652" y="119258"/>
                  <a:pt x="645071" y="122839"/>
                  <a:pt x="643442" y="126477"/>
                </a:cubicBezTo>
                <a:cubicBezTo>
                  <a:pt x="642166" y="124411"/>
                  <a:pt x="640766" y="126125"/>
                  <a:pt x="639499" y="122944"/>
                </a:cubicBezTo>
                <a:cubicBezTo>
                  <a:pt x="641280" y="120372"/>
                  <a:pt x="643052" y="117800"/>
                  <a:pt x="644795" y="115238"/>
                </a:cubicBezTo>
                <a:close/>
                <a:moveTo>
                  <a:pt x="628774" y="76814"/>
                </a:moveTo>
                <a:cubicBezTo>
                  <a:pt x="630860" y="82901"/>
                  <a:pt x="630584" y="88787"/>
                  <a:pt x="627212" y="94454"/>
                </a:cubicBezTo>
                <a:cubicBezTo>
                  <a:pt x="622630" y="88301"/>
                  <a:pt x="624973" y="77290"/>
                  <a:pt x="628774" y="76814"/>
                </a:cubicBezTo>
                <a:close/>
                <a:moveTo>
                  <a:pt x="678332" y="177732"/>
                </a:moveTo>
                <a:cubicBezTo>
                  <a:pt x="681523" y="170483"/>
                  <a:pt x="686381" y="179894"/>
                  <a:pt x="686219" y="184799"/>
                </a:cubicBezTo>
                <a:cubicBezTo>
                  <a:pt x="681037" y="191914"/>
                  <a:pt x="682638" y="183008"/>
                  <a:pt x="678332" y="177732"/>
                </a:cubicBezTo>
                <a:close/>
                <a:moveTo>
                  <a:pt x="645986" y="76500"/>
                </a:moveTo>
                <a:cubicBezTo>
                  <a:pt x="647595" y="79576"/>
                  <a:pt x="649205" y="81443"/>
                  <a:pt x="650900" y="81729"/>
                </a:cubicBezTo>
                <a:cubicBezTo>
                  <a:pt x="645871" y="85282"/>
                  <a:pt x="645024" y="78605"/>
                  <a:pt x="641566" y="89101"/>
                </a:cubicBezTo>
                <a:cubicBezTo>
                  <a:pt x="640251" y="78833"/>
                  <a:pt x="636632" y="86835"/>
                  <a:pt x="632727" y="80338"/>
                </a:cubicBezTo>
                <a:cubicBezTo>
                  <a:pt x="637270" y="74604"/>
                  <a:pt x="641394" y="82739"/>
                  <a:pt x="645986" y="76500"/>
                </a:cubicBezTo>
                <a:close/>
                <a:moveTo>
                  <a:pt x="673770" y="94845"/>
                </a:moveTo>
                <a:cubicBezTo>
                  <a:pt x="667693" y="83196"/>
                  <a:pt x="655501" y="97131"/>
                  <a:pt x="652805" y="85120"/>
                </a:cubicBezTo>
                <a:cubicBezTo>
                  <a:pt x="658701" y="86301"/>
                  <a:pt x="675037" y="77414"/>
                  <a:pt x="673770" y="94845"/>
                </a:cubicBezTo>
                <a:close/>
                <a:moveTo>
                  <a:pt x="667693" y="94369"/>
                </a:moveTo>
                <a:cubicBezTo>
                  <a:pt x="665626" y="97464"/>
                  <a:pt x="668969" y="100931"/>
                  <a:pt x="665397" y="103903"/>
                </a:cubicBezTo>
                <a:cubicBezTo>
                  <a:pt x="663759" y="102113"/>
                  <a:pt x="662045" y="102875"/>
                  <a:pt x="660483" y="98664"/>
                </a:cubicBezTo>
                <a:cubicBezTo>
                  <a:pt x="665016" y="96664"/>
                  <a:pt x="663340" y="91064"/>
                  <a:pt x="667693" y="94369"/>
                </a:cubicBezTo>
                <a:close/>
                <a:moveTo>
                  <a:pt x="703212" y="92283"/>
                </a:moveTo>
                <a:cubicBezTo>
                  <a:pt x="705374" y="98626"/>
                  <a:pt x="707955" y="91311"/>
                  <a:pt x="710146" y="97645"/>
                </a:cubicBezTo>
                <a:cubicBezTo>
                  <a:pt x="707327" y="100665"/>
                  <a:pt x="704574" y="102570"/>
                  <a:pt x="701945" y="100255"/>
                </a:cubicBezTo>
                <a:cubicBezTo>
                  <a:pt x="703231" y="97645"/>
                  <a:pt x="702164" y="94874"/>
                  <a:pt x="703212" y="92283"/>
                </a:cubicBezTo>
                <a:close/>
                <a:moveTo>
                  <a:pt x="790851" y="205878"/>
                </a:moveTo>
                <a:cubicBezTo>
                  <a:pt x="787317" y="206411"/>
                  <a:pt x="776792" y="212993"/>
                  <a:pt x="779888" y="200201"/>
                </a:cubicBezTo>
                <a:cubicBezTo>
                  <a:pt x="782755" y="207345"/>
                  <a:pt x="791328" y="199001"/>
                  <a:pt x="790851" y="205878"/>
                </a:cubicBezTo>
                <a:close/>
                <a:moveTo>
                  <a:pt x="888759" y="381786"/>
                </a:moveTo>
                <a:cubicBezTo>
                  <a:pt x="893331" y="386520"/>
                  <a:pt x="887397" y="396064"/>
                  <a:pt x="884434" y="391139"/>
                </a:cubicBezTo>
                <a:cubicBezTo>
                  <a:pt x="887368" y="388167"/>
                  <a:pt x="884968" y="384738"/>
                  <a:pt x="888759" y="381786"/>
                </a:cubicBezTo>
                <a:close/>
                <a:moveTo>
                  <a:pt x="788060" y="197572"/>
                </a:moveTo>
                <a:cubicBezTo>
                  <a:pt x="785574" y="202154"/>
                  <a:pt x="783336" y="198010"/>
                  <a:pt x="781050" y="195419"/>
                </a:cubicBezTo>
                <a:cubicBezTo>
                  <a:pt x="783822" y="192724"/>
                  <a:pt x="783822" y="181856"/>
                  <a:pt x="786451" y="184513"/>
                </a:cubicBezTo>
                <a:cubicBezTo>
                  <a:pt x="785451" y="188752"/>
                  <a:pt x="787860" y="193248"/>
                  <a:pt x="788060" y="197572"/>
                </a:cubicBezTo>
                <a:close/>
                <a:moveTo>
                  <a:pt x="791547" y="183294"/>
                </a:moveTo>
                <a:cubicBezTo>
                  <a:pt x="796566" y="188219"/>
                  <a:pt x="791718" y="199420"/>
                  <a:pt x="788156" y="194353"/>
                </a:cubicBezTo>
                <a:cubicBezTo>
                  <a:pt x="788356" y="190600"/>
                  <a:pt x="787336" y="186733"/>
                  <a:pt x="791547" y="183294"/>
                </a:cubicBezTo>
                <a:close/>
                <a:moveTo>
                  <a:pt x="752427" y="104189"/>
                </a:moveTo>
                <a:cubicBezTo>
                  <a:pt x="755190" y="113676"/>
                  <a:pt x="758581" y="101846"/>
                  <a:pt x="761371" y="109733"/>
                </a:cubicBezTo>
                <a:cubicBezTo>
                  <a:pt x="756142" y="114762"/>
                  <a:pt x="751122" y="113714"/>
                  <a:pt x="746084" y="113400"/>
                </a:cubicBezTo>
                <a:cubicBezTo>
                  <a:pt x="748198" y="110314"/>
                  <a:pt x="750322" y="107256"/>
                  <a:pt x="752427" y="104189"/>
                </a:cubicBezTo>
                <a:close/>
                <a:moveTo>
                  <a:pt x="791927" y="170378"/>
                </a:moveTo>
                <a:cubicBezTo>
                  <a:pt x="790518" y="172417"/>
                  <a:pt x="789108" y="174464"/>
                  <a:pt x="787708" y="176503"/>
                </a:cubicBezTo>
                <a:cubicBezTo>
                  <a:pt x="786746" y="174807"/>
                  <a:pt x="785774" y="173112"/>
                  <a:pt x="784812" y="171416"/>
                </a:cubicBezTo>
                <a:cubicBezTo>
                  <a:pt x="787365" y="165016"/>
                  <a:pt x="789594" y="169245"/>
                  <a:pt x="791927" y="170378"/>
                </a:cubicBezTo>
                <a:close/>
                <a:moveTo>
                  <a:pt x="809130" y="204059"/>
                </a:moveTo>
                <a:cubicBezTo>
                  <a:pt x="814568" y="196277"/>
                  <a:pt x="813473" y="209793"/>
                  <a:pt x="819036" y="211307"/>
                </a:cubicBezTo>
                <a:cubicBezTo>
                  <a:pt x="815559" y="213746"/>
                  <a:pt x="809234" y="210336"/>
                  <a:pt x="809130" y="204059"/>
                </a:cubicBezTo>
                <a:close/>
                <a:moveTo>
                  <a:pt x="822017" y="213165"/>
                </a:moveTo>
                <a:cubicBezTo>
                  <a:pt x="823293" y="215403"/>
                  <a:pt x="824579" y="217670"/>
                  <a:pt x="825856" y="219937"/>
                </a:cubicBezTo>
                <a:cubicBezTo>
                  <a:pt x="823579" y="225576"/>
                  <a:pt x="816321" y="227176"/>
                  <a:pt x="817778" y="219327"/>
                </a:cubicBezTo>
                <a:cubicBezTo>
                  <a:pt x="820331" y="223271"/>
                  <a:pt x="821646" y="214622"/>
                  <a:pt x="822017" y="213165"/>
                </a:cubicBezTo>
                <a:close/>
                <a:moveTo>
                  <a:pt x="921182" y="381081"/>
                </a:moveTo>
                <a:cubicBezTo>
                  <a:pt x="918782" y="381938"/>
                  <a:pt x="916553" y="377823"/>
                  <a:pt x="914257" y="375690"/>
                </a:cubicBezTo>
                <a:cubicBezTo>
                  <a:pt x="928468" y="374632"/>
                  <a:pt x="942642" y="373956"/>
                  <a:pt x="956577" y="382224"/>
                </a:cubicBezTo>
                <a:cubicBezTo>
                  <a:pt x="952167" y="393778"/>
                  <a:pt x="948661" y="375899"/>
                  <a:pt x="944356" y="384491"/>
                </a:cubicBezTo>
                <a:cubicBezTo>
                  <a:pt x="946899" y="388548"/>
                  <a:pt x="949385" y="386853"/>
                  <a:pt x="947147" y="392806"/>
                </a:cubicBezTo>
                <a:cubicBezTo>
                  <a:pt x="942680" y="392587"/>
                  <a:pt x="944747" y="385758"/>
                  <a:pt x="940422" y="380957"/>
                </a:cubicBezTo>
                <a:cubicBezTo>
                  <a:pt x="935803" y="388777"/>
                  <a:pt x="931802" y="376061"/>
                  <a:pt x="927144" y="384796"/>
                </a:cubicBezTo>
                <a:cubicBezTo>
                  <a:pt x="929802" y="386424"/>
                  <a:pt x="932536" y="384796"/>
                  <a:pt x="935031" y="391844"/>
                </a:cubicBezTo>
                <a:cubicBezTo>
                  <a:pt x="932869" y="396264"/>
                  <a:pt x="930964" y="392082"/>
                  <a:pt x="928773" y="397864"/>
                </a:cubicBezTo>
                <a:cubicBezTo>
                  <a:pt x="925182" y="395187"/>
                  <a:pt x="929964" y="385310"/>
                  <a:pt x="925020" y="387834"/>
                </a:cubicBezTo>
                <a:cubicBezTo>
                  <a:pt x="921963" y="391368"/>
                  <a:pt x="927935" y="395616"/>
                  <a:pt x="923677" y="399083"/>
                </a:cubicBezTo>
                <a:cubicBezTo>
                  <a:pt x="921620" y="400016"/>
                  <a:pt x="919648" y="398311"/>
                  <a:pt x="917705" y="395368"/>
                </a:cubicBezTo>
                <a:cubicBezTo>
                  <a:pt x="918077" y="390530"/>
                  <a:pt x="922344" y="386015"/>
                  <a:pt x="921182" y="381081"/>
                </a:cubicBezTo>
                <a:close/>
                <a:moveTo>
                  <a:pt x="809815" y="181456"/>
                </a:moveTo>
                <a:cubicBezTo>
                  <a:pt x="814264" y="190790"/>
                  <a:pt x="819207" y="183589"/>
                  <a:pt x="823760" y="189019"/>
                </a:cubicBezTo>
                <a:cubicBezTo>
                  <a:pt x="820922" y="195353"/>
                  <a:pt x="824322" y="201039"/>
                  <a:pt x="818264" y="203154"/>
                </a:cubicBezTo>
                <a:cubicBezTo>
                  <a:pt x="813578" y="198477"/>
                  <a:pt x="817397" y="194467"/>
                  <a:pt x="816645" y="190095"/>
                </a:cubicBezTo>
                <a:cubicBezTo>
                  <a:pt x="813559" y="191819"/>
                  <a:pt x="810597" y="189476"/>
                  <a:pt x="807406" y="194238"/>
                </a:cubicBezTo>
                <a:cubicBezTo>
                  <a:pt x="803910" y="189628"/>
                  <a:pt x="806596" y="185514"/>
                  <a:pt x="809815" y="181456"/>
                </a:cubicBezTo>
                <a:close/>
                <a:moveTo>
                  <a:pt x="775516" y="110818"/>
                </a:moveTo>
                <a:cubicBezTo>
                  <a:pt x="771992" y="115829"/>
                  <a:pt x="768420" y="122401"/>
                  <a:pt x="765229" y="116524"/>
                </a:cubicBezTo>
                <a:cubicBezTo>
                  <a:pt x="768677" y="114190"/>
                  <a:pt x="772306" y="105427"/>
                  <a:pt x="775516" y="110818"/>
                </a:cubicBezTo>
                <a:close/>
                <a:moveTo>
                  <a:pt x="847296" y="247474"/>
                </a:moveTo>
                <a:cubicBezTo>
                  <a:pt x="845877" y="249521"/>
                  <a:pt x="844458" y="251579"/>
                  <a:pt x="843048" y="253627"/>
                </a:cubicBezTo>
                <a:cubicBezTo>
                  <a:pt x="842086" y="251931"/>
                  <a:pt x="841115" y="250255"/>
                  <a:pt x="840162" y="248550"/>
                </a:cubicBezTo>
                <a:cubicBezTo>
                  <a:pt x="842658" y="244064"/>
                  <a:pt x="845077" y="242549"/>
                  <a:pt x="847296" y="247474"/>
                </a:cubicBezTo>
                <a:close/>
                <a:moveTo>
                  <a:pt x="878758" y="211107"/>
                </a:moveTo>
                <a:cubicBezTo>
                  <a:pt x="880501" y="209850"/>
                  <a:pt x="882158" y="210136"/>
                  <a:pt x="883758" y="213098"/>
                </a:cubicBezTo>
                <a:cubicBezTo>
                  <a:pt x="876243" y="220975"/>
                  <a:pt x="872938" y="200344"/>
                  <a:pt x="869051" y="197391"/>
                </a:cubicBezTo>
                <a:cubicBezTo>
                  <a:pt x="867308" y="199953"/>
                  <a:pt x="865537" y="202516"/>
                  <a:pt x="863765" y="205078"/>
                </a:cubicBezTo>
                <a:cubicBezTo>
                  <a:pt x="856298" y="194819"/>
                  <a:pt x="848525" y="195991"/>
                  <a:pt x="840677" y="198448"/>
                </a:cubicBezTo>
                <a:cubicBezTo>
                  <a:pt x="839581" y="206297"/>
                  <a:pt x="836486" y="212317"/>
                  <a:pt x="834123" y="214127"/>
                </a:cubicBezTo>
                <a:cubicBezTo>
                  <a:pt x="833952" y="201554"/>
                  <a:pt x="830237" y="218194"/>
                  <a:pt x="826151" y="210269"/>
                </a:cubicBezTo>
                <a:cubicBezTo>
                  <a:pt x="832818" y="202135"/>
                  <a:pt x="838067" y="197477"/>
                  <a:pt x="842039" y="187209"/>
                </a:cubicBezTo>
                <a:cubicBezTo>
                  <a:pt x="848173" y="202011"/>
                  <a:pt x="860165" y="187009"/>
                  <a:pt x="868385" y="186018"/>
                </a:cubicBezTo>
                <a:cubicBezTo>
                  <a:pt x="867366" y="189190"/>
                  <a:pt x="861793" y="191981"/>
                  <a:pt x="864051" y="195391"/>
                </a:cubicBezTo>
                <a:cubicBezTo>
                  <a:pt x="867889" y="191047"/>
                  <a:pt x="871547" y="193133"/>
                  <a:pt x="875424" y="188181"/>
                </a:cubicBezTo>
                <a:cubicBezTo>
                  <a:pt x="874119" y="186418"/>
                  <a:pt x="871347" y="187085"/>
                  <a:pt x="872528" y="183104"/>
                </a:cubicBezTo>
                <a:cubicBezTo>
                  <a:pt x="876129" y="188857"/>
                  <a:pt x="885406" y="178903"/>
                  <a:pt x="885501" y="188952"/>
                </a:cubicBezTo>
                <a:cubicBezTo>
                  <a:pt x="880662" y="184237"/>
                  <a:pt x="872747" y="196029"/>
                  <a:pt x="876938" y="204487"/>
                </a:cubicBezTo>
                <a:cubicBezTo>
                  <a:pt x="877776" y="192791"/>
                  <a:pt x="890854" y="200325"/>
                  <a:pt x="891064" y="205564"/>
                </a:cubicBezTo>
                <a:cubicBezTo>
                  <a:pt x="887340" y="204925"/>
                  <a:pt x="876567" y="199334"/>
                  <a:pt x="878758" y="211107"/>
                </a:cubicBezTo>
                <a:close/>
                <a:moveTo>
                  <a:pt x="883282" y="195248"/>
                </a:moveTo>
                <a:cubicBezTo>
                  <a:pt x="883291" y="191648"/>
                  <a:pt x="887816" y="187561"/>
                  <a:pt x="890606" y="187733"/>
                </a:cubicBezTo>
                <a:cubicBezTo>
                  <a:pt x="888616" y="192714"/>
                  <a:pt x="895131" y="189409"/>
                  <a:pt x="896455" y="194657"/>
                </a:cubicBezTo>
                <a:cubicBezTo>
                  <a:pt x="891921" y="200058"/>
                  <a:pt x="887644" y="196743"/>
                  <a:pt x="883282" y="195248"/>
                </a:cubicBezTo>
                <a:close/>
                <a:moveTo>
                  <a:pt x="775421" y="114076"/>
                </a:moveTo>
                <a:cubicBezTo>
                  <a:pt x="780536" y="112295"/>
                  <a:pt x="785555" y="113781"/>
                  <a:pt x="790527" y="116857"/>
                </a:cubicBezTo>
                <a:cubicBezTo>
                  <a:pt x="785660" y="119724"/>
                  <a:pt x="776678" y="123277"/>
                  <a:pt x="775421" y="114076"/>
                </a:cubicBezTo>
                <a:close/>
                <a:moveTo>
                  <a:pt x="815102" y="173779"/>
                </a:moveTo>
                <a:cubicBezTo>
                  <a:pt x="813149" y="171798"/>
                  <a:pt x="810958" y="177170"/>
                  <a:pt x="809149" y="170083"/>
                </a:cubicBezTo>
                <a:cubicBezTo>
                  <a:pt x="810892" y="161787"/>
                  <a:pt x="817054" y="169711"/>
                  <a:pt x="815102" y="173779"/>
                </a:cubicBezTo>
                <a:close/>
                <a:moveTo>
                  <a:pt x="834142" y="180103"/>
                </a:moveTo>
                <a:cubicBezTo>
                  <a:pt x="831580" y="184428"/>
                  <a:pt x="823941" y="186237"/>
                  <a:pt x="825103" y="177808"/>
                </a:cubicBezTo>
                <a:cubicBezTo>
                  <a:pt x="828065" y="180675"/>
                  <a:pt x="831209" y="177227"/>
                  <a:pt x="834142" y="180103"/>
                </a:cubicBezTo>
                <a:close/>
                <a:moveTo>
                  <a:pt x="799662" y="115933"/>
                </a:moveTo>
                <a:cubicBezTo>
                  <a:pt x="799528" y="120743"/>
                  <a:pt x="794271" y="124030"/>
                  <a:pt x="791480" y="118543"/>
                </a:cubicBezTo>
                <a:cubicBezTo>
                  <a:pt x="794347" y="112914"/>
                  <a:pt x="796995" y="114352"/>
                  <a:pt x="799662" y="115933"/>
                </a:cubicBezTo>
                <a:close/>
                <a:moveTo>
                  <a:pt x="967540" y="387920"/>
                </a:moveTo>
                <a:cubicBezTo>
                  <a:pt x="966549" y="395111"/>
                  <a:pt x="961453" y="388644"/>
                  <a:pt x="962149" y="398816"/>
                </a:cubicBezTo>
                <a:cubicBezTo>
                  <a:pt x="957224" y="393901"/>
                  <a:pt x="964606" y="382871"/>
                  <a:pt x="967540" y="387920"/>
                </a:cubicBezTo>
                <a:close/>
                <a:moveTo>
                  <a:pt x="978684" y="387158"/>
                </a:moveTo>
                <a:cubicBezTo>
                  <a:pt x="978494" y="394282"/>
                  <a:pt x="973417" y="391749"/>
                  <a:pt x="970207" y="399445"/>
                </a:cubicBezTo>
                <a:cubicBezTo>
                  <a:pt x="969254" y="397740"/>
                  <a:pt x="968283" y="396054"/>
                  <a:pt x="967340" y="394349"/>
                </a:cubicBezTo>
                <a:cubicBezTo>
                  <a:pt x="971217" y="389358"/>
                  <a:pt x="975131" y="381957"/>
                  <a:pt x="978684" y="387158"/>
                </a:cubicBezTo>
                <a:close/>
                <a:moveTo>
                  <a:pt x="861365" y="183866"/>
                </a:moveTo>
                <a:cubicBezTo>
                  <a:pt x="858879" y="184961"/>
                  <a:pt x="851145" y="190343"/>
                  <a:pt x="852326" y="181532"/>
                </a:cubicBezTo>
                <a:cubicBezTo>
                  <a:pt x="855307" y="183570"/>
                  <a:pt x="858479" y="178970"/>
                  <a:pt x="861365" y="183866"/>
                </a:cubicBezTo>
                <a:close/>
                <a:moveTo>
                  <a:pt x="843705" y="132278"/>
                </a:moveTo>
                <a:cubicBezTo>
                  <a:pt x="841191" y="136822"/>
                  <a:pt x="838791" y="138308"/>
                  <a:pt x="836581" y="133374"/>
                </a:cubicBezTo>
                <a:cubicBezTo>
                  <a:pt x="839086" y="128868"/>
                  <a:pt x="841496" y="127382"/>
                  <a:pt x="843705" y="132278"/>
                </a:cubicBezTo>
                <a:close/>
                <a:moveTo>
                  <a:pt x="902246" y="204830"/>
                </a:moveTo>
                <a:cubicBezTo>
                  <a:pt x="904913" y="205706"/>
                  <a:pt x="907628" y="204564"/>
                  <a:pt x="910314" y="205449"/>
                </a:cubicBezTo>
                <a:cubicBezTo>
                  <a:pt x="906866" y="210793"/>
                  <a:pt x="906628" y="216946"/>
                  <a:pt x="901932" y="214479"/>
                </a:cubicBezTo>
                <a:cubicBezTo>
                  <a:pt x="903837" y="211421"/>
                  <a:pt x="899493" y="207840"/>
                  <a:pt x="902246" y="204830"/>
                </a:cubicBezTo>
                <a:close/>
                <a:moveTo>
                  <a:pt x="922992" y="220994"/>
                </a:moveTo>
                <a:cubicBezTo>
                  <a:pt x="924601" y="224052"/>
                  <a:pt x="926230" y="225938"/>
                  <a:pt x="927906" y="226223"/>
                </a:cubicBezTo>
                <a:cubicBezTo>
                  <a:pt x="927192" y="227252"/>
                  <a:pt x="926478" y="228300"/>
                  <a:pt x="925792" y="229319"/>
                </a:cubicBezTo>
                <a:cubicBezTo>
                  <a:pt x="926316" y="230414"/>
                  <a:pt x="926782" y="231557"/>
                  <a:pt x="925687" y="232529"/>
                </a:cubicBezTo>
                <a:cubicBezTo>
                  <a:pt x="920296" y="224747"/>
                  <a:pt x="924096" y="239396"/>
                  <a:pt x="921363" y="241902"/>
                </a:cubicBezTo>
                <a:cubicBezTo>
                  <a:pt x="919077" y="239339"/>
                  <a:pt x="916600" y="243225"/>
                  <a:pt x="914438" y="236539"/>
                </a:cubicBezTo>
                <a:cubicBezTo>
                  <a:pt x="919353" y="231491"/>
                  <a:pt x="919544" y="226128"/>
                  <a:pt x="922992" y="220994"/>
                </a:cubicBezTo>
                <a:close/>
                <a:moveTo>
                  <a:pt x="911781" y="191009"/>
                </a:moveTo>
                <a:cubicBezTo>
                  <a:pt x="913009" y="193781"/>
                  <a:pt x="915686" y="196686"/>
                  <a:pt x="914562" y="199306"/>
                </a:cubicBezTo>
                <a:cubicBezTo>
                  <a:pt x="909942" y="195943"/>
                  <a:pt x="904942" y="205002"/>
                  <a:pt x="900513" y="194972"/>
                </a:cubicBezTo>
                <a:cubicBezTo>
                  <a:pt x="905847" y="190295"/>
                  <a:pt x="908542" y="197620"/>
                  <a:pt x="911781" y="191009"/>
                </a:cubicBezTo>
                <a:close/>
                <a:moveTo>
                  <a:pt x="1199064" y="697168"/>
                </a:moveTo>
                <a:cubicBezTo>
                  <a:pt x="1202569" y="701768"/>
                  <a:pt x="1199874" y="705883"/>
                  <a:pt x="1196664" y="709941"/>
                </a:cubicBezTo>
                <a:cubicBezTo>
                  <a:pt x="1195387" y="707531"/>
                  <a:pt x="1194054" y="706940"/>
                  <a:pt x="1192721" y="706407"/>
                </a:cubicBezTo>
                <a:cubicBezTo>
                  <a:pt x="1192749" y="702111"/>
                  <a:pt x="1196388" y="696835"/>
                  <a:pt x="1199064" y="697168"/>
                </a:cubicBezTo>
                <a:close/>
                <a:moveTo>
                  <a:pt x="1024280" y="385843"/>
                </a:moveTo>
                <a:cubicBezTo>
                  <a:pt x="1027757" y="382700"/>
                  <a:pt x="1031072" y="384443"/>
                  <a:pt x="1034282" y="389863"/>
                </a:cubicBezTo>
                <a:cubicBezTo>
                  <a:pt x="1030995" y="395521"/>
                  <a:pt x="1030443" y="407751"/>
                  <a:pt x="1024852" y="400436"/>
                </a:cubicBezTo>
                <a:cubicBezTo>
                  <a:pt x="1028024" y="394111"/>
                  <a:pt x="1030272" y="388882"/>
                  <a:pt x="1024280" y="385843"/>
                </a:cubicBezTo>
                <a:close/>
                <a:moveTo>
                  <a:pt x="946080" y="227633"/>
                </a:moveTo>
                <a:cubicBezTo>
                  <a:pt x="942232" y="227481"/>
                  <a:pt x="941470" y="221880"/>
                  <a:pt x="942337" y="217622"/>
                </a:cubicBezTo>
                <a:cubicBezTo>
                  <a:pt x="935031" y="224756"/>
                  <a:pt x="922706" y="220470"/>
                  <a:pt x="919353" y="207783"/>
                </a:cubicBezTo>
                <a:cubicBezTo>
                  <a:pt x="927716" y="215736"/>
                  <a:pt x="937746" y="212031"/>
                  <a:pt x="943680" y="206402"/>
                </a:cubicBezTo>
                <a:cubicBezTo>
                  <a:pt x="942261" y="210631"/>
                  <a:pt x="943432" y="215022"/>
                  <a:pt x="945309" y="219508"/>
                </a:cubicBezTo>
                <a:cubicBezTo>
                  <a:pt x="945871" y="212564"/>
                  <a:pt x="946242" y="212041"/>
                  <a:pt x="950614" y="211822"/>
                </a:cubicBezTo>
                <a:cubicBezTo>
                  <a:pt x="952805" y="214660"/>
                  <a:pt x="951081" y="217241"/>
                  <a:pt x="951357" y="219956"/>
                </a:cubicBezTo>
                <a:cubicBezTo>
                  <a:pt x="953681" y="211402"/>
                  <a:pt x="953653" y="217327"/>
                  <a:pt x="957539" y="217194"/>
                </a:cubicBezTo>
                <a:cubicBezTo>
                  <a:pt x="954815" y="210297"/>
                  <a:pt x="961101" y="209297"/>
                  <a:pt x="963692" y="214450"/>
                </a:cubicBezTo>
                <a:cubicBezTo>
                  <a:pt x="963606" y="220013"/>
                  <a:pt x="959291" y="218108"/>
                  <a:pt x="956262" y="225214"/>
                </a:cubicBezTo>
                <a:cubicBezTo>
                  <a:pt x="949319" y="222871"/>
                  <a:pt x="948966" y="218108"/>
                  <a:pt x="946080" y="227633"/>
                </a:cubicBezTo>
                <a:close/>
                <a:moveTo>
                  <a:pt x="873538" y="82843"/>
                </a:moveTo>
                <a:cubicBezTo>
                  <a:pt x="878672" y="89940"/>
                  <a:pt x="882920" y="74719"/>
                  <a:pt x="885958" y="74090"/>
                </a:cubicBezTo>
                <a:cubicBezTo>
                  <a:pt x="890045" y="82701"/>
                  <a:pt x="883796" y="81139"/>
                  <a:pt x="881434" y="89921"/>
                </a:cubicBezTo>
                <a:cubicBezTo>
                  <a:pt x="879615" y="83272"/>
                  <a:pt x="877367" y="90340"/>
                  <a:pt x="875262" y="92683"/>
                </a:cubicBezTo>
                <a:cubicBezTo>
                  <a:pt x="872776" y="89244"/>
                  <a:pt x="871919" y="85958"/>
                  <a:pt x="873538" y="82843"/>
                </a:cubicBezTo>
                <a:close/>
                <a:moveTo>
                  <a:pt x="944937" y="198410"/>
                </a:moveTo>
                <a:cubicBezTo>
                  <a:pt x="949214" y="201649"/>
                  <a:pt x="953605" y="202077"/>
                  <a:pt x="957920" y="204268"/>
                </a:cubicBezTo>
                <a:cubicBezTo>
                  <a:pt x="954786" y="207450"/>
                  <a:pt x="951709" y="208974"/>
                  <a:pt x="948680" y="208412"/>
                </a:cubicBezTo>
                <a:cubicBezTo>
                  <a:pt x="950624" y="206040"/>
                  <a:pt x="940518" y="206697"/>
                  <a:pt x="944937" y="198410"/>
                </a:cubicBezTo>
                <a:close/>
                <a:moveTo>
                  <a:pt x="909104" y="111485"/>
                </a:moveTo>
                <a:cubicBezTo>
                  <a:pt x="909076" y="115781"/>
                  <a:pt x="904456" y="123639"/>
                  <a:pt x="901798" y="119010"/>
                </a:cubicBezTo>
                <a:cubicBezTo>
                  <a:pt x="904218" y="117295"/>
                  <a:pt x="906866" y="107932"/>
                  <a:pt x="909104" y="111485"/>
                </a:cubicBezTo>
                <a:close/>
                <a:moveTo>
                  <a:pt x="904027" y="78738"/>
                </a:moveTo>
                <a:cubicBezTo>
                  <a:pt x="901494" y="84653"/>
                  <a:pt x="899274" y="80310"/>
                  <a:pt x="896712" y="86253"/>
                </a:cubicBezTo>
                <a:cubicBezTo>
                  <a:pt x="899255" y="90311"/>
                  <a:pt x="901741" y="88616"/>
                  <a:pt x="899512" y="94540"/>
                </a:cubicBezTo>
                <a:cubicBezTo>
                  <a:pt x="896483" y="92245"/>
                  <a:pt x="888111" y="94969"/>
                  <a:pt x="888644" y="85606"/>
                </a:cubicBezTo>
                <a:cubicBezTo>
                  <a:pt x="893064" y="81215"/>
                  <a:pt x="897731" y="72833"/>
                  <a:pt x="904027" y="78738"/>
                </a:cubicBezTo>
                <a:close/>
                <a:moveTo>
                  <a:pt x="968683" y="216432"/>
                </a:moveTo>
                <a:cubicBezTo>
                  <a:pt x="970264" y="224233"/>
                  <a:pt x="977427" y="212698"/>
                  <a:pt x="975617" y="221823"/>
                </a:cubicBezTo>
                <a:cubicBezTo>
                  <a:pt x="972731" y="223404"/>
                  <a:pt x="965397" y="226052"/>
                  <a:pt x="968683" y="216432"/>
                </a:cubicBezTo>
                <a:close/>
                <a:moveTo>
                  <a:pt x="949309" y="155062"/>
                </a:moveTo>
                <a:cubicBezTo>
                  <a:pt x="945194" y="157139"/>
                  <a:pt x="941184" y="155795"/>
                  <a:pt x="937079" y="157358"/>
                </a:cubicBezTo>
                <a:cubicBezTo>
                  <a:pt x="937527" y="152881"/>
                  <a:pt x="949223" y="147051"/>
                  <a:pt x="949309" y="155062"/>
                </a:cubicBezTo>
                <a:close/>
                <a:moveTo>
                  <a:pt x="913743" y="92416"/>
                </a:moveTo>
                <a:cubicBezTo>
                  <a:pt x="912257" y="94473"/>
                  <a:pt x="911866" y="96598"/>
                  <a:pt x="911533" y="98741"/>
                </a:cubicBezTo>
                <a:cubicBezTo>
                  <a:pt x="909190" y="95359"/>
                  <a:pt x="901579" y="96560"/>
                  <a:pt x="902703" y="89959"/>
                </a:cubicBezTo>
                <a:cubicBezTo>
                  <a:pt x="906237" y="94921"/>
                  <a:pt x="910257" y="85187"/>
                  <a:pt x="913743" y="92416"/>
                </a:cubicBezTo>
                <a:close/>
                <a:moveTo>
                  <a:pt x="1011203" y="216527"/>
                </a:moveTo>
                <a:cubicBezTo>
                  <a:pt x="1004840" y="220851"/>
                  <a:pt x="994801" y="220070"/>
                  <a:pt x="986780" y="221099"/>
                </a:cubicBezTo>
                <a:cubicBezTo>
                  <a:pt x="988162" y="224985"/>
                  <a:pt x="990533" y="228948"/>
                  <a:pt x="987447" y="232481"/>
                </a:cubicBezTo>
                <a:cubicBezTo>
                  <a:pt x="986580" y="218727"/>
                  <a:pt x="983256" y="228833"/>
                  <a:pt x="977646" y="222013"/>
                </a:cubicBezTo>
                <a:cubicBezTo>
                  <a:pt x="981551" y="215927"/>
                  <a:pt x="984542" y="216089"/>
                  <a:pt x="983237" y="204611"/>
                </a:cubicBezTo>
                <a:cubicBezTo>
                  <a:pt x="989428" y="222956"/>
                  <a:pt x="1001716" y="208964"/>
                  <a:pt x="1011203" y="216527"/>
                </a:cubicBezTo>
                <a:close/>
                <a:moveTo>
                  <a:pt x="1264749" y="700664"/>
                </a:moveTo>
                <a:cubicBezTo>
                  <a:pt x="1261463" y="697863"/>
                  <a:pt x="1257786" y="707407"/>
                  <a:pt x="1254652" y="699882"/>
                </a:cubicBezTo>
                <a:cubicBezTo>
                  <a:pt x="1257491" y="697501"/>
                  <a:pt x="1265568" y="693015"/>
                  <a:pt x="1264749" y="700664"/>
                </a:cubicBezTo>
                <a:close/>
                <a:moveTo>
                  <a:pt x="1096023" y="389787"/>
                </a:moveTo>
                <a:cubicBezTo>
                  <a:pt x="1097909" y="395102"/>
                  <a:pt x="1099909" y="395273"/>
                  <a:pt x="1102100" y="390244"/>
                </a:cubicBezTo>
                <a:cubicBezTo>
                  <a:pt x="1105805" y="400407"/>
                  <a:pt x="1095013" y="411351"/>
                  <a:pt x="1089489" y="405455"/>
                </a:cubicBezTo>
                <a:cubicBezTo>
                  <a:pt x="1095632" y="399083"/>
                  <a:pt x="1095327" y="398578"/>
                  <a:pt x="1096023" y="389787"/>
                </a:cubicBezTo>
                <a:close/>
                <a:moveTo>
                  <a:pt x="933850" y="97207"/>
                </a:moveTo>
                <a:cubicBezTo>
                  <a:pt x="927668" y="100569"/>
                  <a:pt x="921734" y="95969"/>
                  <a:pt x="915667" y="95817"/>
                </a:cubicBezTo>
                <a:cubicBezTo>
                  <a:pt x="916734" y="94273"/>
                  <a:pt x="917800" y="92740"/>
                  <a:pt x="918848" y="91187"/>
                </a:cubicBezTo>
                <a:cubicBezTo>
                  <a:pt x="923763" y="95883"/>
                  <a:pt x="928926" y="92559"/>
                  <a:pt x="933850" y="97207"/>
                </a:cubicBezTo>
                <a:close/>
                <a:moveTo>
                  <a:pt x="1026757" y="271115"/>
                </a:moveTo>
                <a:cubicBezTo>
                  <a:pt x="1022699" y="270257"/>
                  <a:pt x="1013270" y="272620"/>
                  <a:pt x="1012812" y="263552"/>
                </a:cubicBezTo>
                <a:cubicBezTo>
                  <a:pt x="1016756" y="267876"/>
                  <a:pt x="1026366" y="259751"/>
                  <a:pt x="1026757" y="271115"/>
                </a:cubicBezTo>
                <a:close/>
                <a:moveTo>
                  <a:pt x="1017641" y="238063"/>
                </a:moveTo>
                <a:cubicBezTo>
                  <a:pt x="1022804" y="245502"/>
                  <a:pt x="1028367" y="239758"/>
                  <a:pt x="1033605" y="245778"/>
                </a:cubicBezTo>
                <a:cubicBezTo>
                  <a:pt x="1027624" y="252798"/>
                  <a:pt x="1016689" y="247893"/>
                  <a:pt x="1014460" y="242692"/>
                </a:cubicBezTo>
                <a:cubicBezTo>
                  <a:pt x="1016241" y="244902"/>
                  <a:pt x="1017432" y="240473"/>
                  <a:pt x="1017641" y="238063"/>
                </a:cubicBezTo>
                <a:close/>
                <a:moveTo>
                  <a:pt x="942023" y="94645"/>
                </a:moveTo>
                <a:cubicBezTo>
                  <a:pt x="940289" y="97169"/>
                  <a:pt x="944108" y="100169"/>
                  <a:pt x="942794" y="102760"/>
                </a:cubicBezTo>
                <a:cubicBezTo>
                  <a:pt x="940203" y="99246"/>
                  <a:pt x="937327" y="104970"/>
                  <a:pt x="934822" y="98912"/>
                </a:cubicBezTo>
                <a:cubicBezTo>
                  <a:pt x="937308" y="94845"/>
                  <a:pt x="939765" y="91149"/>
                  <a:pt x="942023" y="94645"/>
                </a:cubicBezTo>
                <a:close/>
                <a:moveTo>
                  <a:pt x="961073" y="100941"/>
                </a:moveTo>
                <a:cubicBezTo>
                  <a:pt x="957501" y="107161"/>
                  <a:pt x="954157" y="106246"/>
                  <a:pt x="950881" y="103408"/>
                </a:cubicBezTo>
                <a:cubicBezTo>
                  <a:pt x="954281" y="101941"/>
                  <a:pt x="957805" y="96874"/>
                  <a:pt x="961073" y="100941"/>
                </a:cubicBezTo>
                <a:close/>
                <a:moveTo>
                  <a:pt x="1019289" y="217127"/>
                </a:moveTo>
                <a:cubicBezTo>
                  <a:pt x="1025262" y="210107"/>
                  <a:pt x="1026157" y="218184"/>
                  <a:pt x="1030157" y="226090"/>
                </a:cubicBezTo>
                <a:cubicBezTo>
                  <a:pt x="1028224" y="228624"/>
                  <a:pt x="1027071" y="231243"/>
                  <a:pt x="1026862" y="233872"/>
                </a:cubicBezTo>
                <a:cubicBezTo>
                  <a:pt x="1026233" y="232767"/>
                  <a:pt x="1025604" y="231653"/>
                  <a:pt x="1024957" y="230500"/>
                </a:cubicBezTo>
                <a:cubicBezTo>
                  <a:pt x="1027062" y="222785"/>
                  <a:pt x="1024280" y="219822"/>
                  <a:pt x="1019289" y="217127"/>
                </a:cubicBezTo>
                <a:close/>
                <a:moveTo>
                  <a:pt x="951643" y="77576"/>
                </a:moveTo>
                <a:cubicBezTo>
                  <a:pt x="956967" y="79910"/>
                  <a:pt x="962577" y="73118"/>
                  <a:pt x="967702" y="82062"/>
                </a:cubicBezTo>
                <a:cubicBezTo>
                  <a:pt x="962387" y="83205"/>
                  <a:pt x="963797" y="93883"/>
                  <a:pt x="959244" y="94350"/>
                </a:cubicBezTo>
                <a:cubicBezTo>
                  <a:pt x="953852" y="90540"/>
                  <a:pt x="959787" y="79481"/>
                  <a:pt x="955586" y="81100"/>
                </a:cubicBezTo>
                <a:cubicBezTo>
                  <a:pt x="953976" y="84758"/>
                  <a:pt x="956415" y="88720"/>
                  <a:pt x="952224" y="92168"/>
                </a:cubicBezTo>
                <a:cubicBezTo>
                  <a:pt x="949481" y="87120"/>
                  <a:pt x="951062" y="82386"/>
                  <a:pt x="951643" y="77576"/>
                </a:cubicBezTo>
                <a:close/>
                <a:moveTo>
                  <a:pt x="975198" y="102036"/>
                </a:moveTo>
                <a:cubicBezTo>
                  <a:pt x="974779" y="105256"/>
                  <a:pt x="973636" y="108409"/>
                  <a:pt x="970874" y="111428"/>
                </a:cubicBezTo>
                <a:cubicBezTo>
                  <a:pt x="968407" y="103456"/>
                  <a:pt x="965511" y="110390"/>
                  <a:pt x="962987" y="104322"/>
                </a:cubicBezTo>
                <a:cubicBezTo>
                  <a:pt x="963711" y="103303"/>
                  <a:pt x="964406" y="102274"/>
                  <a:pt x="965102" y="101274"/>
                </a:cubicBezTo>
                <a:cubicBezTo>
                  <a:pt x="967959" y="107818"/>
                  <a:pt x="970207" y="100103"/>
                  <a:pt x="975198" y="102036"/>
                </a:cubicBezTo>
                <a:close/>
                <a:moveTo>
                  <a:pt x="1053532" y="223013"/>
                </a:moveTo>
                <a:cubicBezTo>
                  <a:pt x="1048788" y="222413"/>
                  <a:pt x="1035225" y="236787"/>
                  <a:pt x="1037358" y="221775"/>
                </a:cubicBezTo>
                <a:cubicBezTo>
                  <a:pt x="1042549" y="229109"/>
                  <a:pt x="1048369" y="214955"/>
                  <a:pt x="1053532" y="223013"/>
                </a:cubicBezTo>
                <a:close/>
                <a:moveTo>
                  <a:pt x="1083040" y="251207"/>
                </a:moveTo>
                <a:cubicBezTo>
                  <a:pt x="1080249" y="254236"/>
                  <a:pt x="1077506" y="256084"/>
                  <a:pt x="1074868" y="253817"/>
                </a:cubicBezTo>
                <a:cubicBezTo>
                  <a:pt x="1074991" y="248998"/>
                  <a:pt x="1080240" y="245692"/>
                  <a:pt x="1083040" y="251207"/>
                </a:cubicBezTo>
                <a:close/>
                <a:moveTo>
                  <a:pt x="1084574" y="233539"/>
                </a:moveTo>
                <a:cubicBezTo>
                  <a:pt x="1078478" y="229490"/>
                  <a:pt x="1062771" y="240682"/>
                  <a:pt x="1063628" y="223823"/>
                </a:cubicBezTo>
                <a:cubicBezTo>
                  <a:pt x="1069772" y="232586"/>
                  <a:pt x="1081821" y="223737"/>
                  <a:pt x="1084574" y="233539"/>
                </a:cubicBezTo>
                <a:close/>
                <a:moveTo>
                  <a:pt x="1118702" y="276630"/>
                </a:moveTo>
                <a:cubicBezTo>
                  <a:pt x="1115825" y="282268"/>
                  <a:pt x="1113168" y="280802"/>
                  <a:pt x="1110520" y="279230"/>
                </a:cubicBezTo>
                <a:cubicBezTo>
                  <a:pt x="1110663" y="274106"/>
                  <a:pt x="1115854" y="272991"/>
                  <a:pt x="1118702" y="276630"/>
                </a:cubicBezTo>
                <a:close/>
                <a:moveTo>
                  <a:pt x="1112368" y="251884"/>
                </a:moveTo>
                <a:cubicBezTo>
                  <a:pt x="1117673" y="265990"/>
                  <a:pt x="1123750" y="255160"/>
                  <a:pt x="1129313" y="261266"/>
                </a:cubicBezTo>
                <a:cubicBezTo>
                  <a:pt x="1125684" y="271019"/>
                  <a:pt x="1114654" y="261952"/>
                  <a:pt x="1108043" y="261237"/>
                </a:cubicBezTo>
                <a:cubicBezTo>
                  <a:pt x="1110977" y="258237"/>
                  <a:pt x="1108586" y="254817"/>
                  <a:pt x="1112368" y="251884"/>
                </a:cubicBezTo>
                <a:close/>
                <a:moveTo>
                  <a:pt x="1114587" y="245578"/>
                </a:moveTo>
                <a:cubicBezTo>
                  <a:pt x="1120273" y="254722"/>
                  <a:pt x="1121445" y="233862"/>
                  <a:pt x="1127865" y="241740"/>
                </a:cubicBezTo>
                <a:cubicBezTo>
                  <a:pt x="1122226" y="246873"/>
                  <a:pt x="1124941" y="245511"/>
                  <a:pt x="1122464" y="252665"/>
                </a:cubicBezTo>
                <a:cubicBezTo>
                  <a:pt x="1119483" y="252903"/>
                  <a:pt x="1111320" y="254379"/>
                  <a:pt x="1114587" y="245578"/>
                </a:cubicBezTo>
                <a:close/>
                <a:moveTo>
                  <a:pt x="1148829" y="251474"/>
                </a:moveTo>
                <a:cubicBezTo>
                  <a:pt x="1145591" y="257799"/>
                  <a:pt x="1142543" y="257951"/>
                  <a:pt x="1139581" y="255608"/>
                </a:cubicBezTo>
                <a:cubicBezTo>
                  <a:pt x="1139885" y="249683"/>
                  <a:pt x="1145924" y="242968"/>
                  <a:pt x="1148829" y="251474"/>
                </a:cubicBezTo>
                <a:close/>
                <a:moveTo>
                  <a:pt x="1084831" y="125115"/>
                </a:moveTo>
                <a:cubicBezTo>
                  <a:pt x="1081202" y="133497"/>
                  <a:pt x="1077992" y="128221"/>
                  <a:pt x="1074639" y="127582"/>
                </a:cubicBezTo>
                <a:cubicBezTo>
                  <a:pt x="1078059" y="126106"/>
                  <a:pt x="1081573" y="121029"/>
                  <a:pt x="1084831" y="125115"/>
                </a:cubicBezTo>
                <a:close/>
                <a:moveTo>
                  <a:pt x="1083002" y="118505"/>
                </a:moveTo>
                <a:cubicBezTo>
                  <a:pt x="1080754" y="123315"/>
                  <a:pt x="1073610" y="121239"/>
                  <a:pt x="1075030" y="114648"/>
                </a:cubicBezTo>
                <a:cubicBezTo>
                  <a:pt x="1077592" y="118886"/>
                  <a:pt x="1080583" y="109866"/>
                  <a:pt x="1083002" y="118505"/>
                </a:cubicBezTo>
                <a:close/>
                <a:moveTo>
                  <a:pt x="1097623" y="137441"/>
                </a:moveTo>
                <a:cubicBezTo>
                  <a:pt x="1095813" y="140536"/>
                  <a:pt x="1100214" y="144099"/>
                  <a:pt x="1099356" y="147290"/>
                </a:cubicBezTo>
                <a:cubicBezTo>
                  <a:pt x="1096851" y="151795"/>
                  <a:pt x="1094442" y="153281"/>
                  <a:pt x="1092232" y="148337"/>
                </a:cubicBezTo>
                <a:cubicBezTo>
                  <a:pt x="1095546" y="145747"/>
                  <a:pt x="1092346" y="134574"/>
                  <a:pt x="1097623" y="137441"/>
                </a:cubicBezTo>
                <a:close/>
                <a:moveTo>
                  <a:pt x="1097642" y="103446"/>
                </a:moveTo>
                <a:cubicBezTo>
                  <a:pt x="1097118" y="106008"/>
                  <a:pt x="1093041" y="111095"/>
                  <a:pt x="1094165" y="117772"/>
                </a:cubicBezTo>
                <a:cubicBezTo>
                  <a:pt x="1096632" y="114648"/>
                  <a:pt x="1098871" y="118734"/>
                  <a:pt x="1101099" y="123134"/>
                </a:cubicBezTo>
                <a:cubicBezTo>
                  <a:pt x="1095908" y="127125"/>
                  <a:pt x="1090565" y="136498"/>
                  <a:pt x="1085707" y="130040"/>
                </a:cubicBezTo>
                <a:cubicBezTo>
                  <a:pt x="1093584" y="122801"/>
                  <a:pt x="1088308" y="95207"/>
                  <a:pt x="1097642" y="103446"/>
                </a:cubicBezTo>
                <a:close/>
                <a:moveTo>
                  <a:pt x="1185358" y="281811"/>
                </a:moveTo>
                <a:cubicBezTo>
                  <a:pt x="1183348" y="288755"/>
                  <a:pt x="1176623" y="285707"/>
                  <a:pt x="1178338" y="279630"/>
                </a:cubicBezTo>
                <a:cubicBezTo>
                  <a:pt x="1180624" y="282268"/>
                  <a:pt x="1183196" y="275010"/>
                  <a:pt x="1185358" y="281811"/>
                </a:cubicBezTo>
                <a:close/>
                <a:moveTo>
                  <a:pt x="1112063" y="128849"/>
                </a:moveTo>
                <a:cubicBezTo>
                  <a:pt x="1109558" y="133355"/>
                  <a:pt x="1107148" y="134840"/>
                  <a:pt x="1104938" y="129916"/>
                </a:cubicBezTo>
                <a:cubicBezTo>
                  <a:pt x="1107434" y="125430"/>
                  <a:pt x="1109853" y="123944"/>
                  <a:pt x="1112063" y="128849"/>
                </a:cubicBezTo>
                <a:close/>
                <a:moveTo>
                  <a:pt x="1174318" y="245359"/>
                </a:moveTo>
                <a:cubicBezTo>
                  <a:pt x="1179109" y="244197"/>
                  <a:pt x="1188072" y="242492"/>
                  <a:pt x="1189330" y="251407"/>
                </a:cubicBezTo>
                <a:cubicBezTo>
                  <a:pt x="1193121" y="246302"/>
                  <a:pt x="1199826" y="255656"/>
                  <a:pt x="1200664" y="244168"/>
                </a:cubicBezTo>
                <a:cubicBezTo>
                  <a:pt x="1201960" y="246416"/>
                  <a:pt x="1203236" y="248683"/>
                  <a:pt x="1204503" y="250931"/>
                </a:cubicBezTo>
                <a:cubicBezTo>
                  <a:pt x="1201712" y="256846"/>
                  <a:pt x="1199426" y="252503"/>
                  <a:pt x="1199217" y="258637"/>
                </a:cubicBezTo>
                <a:cubicBezTo>
                  <a:pt x="1193540" y="254103"/>
                  <a:pt x="1190539" y="253789"/>
                  <a:pt x="1188930" y="264295"/>
                </a:cubicBezTo>
                <a:cubicBezTo>
                  <a:pt x="1184691" y="260742"/>
                  <a:pt x="1188253" y="257761"/>
                  <a:pt x="1187206" y="254436"/>
                </a:cubicBezTo>
                <a:cubicBezTo>
                  <a:pt x="1185434" y="257018"/>
                  <a:pt x="1183662" y="259570"/>
                  <a:pt x="1181900" y="262142"/>
                </a:cubicBezTo>
                <a:cubicBezTo>
                  <a:pt x="1177157" y="252455"/>
                  <a:pt x="1182300" y="248017"/>
                  <a:pt x="1174318" y="245359"/>
                </a:cubicBezTo>
                <a:close/>
                <a:moveTo>
                  <a:pt x="1210380" y="257875"/>
                </a:moveTo>
                <a:cubicBezTo>
                  <a:pt x="1215733" y="267905"/>
                  <a:pt x="1203227" y="273925"/>
                  <a:pt x="1199988" y="266762"/>
                </a:cubicBezTo>
                <a:cubicBezTo>
                  <a:pt x="1201264" y="264152"/>
                  <a:pt x="1200198" y="261399"/>
                  <a:pt x="1201245" y="258761"/>
                </a:cubicBezTo>
                <a:cubicBezTo>
                  <a:pt x="1207846" y="258142"/>
                  <a:pt x="1205570" y="270762"/>
                  <a:pt x="1210380" y="257875"/>
                </a:cubicBezTo>
                <a:close/>
                <a:moveTo>
                  <a:pt x="1221838" y="247426"/>
                </a:moveTo>
                <a:cubicBezTo>
                  <a:pt x="1226649" y="253722"/>
                  <a:pt x="1221391" y="259256"/>
                  <a:pt x="1218257" y="264952"/>
                </a:cubicBezTo>
                <a:cubicBezTo>
                  <a:pt x="1216647" y="262409"/>
                  <a:pt x="1214809" y="267524"/>
                  <a:pt x="1213256" y="262952"/>
                </a:cubicBezTo>
                <a:cubicBezTo>
                  <a:pt x="1217209" y="252455"/>
                  <a:pt x="1219076" y="259123"/>
                  <a:pt x="1221838" y="247426"/>
                </a:cubicBezTo>
                <a:close/>
                <a:moveTo>
                  <a:pt x="1245946" y="286517"/>
                </a:moveTo>
                <a:cubicBezTo>
                  <a:pt x="1242832" y="289307"/>
                  <a:pt x="1239669" y="292965"/>
                  <a:pt x="1236821" y="287421"/>
                </a:cubicBezTo>
                <a:cubicBezTo>
                  <a:pt x="1240012" y="282002"/>
                  <a:pt x="1243041" y="282030"/>
                  <a:pt x="1245946" y="286517"/>
                </a:cubicBezTo>
                <a:close/>
                <a:moveTo>
                  <a:pt x="1526200" y="691815"/>
                </a:moveTo>
                <a:cubicBezTo>
                  <a:pt x="1528715" y="688691"/>
                  <a:pt x="1536392" y="685928"/>
                  <a:pt x="1535230" y="694110"/>
                </a:cubicBezTo>
                <a:cubicBezTo>
                  <a:pt x="1532668" y="689967"/>
                  <a:pt x="1529020" y="695853"/>
                  <a:pt x="1528972" y="700102"/>
                </a:cubicBezTo>
                <a:cubicBezTo>
                  <a:pt x="1527219" y="697282"/>
                  <a:pt x="1526219" y="694510"/>
                  <a:pt x="1526200" y="691815"/>
                </a:cubicBezTo>
                <a:close/>
                <a:moveTo>
                  <a:pt x="1301267" y="264933"/>
                </a:moveTo>
                <a:cubicBezTo>
                  <a:pt x="1306878" y="274915"/>
                  <a:pt x="1291047" y="285850"/>
                  <a:pt x="1291933" y="272277"/>
                </a:cubicBezTo>
                <a:cubicBezTo>
                  <a:pt x="1296181" y="276782"/>
                  <a:pt x="1295933" y="265695"/>
                  <a:pt x="1301267" y="264933"/>
                </a:cubicBezTo>
                <a:close/>
                <a:moveTo>
                  <a:pt x="1542440" y="689843"/>
                </a:moveTo>
                <a:cubicBezTo>
                  <a:pt x="1547955" y="687071"/>
                  <a:pt x="1558842" y="681966"/>
                  <a:pt x="1560519" y="694444"/>
                </a:cubicBezTo>
                <a:cubicBezTo>
                  <a:pt x="1553366" y="689091"/>
                  <a:pt x="1557223" y="702416"/>
                  <a:pt x="1554070" y="706902"/>
                </a:cubicBezTo>
                <a:cubicBezTo>
                  <a:pt x="1550432" y="700721"/>
                  <a:pt x="1552023" y="694872"/>
                  <a:pt x="1551584" y="688900"/>
                </a:cubicBezTo>
                <a:cubicBezTo>
                  <a:pt x="1548194" y="696501"/>
                  <a:pt x="1542298" y="698987"/>
                  <a:pt x="1542440" y="689843"/>
                </a:cubicBezTo>
                <a:close/>
                <a:moveTo>
                  <a:pt x="1573797" y="690643"/>
                </a:moveTo>
                <a:cubicBezTo>
                  <a:pt x="1571149" y="689043"/>
                  <a:pt x="1568320" y="693520"/>
                  <a:pt x="1565710" y="690005"/>
                </a:cubicBezTo>
                <a:cubicBezTo>
                  <a:pt x="1565367" y="679880"/>
                  <a:pt x="1577712" y="682966"/>
                  <a:pt x="1573797" y="690643"/>
                </a:cubicBezTo>
                <a:close/>
                <a:moveTo>
                  <a:pt x="1302210" y="133926"/>
                </a:moveTo>
                <a:cubicBezTo>
                  <a:pt x="1298734" y="137603"/>
                  <a:pt x="1295352" y="137336"/>
                  <a:pt x="1292114" y="133126"/>
                </a:cubicBezTo>
                <a:cubicBezTo>
                  <a:pt x="1295705" y="126049"/>
                  <a:pt x="1298943" y="130107"/>
                  <a:pt x="1302210" y="133926"/>
                </a:cubicBezTo>
                <a:close/>
                <a:moveTo>
                  <a:pt x="1320679" y="125620"/>
                </a:moveTo>
                <a:cubicBezTo>
                  <a:pt x="1323661" y="113228"/>
                  <a:pt x="1325518" y="125639"/>
                  <a:pt x="1328757" y="126239"/>
                </a:cubicBezTo>
                <a:cubicBezTo>
                  <a:pt x="1326385" y="117524"/>
                  <a:pt x="1331528" y="111866"/>
                  <a:pt x="1333386" y="107161"/>
                </a:cubicBezTo>
                <a:cubicBezTo>
                  <a:pt x="1338129" y="114562"/>
                  <a:pt x="1326994" y="120724"/>
                  <a:pt x="1331728" y="128078"/>
                </a:cubicBezTo>
                <a:cubicBezTo>
                  <a:pt x="1332871" y="125496"/>
                  <a:pt x="1332376" y="122725"/>
                  <a:pt x="1335015" y="120239"/>
                </a:cubicBezTo>
                <a:cubicBezTo>
                  <a:pt x="1336500" y="120239"/>
                  <a:pt x="1342720" y="126287"/>
                  <a:pt x="1340787" y="130411"/>
                </a:cubicBezTo>
                <a:cubicBezTo>
                  <a:pt x="1335167" y="124449"/>
                  <a:pt x="1313069" y="152833"/>
                  <a:pt x="1318565" y="128668"/>
                </a:cubicBezTo>
                <a:cubicBezTo>
                  <a:pt x="1314488" y="128259"/>
                  <a:pt x="1304944" y="134850"/>
                  <a:pt x="1304534" y="124372"/>
                </a:cubicBezTo>
                <a:cubicBezTo>
                  <a:pt x="1307059" y="118267"/>
                  <a:pt x="1318574" y="117276"/>
                  <a:pt x="1320679" y="125620"/>
                </a:cubicBezTo>
                <a:close/>
                <a:moveTo>
                  <a:pt x="1327233" y="109952"/>
                </a:moveTo>
                <a:cubicBezTo>
                  <a:pt x="1322003" y="115343"/>
                  <a:pt x="1316984" y="114133"/>
                  <a:pt x="1311945" y="113619"/>
                </a:cubicBezTo>
                <a:cubicBezTo>
                  <a:pt x="1317117" y="109266"/>
                  <a:pt x="1322337" y="104208"/>
                  <a:pt x="1327233" y="109952"/>
                </a:cubicBezTo>
                <a:close/>
                <a:moveTo>
                  <a:pt x="1641234" y="669993"/>
                </a:moveTo>
                <a:cubicBezTo>
                  <a:pt x="1645520" y="674470"/>
                  <a:pt x="1655636" y="660706"/>
                  <a:pt x="1656331" y="672775"/>
                </a:cubicBezTo>
                <a:cubicBezTo>
                  <a:pt x="1651625" y="671498"/>
                  <a:pt x="1642396" y="682385"/>
                  <a:pt x="1641234" y="669993"/>
                </a:cubicBezTo>
                <a:close/>
                <a:moveTo>
                  <a:pt x="1345606" y="104894"/>
                </a:moveTo>
                <a:cubicBezTo>
                  <a:pt x="1346864" y="107675"/>
                  <a:pt x="1349521" y="110609"/>
                  <a:pt x="1348397" y="113209"/>
                </a:cubicBezTo>
                <a:cubicBezTo>
                  <a:pt x="1343511" y="107837"/>
                  <a:pt x="1341320" y="109314"/>
                  <a:pt x="1339158" y="117343"/>
                </a:cubicBezTo>
                <a:cubicBezTo>
                  <a:pt x="1336243" y="107932"/>
                  <a:pt x="1341853" y="107618"/>
                  <a:pt x="1345606" y="104894"/>
                </a:cubicBezTo>
                <a:close/>
                <a:moveTo>
                  <a:pt x="1364256" y="124173"/>
                </a:moveTo>
                <a:cubicBezTo>
                  <a:pt x="1366399" y="130516"/>
                  <a:pt x="1369085" y="120915"/>
                  <a:pt x="1371181" y="129545"/>
                </a:cubicBezTo>
                <a:cubicBezTo>
                  <a:pt x="1368238" y="132888"/>
                  <a:pt x="1361056" y="130516"/>
                  <a:pt x="1364256" y="124173"/>
                </a:cubicBezTo>
                <a:close/>
                <a:moveTo>
                  <a:pt x="1357246" y="88006"/>
                </a:moveTo>
                <a:cubicBezTo>
                  <a:pt x="1359732" y="91416"/>
                  <a:pt x="1360608" y="94731"/>
                  <a:pt x="1358970" y="97845"/>
                </a:cubicBezTo>
                <a:cubicBezTo>
                  <a:pt x="1357675" y="96093"/>
                  <a:pt x="1356427" y="92749"/>
                  <a:pt x="1355036" y="94302"/>
                </a:cubicBezTo>
                <a:cubicBezTo>
                  <a:pt x="1353998" y="95121"/>
                  <a:pt x="1352921" y="97302"/>
                  <a:pt x="1351950" y="95674"/>
                </a:cubicBezTo>
                <a:cubicBezTo>
                  <a:pt x="1353722" y="93111"/>
                  <a:pt x="1355474" y="90568"/>
                  <a:pt x="1357246" y="88006"/>
                </a:cubicBezTo>
                <a:close/>
                <a:moveTo>
                  <a:pt x="1691831" y="670669"/>
                </a:moveTo>
                <a:cubicBezTo>
                  <a:pt x="1690707" y="673289"/>
                  <a:pt x="1691164" y="676032"/>
                  <a:pt x="1688563" y="678499"/>
                </a:cubicBezTo>
                <a:cubicBezTo>
                  <a:pt x="1686401" y="671803"/>
                  <a:pt x="1683915" y="675708"/>
                  <a:pt x="1681629" y="673117"/>
                </a:cubicBezTo>
                <a:cubicBezTo>
                  <a:pt x="1685144" y="668564"/>
                  <a:pt x="1688630" y="665126"/>
                  <a:pt x="1691831" y="670669"/>
                </a:cubicBezTo>
                <a:close/>
                <a:moveTo>
                  <a:pt x="1400708" y="123744"/>
                </a:moveTo>
                <a:cubicBezTo>
                  <a:pt x="1399966" y="126887"/>
                  <a:pt x="1405071" y="127649"/>
                  <a:pt x="1405595" y="128992"/>
                </a:cubicBezTo>
                <a:cubicBezTo>
                  <a:pt x="1406890" y="126392"/>
                  <a:pt x="1405814" y="123610"/>
                  <a:pt x="1406852" y="120991"/>
                </a:cubicBezTo>
                <a:cubicBezTo>
                  <a:pt x="1412205" y="120020"/>
                  <a:pt x="1413739" y="128992"/>
                  <a:pt x="1409462" y="135745"/>
                </a:cubicBezTo>
                <a:cubicBezTo>
                  <a:pt x="1404099" y="133888"/>
                  <a:pt x="1398661" y="135422"/>
                  <a:pt x="1393403" y="131278"/>
                </a:cubicBezTo>
                <a:cubicBezTo>
                  <a:pt x="1397403" y="127982"/>
                  <a:pt x="1398899" y="123649"/>
                  <a:pt x="1400708" y="123744"/>
                </a:cubicBezTo>
                <a:close/>
                <a:moveTo>
                  <a:pt x="1709604" y="684985"/>
                </a:moveTo>
                <a:cubicBezTo>
                  <a:pt x="1708328" y="682776"/>
                  <a:pt x="1707042" y="680499"/>
                  <a:pt x="1705766" y="678232"/>
                </a:cubicBezTo>
                <a:cubicBezTo>
                  <a:pt x="1709099" y="670984"/>
                  <a:pt x="1714452" y="680414"/>
                  <a:pt x="1709604" y="684985"/>
                </a:cubicBezTo>
                <a:close/>
                <a:moveTo>
                  <a:pt x="1426778" y="132231"/>
                </a:moveTo>
                <a:cubicBezTo>
                  <a:pt x="1429874" y="129802"/>
                  <a:pt x="1432941" y="128821"/>
                  <a:pt x="1435808" y="134545"/>
                </a:cubicBezTo>
                <a:cubicBezTo>
                  <a:pt x="1432617" y="139793"/>
                  <a:pt x="1429617" y="138355"/>
                  <a:pt x="1426683" y="135479"/>
                </a:cubicBezTo>
                <a:cubicBezTo>
                  <a:pt x="1427264" y="134440"/>
                  <a:pt x="1427779" y="133374"/>
                  <a:pt x="1426778" y="132231"/>
                </a:cubicBezTo>
                <a:close/>
                <a:moveTo>
                  <a:pt x="1754838" y="662630"/>
                </a:moveTo>
                <a:cubicBezTo>
                  <a:pt x="1757115" y="665192"/>
                  <a:pt x="1759534" y="663564"/>
                  <a:pt x="1761763" y="667993"/>
                </a:cubicBezTo>
                <a:cubicBezTo>
                  <a:pt x="1760201" y="669803"/>
                  <a:pt x="1762477" y="679518"/>
                  <a:pt x="1758486" y="675851"/>
                </a:cubicBezTo>
                <a:cubicBezTo>
                  <a:pt x="1760677" y="671755"/>
                  <a:pt x="1758372" y="667688"/>
                  <a:pt x="1755601" y="670736"/>
                </a:cubicBezTo>
                <a:cubicBezTo>
                  <a:pt x="1756391" y="674070"/>
                  <a:pt x="1756296" y="677299"/>
                  <a:pt x="1755305" y="680461"/>
                </a:cubicBezTo>
                <a:cubicBezTo>
                  <a:pt x="1753381" y="677108"/>
                  <a:pt x="1751200" y="682480"/>
                  <a:pt x="1749352" y="676746"/>
                </a:cubicBezTo>
                <a:cubicBezTo>
                  <a:pt x="1754524" y="672288"/>
                  <a:pt x="1749657" y="667050"/>
                  <a:pt x="1754838" y="662630"/>
                </a:cubicBezTo>
                <a:close/>
                <a:moveTo>
                  <a:pt x="1457544" y="118457"/>
                </a:moveTo>
                <a:cubicBezTo>
                  <a:pt x="1461859" y="121972"/>
                  <a:pt x="1471736" y="116457"/>
                  <a:pt x="1472555" y="124477"/>
                </a:cubicBezTo>
                <a:cubicBezTo>
                  <a:pt x="1469603" y="121915"/>
                  <a:pt x="1466450" y="125601"/>
                  <a:pt x="1463421" y="125363"/>
                </a:cubicBezTo>
                <a:cubicBezTo>
                  <a:pt x="1464993" y="128916"/>
                  <a:pt x="1466717" y="127392"/>
                  <a:pt x="1468317" y="130621"/>
                </a:cubicBezTo>
                <a:cubicBezTo>
                  <a:pt x="1465431" y="133307"/>
                  <a:pt x="1461011" y="135117"/>
                  <a:pt x="1460916" y="141384"/>
                </a:cubicBezTo>
                <a:cubicBezTo>
                  <a:pt x="1458868" y="133650"/>
                  <a:pt x="1457849" y="126020"/>
                  <a:pt x="1457544" y="118457"/>
                </a:cubicBezTo>
                <a:close/>
                <a:moveTo>
                  <a:pt x="1775041" y="664202"/>
                </a:moveTo>
                <a:cubicBezTo>
                  <a:pt x="1773422" y="667841"/>
                  <a:pt x="1774431" y="671689"/>
                  <a:pt x="1771650" y="675251"/>
                </a:cubicBezTo>
                <a:cubicBezTo>
                  <a:pt x="1769402" y="670546"/>
                  <a:pt x="1770298" y="659020"/>
                  <a:pt x="1775041" y="664202"/>
                </a:cubicBezTo>
                <a:close/>
                <a:moveTo>
                  <a:pt x="1478509" y="128154"/>
                </a:moveTo>
                <a:cubicBezTo>
                  <a:pt x="1483252" y="135555"/>
                  <a:pt x="1482623" y="142499"/>
                  <a:pt x="1480909" y="149376"/>
                </a:cubicBezTo>
                <a:cubicBezTo>
                  <a:pt x="1479633" y="146985"/>
                  <a:pt x="1478299" y="146394"/>
                  <a:pt x="1476975" y="145851"/>
                </a:cubicBezTo>
                <a:cubicBezTo>
                  <a:pt x="1479375" y="140079"/>
                  <a:pt x="1473270" y="133698"/>
                  <a:pt x="1478509" y="128154"/>
                </a:cubicBezTo>
                <a:close/>
                <a:moveTo>
                  <a:pt x="1783871" y="672965"/>
                </a:moveTo>
                <a:cubicBezTo>
                  <a:pt x="1781385" y="677461"/>
                  <a:pt x="1778975" y="678975"/>
                  <a:pt x="1776746" y="674032"/>
                </a:cubicBezTo>
                <a:cubicBezTo>
                  <a:pt x="1779251" y="669545"/>
                  <a:pt x="1781661" y="668040"/>
                  <a:pt x="1783871" y="672965"/>
                </a:cubicBezTo>
                <a:close/>
                <a:moveTo>
                  <a:pt x="1491787" y="124353"/>
                </a:moveTo>
                <a:cubicBezTo>
                  <a:pt x="1486338" y="125716"/>
                  <a:pt x="1480880" y="127935"/>
                  <a:pt x="1475623" y="123068"/>
                </a:cubicBezTo>
                <a:cubicBezTo>
                  <a:pt x="1481423" y="121753"/>
                  <a:pt x="1482652" y="118839"/>
                  <a:pt x="1486881" y="119105"/>
                </a:cubicBezTo>
                <a:cubicBezTo>
                  <a:pt x="1486271" y="120648"/>
                  <a:pt x="1486471" y="122325"/>
                  <a:pt x="1487757" y="124030"/>
                </a:cubicBezTo>
                <a:cubicBezTo>
                  <a:pt x="1489158" y="122353"/>
                  <a:pt x="1490529" y="120896"/>
                  <a:pt x="1491787" y="124353"/>
                </a:cubicBezTo>
                <a:close/>
                <a:moveTo>
                  <a:pt x="1499673" y="131421"/>
                </a:moveTo>
                <a:cubicBezTo>
                  <a:pt x="1498425" y="134021"/>
                  <a:pt x="1500569" y="136888"/>
                  <a:pt x="1500426" y="139555"/>
                </a:cubicBezTo>
                <a:cubicBezTo>
                  <a:pt x="1494511" y="146023"/>
                  <a:pt x="1488815" y="144213"/>
                  <a:pt x="1483214" y="139841"/>
                </a:cubicBezTo>
                <a:cubicBezTo>
                  <a:pt x="1486567" y="135783"/>
                  <a:pt x="1484309" y="131297"/>
                  <a:pt x="1487662" y="127239"/>
                </a:cubicBezTo>
                <a:cubicBezTo>
                  <a:pt x="1491615" y="130278"/>
                  <a:pt x="1495730" y="127859"/>
                  <a:pt x="1499673" y="131421"/>
                </a:cubicBezTo>
                <a:close/>
                <a:moveTo>
                  <a:pt x="1809455" y="663630"/>
                </a:moveTo>
                <a:cubicBezTo>
                  <a:pt x="1805635" y="668193"/>
                  <a:pt x="1802806" y="672822"/>
                  <a:pt x="1803949" y="677737"/>
                </a:cubicBezTo>
                <a:cubicBezTo>
                  <a:pt x="1801063" y="673298"/>
                  <a:pt x="1797872" y="678137"/>
                  <a:pt x="1794929" y="675441"/>
                </a:cubicBezTo>
                <a:cubicBezTo>
                  <a:pt x="1800920" y="665354"/>
                  <a:pt x="1792195" y="668964"/>
                  <a:pt x="1795320" y="662545"/>
                </a:cubicBezTo>
                <a:cubicBezTo>
                  <a:pt x="1799844" y="669031"/>
                  <a:pt x="1804835" y="660468"/>
                  <a:pt x="1809455" y="663630"/>
                </a:cubicBezTo>
                <a:close/>
                <a:moveTo>
                  <a:pt x="1507274" y="114209"/>
                </a:moveTo>
                <a:cubicBezTo>
                  <a:pt x="1509322" y="117076"/>
                  <a:pt x="1508208" y="119677"/>
                  <a:pt x="1510065" y="122525"/>
                </a:cubicBezTo>
                <a:cubicBezTo>
                  <a:pt x="1511132" y="120991"/>
                  <a:pt x="1510541" y="119324"/>
                  <a:pt x="1511217" y="117743"/>
                </a:cubicBezTo>
                <a:cubicBezTo>
                  <a:pt x="1515485" y="121886"/>
                  <a:pt x="1512903" y="125439"/>
                  <a:pt x="1509865" y="128973"/>
                </a:cubicBezTo>
                <a:cubicBezTo>
                  <a:pt x="1508570" y="127220"/>
                  <a:pt x="1507322" y="123906"/>
                  <a:pt x="1505922" y="125439"/>
                </a:cubicBezTo>
                <a:cubicBezTo>
                  <a:pt x="1506855" y="127649"/>
                  <a:pt x="1505293" y="129687"/>
                  <a:pt x="1503712" y="131735"/>
                </a:cubicBezTo>
                <a:cubicBezTo>
                  <a:pt x="1502759" y="130021"/>
                  <a:pt x="1501807" y="128364"/>
                  <a:pt x="1500826" y="126659"/>
                </a:cubicBezTo>
                <a:cubicBezTo>
                  <a:pt x="1506436" y="119962"/>
                  <a:pt x="1505464" y="122020"/>
                  <a:pt x="1507274" y="114209"/>
                </a:cubicBezTo>
                <a:close/>
                <a:moveTo>
                  <a:pt x="1520742" y="137908"/>
                </a:moveTo>
                <a:cubicBezTo>
                  <a:pt x="1524219" y="134126"/>
                  <a:pt x="1527458" y="138727"/>
                  <a:pt x="1530839" y="138698"/>
                </a:cubicBezTo>
                <a:cubicBezTo>
                  <a:pt x="1527219" y="146480"/>
                  <a:pt x="1520723" y="147518"/>
                  <a:pt x="1520742" y="137908"/>
                </a:cubicBezTo>
                <a:close/>
                <a:moveTo>
                  <a:pt x="1543345" y="126725"/>
                </a:moveTo>
                <a:cubicBezTo>
                  <a:pt x="1546403" y="125696"/>
                  <a:pt x="1549556" y="122039"/>
                  <a:pt x="1552480" y="125801"/>
                </a:cubicBezTo>
                <a:cubicBezTo>
                  <a:pt x="1549556" y="133307"/>
                  <a:pt x="1547031" y="127192"/>
                  <a:pt x="1544298" y="128402"/>
                </a:cubicBezTo>
                <a:cubicBezTo>
                  <a:pt x="1544812" y="130059"/>
                  <a:pt x="1546165" y="131773"/>
                  <a:pt x="1545155" y="133345"/>
                </a:cubicBezTo>
                <a:cubicBezTo>
                  <a:pt x="1543793" y="131059"/>
                  <a:pt x="1543555" y="128897"/>
                  <a:pt x="1543345" y="126725"/>
                </a:cubicBezTo>
                <a:close/>
                <a:moveTo>
                  <a:pt x="1566224" y="139832"/>
                </a:moveTo>
                <a:cubicBezTo>
                  <a:pt x="1562967" y="136174"/>
                  <a:pt x="1559414" y="142022"/>
                  <a:pt x="1556233" y="135812"/>
                </a:cubicBezTo>
                <a:cubicBezTo>
                  <a:pt x="1559128" y="131716"/>
                  <a:pt x="1567053" y="132040"/>
                  <a:pt x="1566224" y="139832"/>
                </a:cubicBezTo>
                <a:close/>
                <a:moveTo>
                  <a:pt x="1564110" y="142899"/>
                </a:moveTo>
                <a:cubicBezTo>
                  <a:pt x="1565091" y="143889"/>
                  <a:pt x="1566120" y="143584"/>
                  <a:pt x="1567186" y="141508"/>
                </a:cubicBezTo>
                <a:cubicBezTo>
                  <a:pt x="1569672" y="144927"/>
                  <a:pt x="1570558" y="148261"/>
                  <a:pt x="1568920" y="151366"/>
                </a:cubicBezTo>
                <a:cubicBezTo>
                  <a:pt x="1567301" y="149309"/>
                  <a:pt x="1565558" y="151023"/>
                  <a:pt x="1563929" y="149318"/>
                </a:cubicBezTo>
                <a:cubicBezTo>
                  <a:pt x="1565291" y="147299"/>
                  <a:pt x="1563195" y="144985"/>
                  <a:pt x="1564110" y="142899"/>
                </a:cubicBezTo>
                <a:close/>
                <a:moveTo>
                  <a:pt x="1587284" y="146299"/>
                </a:moveTo>
                <a:cubicBezTo>
                  <a:pt x="1581655" y="153814"/>
                  <a:pt x="1576302" y="152519"/>
                  <a:pt x="1571044" y="148299"/>
                </a:cubicBezTo>
                <a:cubicBezTo>
                  <a:pt x="1576626" y="141518"/>
                  <a:pt x="1581798" y="149090"/>
                  <a:pt x="1587284" y="146299"/>
                </a:cubicBezTo>
                <a:close/>
                <a:moveTo>
                  <a:pt x="1590856" y="128783"/>
                </a:moveTo>
                <a:cubicBezTo>
                  <a:pt x="1588560" y="139908"/>
                  <a:pt x="1582245" y="137946"/>
                  <a:pt x="1577473" y="135831"/>
                </a:cubicBezTo>
                <a:cubicBezTo>
                  <a:pt x="1582084" y="128963"/>
                  <a:pt x="1586608" y="124125"/>
                  <a:pt x="1590856" y="128783"/>
                </a:cubicBezTo>
                <a:close/>
                <a:moveTo>
                  <a:pt x="1615469" y="151719"/>
                </a:moveTo>
                <a:cubicBezTo>
                  <a:pt x="1616421" y="154510"/>
                  <a:pt x="1615792" y="157148"/>
                  <a:pt x="1618250" y="160015"/>
                </a:cubicBezTo>
                <a:cubicBezTo>
                  <a:pt x="1613687" y="165730"/>
                  <a:pt x="1609220" y="168588"/>
                  <a:pt x="1605067" y="160634"/>
                </a:cubicBezTo>
                <a:cubicBezTo>
                  <a:pt x="1610325" y="160310"/>
                  <a:pt x="1615240" y="156053"/>
                  <a:pt x="1615469" y="151719"/>
                </a:cubicBezTo>
                <a:close/>
                <a:moveTo>
                  <a:pt x="1675781" y="132126"/>
                </a:moveTo>
                <a:cubicBezTo>
                  <a:pt x="1673276" y="136507"/>
                  <a:pt x="1678886" y="132955"/>
                  <a:pt x="1679619" y="138898"/>
                </a:cubicBezTo>
                <a:cubicBezTo>
                  <a:pt x="1677667" y="143927"/>
                  <a:pt x="1671028" y="138184"/>
                  <a:pt x="1672685" y="133536"/>
                </a:cubicBezTo>
                <a:cubicBezTo>
                  <a:pt x="1674771" y="136326"/>
                  <a:pt x="1673905" y="130021"/>
                  <a:pt x="1675781" y="132126"/>
                </a:cubicBezTo>
                <a:close/>
                <a:moveTo>
                  <a:pt x="2092538" y="141803"/>
                </a:moveTo>
                <a:cubicBezTo>
                  <a:pt x="2095167" y="144480"/>
                  <a:pt x="2097910" y="142851"/>
                  <a:pt x="2100425" y="148890"/>
                </a:cubicBezTo>
                <a:cubicBezTo>
                  <a:pt x="2096167" y="155986"/>
                  <a:pt x="2092090" y="156700"/>
                  <a:pt x="2088004" y="157662"/>
                </a:cubicBezTo>
                <a:cubicBezTo>
                  <a:pt x="2087042" y="155976"/>
                  <a:pt x="2086080" y="154291"/>
                  <a:pt x="2085127" y="152595"/>
                </a:cubicBezTo>
                <a:cubicBezTo>
                  <a:pt x="2090928" y="149376"/>
                  <a:pt x="2089995" y="150738"/>
                  <a:pt x="2092538" y="141803"/>
                </a:cubicBezTo>
                <a:close/>
                <a:moveTo>
                  <a:pt x="2125628" y="152500"/>
                </a:moveTo>
                <a:cubicBezTo>
                  <a:pt x="2121437" y="144318"/>
                  <a:pt x="2115226" y="157577"/>
                  <a:pt x="2116788" y="143689"/>
                </a:cubicBezTo>
                <a:cubicBezTo>
                  <a:pt x="2119113" y="147680"/>
                  <a:pt x="2126790" y="143908"/>
                  <a:pt x="2125628" y="152500"/>
                </a:cubicBezTo>
                <a:close/>
                <a:moveTo>
                  <a:pt x="2510466" y="646819"/>
                </a:moveTo>
                <a:cubicBezTo>
                  <a:pt x="2500827" y="657687"/>
                  <a:pt x="2520296" y="650591"/>
                  <a:pt x="2509876" y="666183"/>
                </a:cubicBezTo>
                <a:cubicBezTo>
                  <a:pt x="2506618" y="658982"/>
                  <a:pt x="2507618" y="658487"/>
                  <a:pt x="2503046" y="657573"/>
                </a:cubicBezTo>
                <a:cubicBezTo>
                  <a:pt x="2503980" y="653096"/>
                  <a:pt x="2505875" y="641666"/>
                  <a:pt x="2510466" y="646819"/>
                </a:cubicBezTo>
                <a:close/>
                <a:moveTo>
                  <a:pt x="2499779" y="665402"/>
                </a:moveTo>
                <a:cubicBezTo>
                  <a:pt x="2498474" y="663630"/>
                  <a:pt x="2497236" y="660316"/>
                  <a:pt x="2495826" y="661840"/>
                </a:cubicBezTo>
                <a:cubicBezTo>
                  <a:pt x="2494293" y="665135"/>
                  <a:pt x="2496122" y="676784"/>
                  <a:pt x="2491397" y="674470"/>
                </a:cubicBezTo>
                <a:cubicBezTo>
                  <a:pt x="2490702" y="670650"/>
                  <a:pt x="2493312" y="667050"/>
                  <a:pt x="2490730" y="663078"/>
                </a:cubicBezTo>
                <a:cubicBezTo>
                  <a:pt x="2496179" y="661935"/>
                  <a:pt x="2495893" y="648314"/>
                  <a:pt x="2501322" y="647733"/>
                </a:cubicBezTo>
                <a:cubicBezTo>
                  <a:pt x="2502332" y="653725"/>
                  <a:pt x="2504275" y="659801"/>
                  <a:pt x="2499779" y="665402"/>
                </a:cubicBezTo>
                <a:close/>
                <a:moveTo>
                  <a:pt x="2225069" y="144004"/>
                </a:moveTo>
                <a:cubicBezTo>
                  <a:pt x="2228250" y="139632"/>
                  <a:pt x="2231203" y="142175"/>
                  <a:pt x="2234213" y="143108"/>
                </a:cubicBezTo>
                <a:cubicBezTo>
                  <a:pt x="2234137" y="148680"/>
                  <a:pt x="2229822" y="146756"/>
                  <a:pt x="2226821" y="153862"/>
                </a:cubicBezTo>
                <a:cubicBezTo>
                  <a:pt x="2223421" y="150385"/>
                  <a:pt x="2226983" y="147414"/>
                  <a:pt x="2225069" y="144004"/>
                </a:cubicBezTo>
                <a:close/>
                <a:moveTo>
                  <a:pt x="2525659" y="646371"/>
                </a:moveTo>
                <a:cubicBezTo>
                  <a:pt x="2528383" y="651962"/>
                  <a:pt x="2526449" y="657191"/>
                  <a:pt x="2527164" y="662659"/>
                </a:cubicBezTo>
                <a:cubicBezTo>
                  <a:pt x="2524582" y="659173"/>
                  <a:pt x="2521591" y="668945"/>
                  <a:pt x="2519096" y="662059"/>
                </a:cubicBezTo>
                <a:cubicBezTo>
                  <a:pt x="2522144" y="653981"/>
                  <a:pt x="2522744" y="655106"/>
                  <a:pt x="2525659" y="646371"/>
                </a:cubicBezTo>
                <a:close/>
                <a:moveTo>
                  <a:pt x="2246129" y="150500"/>
                </a:moveTo>
                <a:cubicBezTo>
                  <a:pt x="2241271" y="147032"/>
                  <a:pt x="2242271" y="157891"/>
                  <a:pt x="2237966" y="153090"/>
                </a:cubicBezTo>
                <a:cubicBezTo>
                  <a:pt x="2237089" y="149347"/>
                  <a:pt x="2247719" y="139803"/>
                  <a:pt x="2246129" y="150500"/>
                </a:cubicBezTo>
                <a:close/>
                <a:moveTo>
                  <a:pt x="2528640" y="648228"/>
                </a:moveTo>
                <a:cubicBezTo>
                  <a:pt x="2530783" y="644580"/>
                  <a:pt x="2532783" y="644733"/>
                  <a:pt x="2534688" y="648667"/>
                </a:cubicBezTo>
                <a:cubicBezTo>
                  <a:pt x="2533498" y="652572"/>
                  <a:pt x="2532478" y="655315"/>
                  <a:pt x="2530450" y="654820"/>
                </a:cubicBezTo>
                <a:cubicBezTo>
                  <a:pt x="2531526" y="652753"/>
                  <a:pt x="2530078" y="650467"/>
                  <a:pt x="2528640" y="648228"/>
                </a:cubicBezTo>
                <a:close/>
                <a:moveTo>
                  <a:pt x="2543547" y="123420"/>
                </a:moveTo>
                <a:cubicBezTo>
                  <a:pt x="2540013" y="118038"/>
                  <a:pt x="2535993" y="128097"/>
                  <a:pt x="2532402" y="124134"/>
                </a:cubicBezTo>
                <a:cubicBezTo>
                  <a:pt x="2535765" y="115762"/>
                  <a:pt x="2544070" y="115114"/>
                  <a:pt x="2543547" y="123420"/>
                </a:cubicBezTo>
                <a:close/>
                <a:moveTo>
                  <a:pt x="2559815" y="121420"/>
                </a:moveTo>
                <a:cubicBezTo>
                  <a:pt x="2554777" y="120477"/>
                  <a:pt x="2549614" y="124134"/>
                  <a:pt x="2544728" y="118619"/>
                </a:cubicBezTo>
                <a:cubicBezTo>
                  <a:pt x="2549957" y="112514"/>
                  <a:pt x="2555015" y="112561"/>
                  <a:pt x="2559815" y="121420"/>
                </a:cubicBezTo>
                <a:close/>
                <a:moveTo>
                  <a:pt x="2567130" y="113895"/>
                </a:moveTo>
                <a:cubicBezTo>
                  <a:pt x="2565711" y="115952"/>
                  <a:pt x="2564302" y="118010"/>
                  <a:pt x="2562892" y="120048"/>
                </a:cubicBezTo>
                <a:cubicBezTo>
                  <a:pt x="2561911" y="118353"/>
                  <a:pt x="2560977" y="116667"/>
                  <a:pt x="2560015" y="114990"/>
                </a:cubicBezTo>
                <a:cubicBezTo>
                  <a:pt x="2562568" y="108580"/>
                  <a:pt x="2564806" y="112771"/>
                  <a:pt x="2567130" y="113895"/>
                </a:cubicBezTo>
                <a:close/>
                <a:moveTo>
                  <a:pt x="2886780" y="387958"/>
                </a:moveTo>
                <a:cubicBezTo>
                  <a:pt x="2889914" y="393568"/>
                  <a:pt x="2887456" y="398797"/>
                  <a:pt x="2884265" y="403931"/>
                </a:cubicBezTo>
                <a:cubicBezTo>
                  <a:pt x="2879389" y="407894"/>
                  <a:pt x="2872292" y="407027"/>
                  <a:pt x="2864739" y="413751"/>
                </a:cubicBezTo>
                <a:cubicBezTo>
                  <a:pt x="2863758" y="411523"/>
                  <a:pt x="2861834" y="409189"/>
                  <a:pt x="2862901" y="407122"/>
                </a:cubicBezTo>
                <a:cubicBezTo>
                  <a:pt x="2868073" y="399340"/>
                  <a:pt x="2878703" y="392739"/>
                  <a:pt x="2886780" y="387958"/>
                </a:cubicBezTo>
                <a:close/>
                <a:moveTo>
                  <a:pt x="2914098" y="388453"/>
                </a:moveTo>
                <a:cubicBezTo>
                  <a:pt x="2915726" y="391825"/>
                  <a:pt x="2916612" y="395111"/>
                  <a:pt x="2915822" y="398302"/>
                </a:cubicBezTo>
                <a:cubicBezTo>
                  <a:pt x="2909021" y="399512"/>
                  <a:pt x="2902115" y="404769"/>
                  <a:pt x="2895438" y="403188"/>
                </a:cubicBezTo>
                <a:cubicBezTo>
                  <a:pt x="2901677" y="397197"/>
                  <a:pt x="2907840" y="394444"/>
                  <a:pt x="2914098" y="388453"/>
                </a:cubicBezTo>
                <a:close/>
                <a:moveTo>
                  <a:pt x="2752011" y="92664"/>
                </a:moveTo>
                <a:cubicBezTo>
                  <a:pt x="2751077" y="98988"/>
                  <a:pt x="2743381" y="105170"/>
                  <a:pt x="2739581" y="101427"/>
                </a:cubicBezTo>
                <a:cubicBezTo>
                  <a:pt x="2743886" y="93102"/>
                  <a:pt x="2747905" y="94302"/>
                  <a:pt x="2752011" y="92664"/>
                </a:cubicBezTo>
                <a:close/>
                <a:moveTo>
                  <a:pt x="2944882" y="374632"/>
                </a:moveTo>
                <a:cubicBezTo>
                  <a:pt x="2935996" y="382757"/>
                  <a:pt x="2928347" y="385586"/>
                  <a:pt x="2923899" y="398902"/>
                </a:cubicBezTo>
                <a:cubicBezTo>
                  <a:pt x="2922622" y="396683"/>
                  <a:pt x="2921337" y="394416"/>
                  <a:pt x="2920060" y="392149"/>
                </a:cubicBezTo>
                <a:cubicBezTo>
                  <a:pt x="2926185" y="389006"/>
                  <a:pt x="2933595" y="367965"/>
                  <a:pt x="2944882" y="374632"/>
                </a:cubicBezTo>
                <a:close/>
                <a:moveTo>
                  <a:pt x="2824258" y="46458"/>
                </a:moveTo>
                <a:cubicBezTo>
                  <a:pt x="2826029" y="43667"/>
                  <a:pt x="2827773" y="42086"/>
                  <a:pt x="2829459" y="42019"/>
                </a:cubicBezTo>
                <a:cubicBezTo>
                  <a:pt x="2834440" y="49973"/>
                  <a:pt x="2825734" y="56840"/>
                  <a:pt x="2832811" y="64927"/>
                </a:cubicBezTo>
                <a:cubicBezTo>
                  <a:pt x="2829068" y="66041"/>
                  <a:pt x="2825134" y="73328"/>
                  <a:pt x="2821667" y="65698"/>
                </a:cubicBezTo>
                <a:cubicBezTo>
                  <a:pt x="2828249" y="66394"/>
                  <a:pt x="2830344" y="55516"/>
                  <a:pt x="2824258" y="46458"/>
                </a:cubicBezTo>
                <a:close/>
                <a:moveTo>
                  <a:pt x="3019501" y="383681"/>
                </a:moveTo>
                <a:cubicBezTo>
                  <a:pt x="3022387" y="388196"/>
                  <a:pt x="3018920" y="392254"/>
                  <a:pt x="3019130" y="396597"/>
                </a:cubicBezTo>
                <a:cubicBezTo>
                  <a:pt x="3016853" y="394016"/>
                  <a:pt x="3014358" y="397940"/>
                  <a:pt x="3012196" y="391225"/>
                </a:cubicBezTo>
                <a:cubicBezTo>
                  <a:pt x="3014672" y="387558"/>
                  <a:pt x="3016968" y="389577"/>
                  <a:pt x="3019501" y="383681"/>
                </a:cubicBezTo>
                <a:close/>
                <a:moveTo>
                  <a:pt x="2982077" y="249702"/>
                </a:moveTo>
                <a:cubicBezTo>
                  <a:pt x="2984878" y="251846"/>
                  <a:pt x="2987059" y="240511"/>
                  <a:pt x="2988526" y="237244"/>
                </a:cubicBezTo>
                <a:cubicBezTo>
                  <a:pt x="2992765" y="240777"/>
                  <a:pt x="2989202" y="243768"/>
                  <a:pt x="2990250" y="247074"/>
                </a:cubicBezTo>
                <a:cubicBezTo>
                  <a:pt x="2991298" y="246273"/>
                  <a:pt x="2992279" y="246721"/>
                  <a:pt x="2993231" y="248931"/>
                </a:cubicBezTo>
                <a:cubicBezTo>
                  <a:pt x="2988154" y="250341"/>
                  <a:pt x="2983830" y="248655"/>
                  <a:pt x="2985830" y="259675"/>
                </a:cubicBezTo>
                <a:cubicBezTo>
                  <a:pt x="2983354" y="259637"/>
                  <a:pt x="2981744" y="253941"/>
                  <a:pt x="2982077" y="249702"/>
                </a:cubicBezTo>
                <a:close/>
                <a:moveTo>
                  <a:pt x="2945330" y="93102"/>
                </a:moveTo>
                <a:cubicBezTo>
                  <a:pt x="2943120" y="88206"/>
                  <a:pt x="2940463" y="97712"/>
                  <a:pt x="2938301" y="90949"/>
                </a:cubicBezTo>
                <a:cubicBezTo>
                  <a:pt x="2940329" y="83986"/>
                  <a:pt x="2947045" y="87015"/>
                  <a:pt x="2945330" y="93102"/>
                </a:cubicBezTo>
                <a:close/>
                <a:moveTo>
                  <a:pt x="2973610" y="95274"/>
                </a:moveTo>
                <a:cubicBezTo>
                  <a:pt x="2968400" y="100055"/>
                  <a:pt x="2963209" y="104475"/>
                  <a:pt x="2958322" y="98960"/>
                </a:cubicBezTo>
                <a:cubicBezTo>
                  <a:pt x="2963370" y="98693"/>
                  <a:pt x="2968724" y="89482"/>
                  <a:pt x="2973610" y="95274"/>
                </a:cubicBezTo>
                <a:close/>
                <a:moveTo>
                  <a:pt x="2993708" y="100093"/>
                </a:moveTo>
                <a:cubicBezTo>
                  <a:pt x="2990926" y="103084"/>
                  <a:pt x="2988126" y="106189"/>
                  <a:pt x="2985621" y="99446"/>
                </a:cubicBezTo>
                <a:cubicBezTo>
                  <a:pt x="2988431" y="95731"/>
                  <a:pt x="2991136" y="95969"/>
                  <a:pt x="2993708" y="100093"/>
                </a:cubicBezTo>
                <a:close/>
                <a:moveTo>
                  <a:pt x="2992669" y="67632"/>
                </a:moveTo>
                <a:cubicBezTo>
                  <a:pt x="2995184" y="73004"/>
                  <a:pt x="2996232" y="73080"/>
                  <a:pt x="2996708" y="67946"/>
                </a:cubicBezTo>
                <a:cubicBezTo>
                  <a:pt x="3001137" y="73557"/>
                  <a:pt x="2991993" y="79691"/>
                  <a:pt x="2990460" y="73957"/>
                </a:cubicBezTo>
                <a:cubicBezTo>
                  <a:pt x="2991945" y="71861"/>
                  <a:pt x="2992327" y="69766"/>
                  <a:pt x="2992669" y="67632"/>
                </a:cubicBezTo>
                <a:close/>
                <a:moveTo>
                  <a:pt x="3171730" y="138174"/>
                </a:moveTo>
                <a:cubicBezTo>
                  <a:pt x="3171558" y="144089"/>
                  <a:pt x="3166310" y="147680"/>
                  <a:pt x="3163348" y="147223"/>
                </a:cubicBezTo>
                <a:cubicBezTo>
                  <a:pt x="3163472" y="142851"/>
                  <a:pt x="3168901" y="133288"/>
                  <a:pt x="3171730" y="13817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1E51E2-0481-73FE-2935-D8A9B903A9AE}"/>
              </a:ext>
            </a:extLst>
          </p:cNvPr>
          <p:cNvSpPr/>
          <p:nvPr/>
        </p:nvSpPr>
        <p:spPr>
          <a:xfrm>
            <a:off x="718273" y="1829858"/>
            <a:ext cx="10363200" cy="178676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lumOff val="5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EDA9E-D12B-CE91-4BAC-009F1CB7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921933"/>
            <a:ext cx="8534400" cy="1507067"/>
          </a:xfrm>
        </p:spPr>
        <p:txBody>
          <a:bodyPr>
            <a:normAutofit/>
          </a:bodyPr>
          <a:lstStyle/>
          <a:p>
            <a:r>
              <a:rPr lang="bg-BG" sz="4000" b="1" dirty="0"/>
              <a:t>Благодаря ви за вниманието</a:t>
            </a:r>
            <a:endParaRPr lang="en-GB" sz="4000" b="1" dirty="0"/>
          </a:p>
        </p:txBody>
      </p:sp>
      <p:sp>
        <p:nvSpPr>
          <p:cNvPr id="5" name="Graphic 10" descr="An organic corner shape">
            <a:extLst>
              <a:ext uri="{FF2B5EF4-FFF2-40B4-BE49-F238E27FC236}">
                <a16:creationId xmlns:a16="http://schemas.microsoft.com/office/drawing/2014/main" id="{1BD3DD8C-FF6B-80BC-7021-8695E68DB2FD}"/>
              </a:ext>
            </a:extLst>
          </p:cNvPr>
          <p:cNvSpPr/>
          <p:nvPr/>
        </p:nvSpPr>
        <p:spPr>
          <a:xfrm>
            <a:off x="0" y="5558971"/>
            <a:ext cx="4963886" cy="1299029"/>
          </a:xfrm>
          <a:custGeom>
            <a:avLst/>
            <a:gdLst>
              <a:gd name="csX0" fmla="*/ 2543 w 4000500"/>
              <a:gd name="csY0" fmla="*/ 216198 h 2186034"/>
              <a:gd name="csX1" fmla="*/ 663416 w 4000500"/>
              <a:gd name="csY1" fmla="*/ 16811 h 2186034"/>
              <a:gd name="csX2" fmla="*/ 1339082 w 4000500"/>
              <a:gd name="csY2" fmla="*/ 874957 h 2186034"/>
              <a:gd name="csX3" fmla="*/ 2098596 w 4000500"/>
              <a:gd name="csY3" fmla="*/ 337384 h 2186034"/>
              <a:gd name="csX4" fmla="*/ 2621375 w 4000500"/>
              <a:gd name="csY4" fmla="*/ 904551 h 2186034"/>
              <a:gd name="csX5" fmla="*/ 3183608 w 4000500"/>
              <a:gd name="csY5" fmla="*/ 766457 h 2186034"/>
              <a:gd name="csX6" fmla="*/ 4000500 w 4000500"/>
              <a:gd name="csY6" fmla="*/ 2186035 h 2186034"/>
              <a:gd name="csX7" fmla="*/ 0 w 4000500"/>
              <a:gd name="csY7" fmla="*/ 2186035 h 2186034"/>
              <a:gd name="csX8" fmla="*/ 2543 w 4000500"/>
              <a:gd name="csY8" fmla="*/ 216198 h 2186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00500" h="2186034">
                <a:moveTo>
                  <a:pt x="2543" y="216198"/>
                </a:moveTo>
                <a:cubicBezTo>
                  <a:pt x="2543" y="216198"/>
                  <a:pt x="323850" y="-71390"/>
                  <a:pt x="663416" y="16811"/>
                </a:cubicBezTo>
                <a:cubicBezTo>
                  <a:pt x="1064428" y="120967"/>
                  <a:pt x="1046131" y="838466"/>
                  <a:pt x="1339082" y="874957"/>
                </a:cubicBezTo>
                <a:cubicBezTo>
                  <a:pt x="1612916" y="909065"/>
                  <a:pt x="1777489" y="328022"/>
                  <a:pt x="2098596" y="337384"/>
                </a:cubicBezTo>
                <a:cubicBezTo>
                  <a:pt x="2334749" y="344271"/>
                  <a:pt x="2321795" y="821045"/>
                  <a:pt x="2621375" y="904551"/>
                </a:cubicBezTo>
                <a:cubicBezTo>
                  <a:pt x="2846880" y="967416"/>
                  <a:pt x="2982040" y="744273"/>
                  <a:pt x="3183608" y="766457"/>
                </a:cubicBezTo>
                <a:cubicBezTo>
                  <a:pt x="3619500" y="814435"/>
                  <a:pt x="4000500" y="2186035"/>
                  <a:pt x="4000500" y="2186035"/>
                </a:cubicBezTo>
                <a:lnTo>
                  <a:pt x="0" y="2186035"/>
                </a:lnTo>
                <a:lnTo>
                  <a:pt x="2543" y="216198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Graphic 14" descr="An organic corner shape">
            <a:extLst>
              <a:ext uri="{FF2B5EF4-FFF2-40B4-BE49-F238E27FC236}">
                <a16:creationId xmlns:a16="http://schemas.microsoft.com/office/drawing/2014/main" id="{9DC0D4F8-F85C-F6E6-5AAA-64D3C96CB053}"/>
              </a:ext>
            </a:extLst>
          </p:cNvPr>
          <p:cNvSpPr/>
          <p:nvPr/>
        </p:nvSpPr>
        <p:spPr>
          <a:xfrm rot="10800000">
            <a:off x="7975826" y="4586514"/>
            <a:ext cx="4216174" cy="2271486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Graphic 14" descr="An organic corner shape">
            <a:extLst>
              <a:ext uri="{FF2B5EF4-FFF2-40B4-BE49-F238E27FC236}">
                <a16:creationId xmlns:a16="http://schemas.microsoft.com/office/drawing/2014/main" id="{1729837B-4FE2-6337-11BD-2C9F2B499C19}"/>
              </a:ext>
            </a:extLst>
          </p:cNvPr>
          <p:cNvSpPr/>
          <p:nvPr/>
        </p:nvSpPr>
        <p:spPr>
          <a:xfrm flipH="1">
            <a:off x="9173029" y="0"/>
            <a:ext cx="3018971" cy="1786769"/>
          </a:xfrm>
          <a:custGeom>
            <a:avLst/>
            <a:gdLst>
              <a:gd name="csX0" fmla="*/ 0 w 4000573"/>
              <a:gd name="csY0" fmla="*/ 0 h 4000500"/>
              <a:gd name="csX1" fmla="*/ 4000500 w 4000573"/>
              <a:gd name="csY1" fmla="*/ 0 h 4000500"/>
              <a:gd name="csX2" fmla="*/ 3719341 w 4000573"/>
              <a:gd name="csY2" fmla="*/ 1085850 h 4000500"/>
              <a:gd name="csX3" fmla="*/ 2500141 w 4000573"/>
              <a:gd name="csY3" fmla="*/ 895350 h 4000500"/>
              <a:gd name="csX4" fmla="*/ 1409700 w 4000573"/>
              <a:gd name="csY4" fmla="*/ 3000375 h 4000500"/>
              <a:gd name="csX5" fmla="*/ 0 w 4000573"/>
              <a:gd name="csY5" fmla="*/ 4000500 h 4000500"/>
              <a:gd name="csX6" fmla="*/ 0 w 4000573"/>
              <a:gd name="csY6" fmla="*/ 0 h 400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00573" h="4000500">
                <a:moveTo>
                  <a:pt x="0" y="0"/>
                </a:moveTo>
                <a:lnTo>
                  <a:pt x="4000500" y="0"/>
                </a:lnTo>
                <a:cubicBezTo>
                  <a:pt x="4000500" y="0"/>
                  <a:pt x="4012816" y="925173"/>
                  <a:pt x="3719341" y="1085850"/>
                </a:cubicBezTo>
                <a:cubicBezTo>
                  <a:pt x="3362125" y="1281427"/>
                  <a:pt x="2981325" y="757028"/>
                  <a:pt x="2500141" y="895350"/>
                </a:cubicBezTo>
                <a:cubicBezTo>
                  <a:pt x="1950996" y="1053208"/>
                  <a:pt x="2020434" y="2092690"/>
                  <a:pt x="1409700" y="3000375"/>
                </a:cubicBezTo>
                <a:cubicBezTo>
                  <a:pt x="909809" y="3743325"/>
                  <a:pt x="0" y="4000500"/>
                  <a:pt x="0" y="40005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623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57</TotalTime>
  <Words>244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Slice</vt:lpstr>
      <vt:lpstr>Система за обработка на поръчки в онлайн магазин</vt:lpstr>
      <vt:lpstr>Цел на проекта</vt:lpstr>
      <vt:lpstr>Какъв проблем решаваме</vt:lpstr>
      <vt:lpstr>Базов клас</vt:lpstr>
      <vt:lpstr>Наследяване и override</vt:lpstr>
      <vt:lpstr>Наследяване и override</vt:lpstr>
      <vt:lpstr>Демонстрация на полиморфизма</vt:lpstr>
      <vt:lpstr>Какво е полиморфизъм</vt:lpstr>
      <vt:lpstr>Предимства на решението</vt:lpstr>
      <vt:lpstr>Благодаря ви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Атанас Б. Йотов</dc:creator>
  <cp:lastModifiedBy>Атанас Б. Йотов</cp:lastModifiedBy>
  <cp:revision>2</cp:revision>
  <dcterms:created xsi:type="dcterms:W3CDTF">2026-01-19T20:07:28Z</dcterms:created>
  <dcterms:modified xsi:type="dcterms:W3CDTF">2026-01-19T21:05:19Z</dcterms:modified>
</cp:coreProperties>
</file>